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  <p:sldMasterId id="2147483661" r:id="rId5"/>
  </p:sldMasterIdLst>
  <p:notesMasterIdLst>
    <p:notesMasterId r:id="rId17"/>
  </p:notesMasterIdLst>
  <p:sldIdLst>
    <p:sldId id="2271" r:id="rId6"/>
    <p:sldId id="2307" r:id="rId7"/>
    <p:sldId id="2164" r:id="rId8"/>
    <p:sldId id="262" r:id="rId9"/>
    <p:sldId id="2167" r:id="rId10"/>
    <p:sldId id="2308" r:id="rId11"/>
    <p:sldId id="2292" r:id="rId12"/>
    <p:sldId id="2286" r:id="rId13"/>
    <p:sldId id="2270" r:id="rId14"/>
    <p:sldId id="2259" r:id="rId15"/>
    <p:sldId id="570" r:id="rId16"/>
  </p:sldIdLst>
  <p:sldSz cx="12192000" cy="6858000"/>
  <p:notesSz cx="6858000" cy="9144000"/>
  <p:embeddedFontLs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Poppins Light" panose="00000400000000000000" pitchFamily="2" charset="0"/>
      <p:regular r:id="rId22"/>
      <p:italic r:id="rId23"/>
    </p:embeddedFont>
    <p:embeddedFont>
      <p:font typeface="Poppins Medium" panose="00000600000000000000" pitchFamily="2" charset="0"/>
      <p:regular r:id="rId24"/>
      <p:italic r:id="rId25"/>
    </p:embeddedFont>
    <p:embeddedFont>
      <p:font typeface="Poppins SemiBold" panose="00000700000000000000" pitchFamily="2" charset="0"/>
      <p:bold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FF7FA2E-36F7-C6F5-AE2A-DCC6B65C897C}" name="Khetal Advisors" initials="MS" userId="Khetal Advisors" providerId="None"/>
  <p188:author id="{1AE542EE-C8EF-C482-D57F-D546B3803881}" name="Santosh Dronavalli" initials="SD" userId="S::santosh.dronavalli@onelern.com::be718124-f851-4afc-9830-68701c35196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AEA"/>
    <a:srgbClr val="76D1F6"/>
    <a:srgbClr val="8386F1"/>
    <a:srgbClr val="85D6F7"/>
    <a:srgbClr val="E8E8FC"/>
    <a:srgbClr val="B7B9F7"/>
    <a:srgbClr val="8A8CF2"/>
    <a:srgbClr val="6164ED"/>
    <a:srgbClr val="FDE5A1"/>
    <a:srgbClr val="FDE0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18D195-83DC-4EFF-9624-222C6A0C8A1E}" v="3" dt="2025-12-24T11:04:22.1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12"/>
    <p:restoredTop sz="94589"/>
  </p:normalViewPr>
  <p:slideViewPr>
    <p:cSldViewPr snapToGrid="0">
      <p:cViewPr varScale="1">
        <p:scale>
          <a:sx n="67" d="100"/>
          <a:sy n="67" d="100"/>
        </p:scale>
        <p:origin x="103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588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34" Type="http://schemas.microsoft.com/office/2018/10/relationships/authors" Target="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7.fntdata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han Yadav" userId="cd2576a9-8bda-4d1e-8ebd-b84d82a59cb5" providerId="ADAL" clId="{E3168413-A5F3-423E-94D1-0A13B7BCC156}"/>
    <pc:docChg chg="addSld delSld modSld">
      <pc:chgData name="Roshan Yadav" userId="cd2576a9-8bda-4d1e-8ebd-b84d82a59cb5" providerId="ADAL" clId="{E3168413-A5F3-423E-94D1-0A13B7BCC156}" dt="2025-12-24T11:04:25.781" v="59" actId="47"/>
      <pc:docMkLst>
        <pc:docMk/>
      </pc:docMkLst>
      <pc:sldChg chg="add del">
        <pc:chgData name="Roshan Yadav" userId="cd2576a9-8bda-4d1e-8ebd-b84d82a59cb5" providerId="ADAL" clId="{E3168413-A5F3-423E-94D1-0A13B7BCC156}" dt="2025-12-24T11:03:43.102" v="10" actId="47"/>
        <pc:sldMkLst>
          <pc:docMk/>
          <pc:sldMk cId="595878956" sldId="2273"/>
        </pc:sldMkLst>
      </pc:sldChg>
      <pc:sldChg chg="add">
        <pc:chgData name="Roshan Yadav" userId="cd2576a9-8bda-4d1e-8ebd-b84d82a59cb5" providerId="ADAL" clId="{E3168413-A5F3-423E-94D1-0A13B7BCC156}" dt="2025-12-24T11:04:22.194" v="58"/>
        <pc:sldMkLst>
          <pc:docMk/>
          <pc:sldMk cId="4184409804" sldId="2292"/>
        </pc:sldMkLst>
      </pc:sldChg>
      <pc:sldChg chg="del">
        <pc:chgData name="Roshan Yadav" userId="cd2576a9-8bda-4d1e-8ebd-b84d82a59cb5" providerId="ADAL" clId="{E3168413-A5F3-423E-94D1-0A13B7BCC156}" dt="2025-12-24T11:04:09.684" v="41" actId="47"/>
        <pc:sldMkLst>
          <pc:docMk/>
          <pc:sldMk cId="1043999437" sldId="2305"/>
        </pc:sldMkLst>
      </pc:sldChg>
      <pc:sldChg chg="del">
        <pc:chgData name="Roshan Yadav" userId="cd2576a9-8bda-4d1e-8ebd-b84d82a59cb5" providerId="ADAL" clId="{E3168413-A5F3-423E-94D1-0A13B7BCC156}" dt="2025-12-24T11:04:25.781" v="59" actId="47"/>
        <pc:sldMkLst>
          <pc:docMk/>
          <pc:sldMk cId="2777995542" sldId="2306"/>
        </pc:sldMkLst>
      </pc:sldChg>
      <pc:sldChg chg="modSp add mod">
        <pc:chgData name="Roshan Yadav" userId="cd2576a9-8bda-4d1e-8ebd-b84d82a59cb5" providerId="ADAL" clId="{E3168413-A5F3-423E-94D1-0A13B7BCC156}" dt="2025-12-24T11:03:54.033" v="39" actId="20577"/>
        <pc:sldMkLst>
          <pc:docMk/>
          <pc:sldMk cId="2983327538" sldId="2307"/>
        </pc:sldMkLst>
        <pc:spChg chg="mod">
          <ac:chgData name="Roshan Yadav" userId="cd2576a9-8bda-4d1e-8ebd-b84d82a59cb5" providerId="ADAL" clId="{E3168413-A5F3-423E-94D1-0A13B7BCC156}" dt="2025-12-24T11:03:54.033" v="39" actId="20577"/>
          <ac:spMkLst>
            <pc:docMk/>
            <pc:sldMk cId="2983327538" sldId="2307"/>
            <ac:spMk id="23" creationId="{0866882A-0EE5-C156-0DCC-FE2F4252290B}"/>
          </ac:spMkLst>
        </pc:spChg>
      </pc:sldChg>
      <pc:sldChg chg="modSp add mod">
        <pc:chgData name="Roshan Yadav" userId="cd2576a9-8bda-4d1e-8ebd-b84d82a59cb5" providerId="ADAL" clId="{E3168413-A5F3-423E-94D1-0A13B7BCC156}" dt="2025-12-24T11:04:15.548" v="57" actId="20577"/>
        <pc:sldMkLst>
          <pc:docMk/>
          <pc:sldMk cId="2152672875" sldId="2308"/>
        </pc:sldMkLst>
        <pc:spChg chg="mod">
          <ac:chgData name="Roshan Yadav" userId="cd2576a9-8bda-4d1e-8ebd-b84d82a59cb5" providerId="ADAL" clId="{E3168413-A5F3-423E-94D1-0A13B7BCC156}" dt="2025-12-24T11:04:15.548" v="57" actId="20577"/>
          <ac:spMkLst>
            <pc:docMk/>
            <pc:sldMk cId="2152672875" sldId="2308"/>
            <ac:spMk id="8" creationId="{65244BBD-57D3-DE3C-C604-AEF18309EB6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464AE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N" sz="1400" b="0" dirty="0">
                <a:solidFill>
                  <a:srgbClr val="464AEA"/>
                </a:solidFill>
                <a:latin typeface="Poppins Light" panose="00000400000000000000" pitchFamily="2" charset="0"/>
                <a:ea typeface="Calibri" panose="020F0502020204030204" pitchFamily="34" charset="0"/>
                <a:cs typeface="Poppins Light" panose="00000400000000000000" pitchFamily="2" charset="0"/>
              </a:rPr>
              <a:t>Financial Summary</a:t>
            </a:r>
            <a:r>
              <a:rPr lang="en-IN" sz="1400" b="0" baseline="30000" dirty="0">
                <a:solidFill>
                  <a:srgbClr val="464AEA"/>
                </a:solidFill>
                <a:latin typeface="Poppins Light" panose="00000400000000000000" pitchFamily="2" charset="0"/>
                <a:ea typeface="Calibri" panose="020F0502020204030204" pitchFamily="34" charset="0"/>
                <a:cs typeface="Poppins Light" panose="00000400000000000000" pitchFamily="2" charset="0"/>
              </a:rPr>
              <a:t>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464AE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Revenue (USD Mn)</c:v>
                </c:pt>
              </c:strCache>
            </c:strRef>
          </c:tx>
          <c:spPr>
            <a:solidFill>
              <a:srgbClr val="85D6F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7627494360292983E-3"/>
                  <c:y val="-9.6948081011525203E-2"/>
                </c:manualLayout>
              </c:layout>
              <c:tx>
                <c:rich>
                  <a:bodyPr/>
                  <a:lstStyle/>
                  <a:p>
                    <a:fld id="{26CA5C51-6647-430F-B8E1-08D228A4A6BA}" type="VALUE">
                      <a:rPr lang="en-US" b="0"/>
                      <a:pPr/>
                      <a:t>[VALUE]</a:t>
                    </a:fld>
                    <a:endParaRPr lang="en-IN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2696-437B-8506-E846E4722DB6}"/>
                </c:ext>
              </c:extLst>
            </c:dLbl>
            <c:dLbl>
              <c:idx val="1"/>
              <c:layout>
                <c:manualLayout>
                  <c:x val="2.7627494360293234E-3"/>
                  <c:y val="-8.0071612397896383E-2"/>
                </c:manualLayout>
              </c:layout>
              <c:tx>
                <c:rich>
                  <a:bodyPr/>
                  <a:lstStyle/>
                  <a:p>
                    <a:fld id="{3EC70933-E45C-41F5-B608-5C123C1EB3AF}" type="VALUE">
                      <a:rPr lang="en-US" b="0"/>
                      <a:pPr/>
                      <a:t>[VALUE]</a:t>
                    </a:fld>
                    <a:endParaRPr lang="en-IN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696-437B-8506-E846E4722DB6}"/>
                </c:ext>
              </c:extLst>
            </c:dLbl>
            <c:dLbl>
              <c:idx val="2"/>
              <c:layout>
                <c:manualLayout>
                  <c:x val="0"/>
                  <c:y val="-7.1807513707060622E-2"/>
                </c:manualLayout>
              </c:layout>
              <c:tx>
                <c:rich>
                  <a:bodyPr/>
                  <a:lstStyle/>
                  <a:p>
                    <a:fld id="{42641843-F960-4396-94ED-A859521C4C3C}" type="VALUE">
                      <a:rPr lang="en-US" b="0" i="0" baseline="0"/>
                      <a:pPr/>
                      <a:t>[VALUE]</a:t>
                    </a:fld>
                    <a:endParaRPr lang="en-IN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2696-437B-8506-E846E4722DB6}"/>
                </c:ext>
              </c:extLst>
            </c:dLbl>
            <c:dLbl>
              <c:idx val="3"/>
              <c:layout>
                <c:manualLayout>
                  <c:x val="-5.5254988720585966E-3"/>
                  <c:y val="-7.0374566409309697E-2"/>
                </c:manualLayout>
              </c:layout>
              <c:tx>
                <c:rich>
                  <a:bodyPr/>
                  <a:lstStyle/>
                  <a:p>
                    <a:fld id="{045AD59A-2868-4C30-877F-D6D24826E727}" type="VALUE">
                      <a:rPr lang="en-US" b="0"/>
                      <a:pPr/>
                      <a:t>[VALUE]</a:t>
                    </a:fld>
                    <a:endParaRPr lang="en-IN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696-437B-8506-E846E4722DB6}"/>
                </c:ext>
              </c:extLst>
            </c:dLbl>
            <c:dLbl>
              <c:idx val="4"/>
              <c:layout>
                <c:manualLayout>
                  <c:x val="0"/>
                  <c:y val="-7.9761105516392525E-2"/>
                </c:manualLayout>
              </c:layout>
              <c:tx>
                <c:rich>
                  <a:bodyPr/>
                  <a:lstStyle/>
                  <a:p>
                    <a:fld id="{EEE0B7DE-9305-417B-BE37-87B4C88A646B}" type="VALUE">
                      <a:rPr lang="en-US" b="0"/>
                      <a:pPr/>
                      <a:t>[VALUE]</a:t>
                    </a:fld>
                    <a:endParaRPr lang="en-IN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2696-437B-8506-E846E4722DB6}"/>
                </c:ext>
              </c:extLst>
            </c:dLbl>
            <c:dLbl>
              <c:idx val="5"/>
              <c:layout>
                <c:manualLayout>
                  <c:x val="0"/>
                  <c:y val="-0.11406582186416023"/>
                </c:manualLayout>
              </c:layout>
              <c:tx>
                <c:rich>
                  <a:bodyPr/>
                  <a:lstStyle/>
                  <a:p>
                    <a:fld id="{A80D3F9B-6B5D-4313-957D-CA2323025B25}" type="VALUE">
                      <a:rPr lang="en-US" b="0"/>
                      <a:pPr/>
                      <a:t>[VALUE]</a:t>
                    </a:fld>
                    <a:endParaRPr lang="en-IN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2696-437B-8506-E846E4722DB6}"/>
                </c:ext>
              </c:extLst>
            </c:dLbl>
            <c:dLbl>
              <c:idx val="6"/>
              <c:layout>
                <c:manualLayout>
                  <c:x val="2.4864744924263684E-2"/>
                  <c:y val="-0.11234404721942487"/>
                </c:manualLayout>
              </c:layout>
              <c:tx>
                <c:rich>
                  <a:bodyPr/>
                  <a:lstStyle/>
                  <a:p>
                    <a:fld id="{C102CFBE-F935-4D50-B5FF-EF680E7F1F17}" type="VALUE">
                      <a:rPr lang="en-US" b="0" i="0" baseline="0"/>
                      <a:pPr/>
                      <a:t>[VALUE]</a:t>
                    </a:fld>
                    <a:endParaRPr lang="en-IN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2696-437B-8506-E846E4722DB6}"/>
                </c:ext>
              </c:extLst>
            </c:dLbl>
            <c:dLbl>
              <c:idx val="7"/>
              <c:layout>
                <c:manualLayout>
                  <c:x val="2.4864744924263684E-2"/>
                  <c:y val="-0.16654742922680982"/>
                </c:manualLayout>
              </c:layout>
              <c:tx>
                <c:rich>
                  <a:bodyPr/>
                  <a:lstStyle/>
                  <a:p>
                    <a:fld id="{695BCC12-2FA3-4713-9B13-08366F30C20E}" type="VALUE">
                      <a:rPr lang="en-US" b="0"/>
                      <a:pPr/>
                      <a:t>[VALUE]</a:t>
                    </a:fld>
                    <a:endParaRPr lang="en-IN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2696-437B-8506-E846E4722DB6}"/>
                </c:ext>
              </c:extLst>
            </c:dLbl>
            <c:dLbl>
              <c:idx val="8"/>
              <c:layout>
                <c:manualLayout>
                  <c:x val="5.5254988720585966E-3"/>
                  <c:y val="-0.27960165603670134"/>
                </c:manualLayout>
              </c:layout>
              <c:tx>
                <c:rich>
                  <a:bodyPr/>
                  <a:lstStyle/>
                  <a:p>
                    <a:fld id="{BE647742-8594-44F0-9671-B703CD16EC54}" type="VALUE">
                      <a:rPr lang="en-US" b="0" i="0" baseline="0"/>
                      <a:pPr/>
                      <a:t>[VALUE]</a:t>
                    </a:fld>
                    <a:endParaRPr lang="en-IN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2696-437B-8506-E846E4722DB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accent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FY26P</c:v>
                </c:pt>
                <c:pt idx="5">
                  <c:v>FY27P</c:v>
                </c:pt>
                <c:pt idx="6">
                  <c:v>FY28P</c:v>
                </c:pt>
                <c:pt idx="7">
                  <c:v>FY29P</c:v>
                </c:pt>
                <c:pt idx="8">
                  <c:v>FY30P</c:v>
                </c:pt>
              </c:strCache>
            </c:strRef>
          </c:cat>
          <c:val>
            <c:numRef>
              <c:f>Sheet1!$D$2:$D$10</c:f>
              <c:numCache>
                <c:formatCode>0.0</c:formatCode>
                <c:ptCount val="9"/>
                <c:pt idx="0">
                  <c:v>5.3363263533554122</c:v>
                </c:pt>
                <c:pt idx="1">
                  <c:v>4.1431393382359651</c:v>
                </c:pt>
                <c:pt idx="2">
                  <c:v>3.1896260360733648</c:v>
                </c:pt>
                <c:pt idx="3">
                  <c:v>3.516980980059953</c:v>
                </c:pt>
                <c:pt idx="4">
                  <c:v>2.3605471776734808</c:v>
                </c:pt>
                <c:pt idx="5">
                  <c:v>3.5537432841922669</c:v>
                </c:pt>
                <c:pt idx="6">
                  <c:v>7.0001290195347314</c:v>
                </c:pt>
                <c:pt idx="7">
                  <c:v>10.466899816795008</c:v>
                </c:pt>
                <c:pt idx="8">
                  <c:v>14.274265276795006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696-437B-8506-E846E4722D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4887552"/>
        <c:axId val="163607296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19050">
                <a:solidFill>
                  <a:schemeClr val="accent1"/>
                </a:solidFill>
              </a:ln>
              <a:effectLst/>
            </c:spPr>
          </c:marker>
          <c:dLbls>
            <c:dLbl>
              <c:idx val="6"/>
              <c:layout>
                <c:manualLayout>
                  <c:x val="-5.3086339182965799E-2"/>
                  <c:y val="-6.262658050800044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696-437B-8506-E846E4722DB6}"/>
                </c:ext>
              </c:extLst>
            </c:dLbl>
            <c:dLbl>
              <c:idx val="7"/>
              <c:layout>
                <c:manualLayout>
                  <c:x val="-4.5861640638086246E-2"/>
                  <c:y val="-6.217131028309275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696-437B-8506-E846E4722DB6}"/>
                </c:ext>
              </c:extLst>
            </c:dLbl>
            <c:dLbl>
              <c:idx val="8"/>
              <c:layout>
                <c:manualLayout>
                  <c:x val="1.1050997744115167E-3"/>
                  <c:y val="-2.664484726418252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696-437B-8506-E846E4722DB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accent1"/>
                    </a:solidFill>
                    <a:latin typeface="Poppins" panose="00000500000000000000" pitchFamily="2" charset="0"/>
                    <a:ea typeface="Calibri" panose="020F0502020204030204" pitchFamily="34" charset="0"/>
                    <a:cs typeface="Poppins" panose="00000500000000000000" pitchFamily="2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FY26P</c:v>
                </c:pt>
                <c:pt idx="5">
                  <c:v>FY27P</c:v>
                </c:pt>
                <c:pt idx="6">
                  <c:v>FY28P</c:v>
                </c:pt>
                <c:pt idx="7">
                  <c:v>FY29P</c:v>
                </c:pt>
                <c:pt idx="8">
                  <c:v>FY30P</c:v>
                </c:pt>
              </c:strCache>
            </c:strRef>
          </c:cat>
          <c:val>
            <c:numRef>
              <c:f>Sheet1!$B$2:$B$10</c:f>
              <c:numCache>
                <c:formatCode>0%</c:formatCode>
                <c:ptCount val="9"/>
                <c:pt idx="0">
                  <c:v>0.70976621809701712</c:v>
                </c:pt>
                <c:pt idx="1">
                  <c:v>0.94595192836228059</c:v>
                </c:pt>
                <c:pt idx="2">
                  <c:v>0.93201483247105954</c:v>
                </c:pt>
                <c:pt idx="3">
                  <c:v>0.94848564983648209</c:v>
                </c:pt>
                <c:pt idx="4">
                  <c:v>0.9269691615284863</c:v>
                </c:pt>
                <c:pt idx="5">
                  <c:v>0.94497052057955744</c:v>
                </c:pt>
                <c:pt idx="6">
                  <c:v>0.96756527924064095</c:v>
                </c:pt>
                <c:pt idx="7">
                  <c:v>0.96814109373422019</c:v>
                </c:pt>
                <c:pt idx="8">
                  <c:v>0.9642106331250665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2696-437B-8506-E846E4722D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Adj EBITDA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19050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6820488723849056E-2"/>
                  <c:y val="-3.108565514154637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BE9-4671-99AA-A4D0B77414CA}"/>
                </c:ext>
              </c:extLst>
            </c:dLbl>
            <c:dLbl>
              <c:idx val="1"/>
              <c:layout>
                <c:manualLayout>
                  <c:x val="-4.1496496529160085E-2"/>
                  <c:y val="5.328969452836514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BE9-4671-99AA-A4D0B77414CA}"/>
                </c:ext>
              </c:extLst>
            </c:dLbl>
            <c:dLbl>
              <c:idx val="2"/>
              <c:layout>
                <c:manualLayout>
                  <c:x val="-4.0198004294226292E-2"/>
                  <c:y val="-2.710011748909037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696-437B-8506-E846E4722DB6}"/>
                </c:ext>
              </c:extLst>
            </c:dLbl>
            <c:dLbl>
              <c:idx val="3"/>
              <c:layout>
                <c:manualLayout>
                  <c:x val="-3.3747093130760714E-2"/>
                  <c:y val="-4.930415687590922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696-437B-8506-E846E4722DB6}"/>
                </c:ext>
              </c:extLst>
            </c:dLbl>
            <c:dLbl>
              <c:idx val="4"/>
              <c:layout>
                <c:manualLayout>
                  <c:x val="-4.4798090874877905E-2"/>
                  <c:y val="-4.48633489985453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2696-437B-8506-E846E4722DB6}"/>
                </c:ext>
              </c:extLst>
            </c:dLbl>
            <c:dLbl>
              <c:idx val="5"/>
              <c:layout>
                <c:manualLayout>
                  <c:x val="-5.0323589746936501E-2"/>
                  <c:y val="-3.598173324381783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2696-437B-8506-E846E4722DB6}"/>
                </c:ext>
              </c:extLst>
            </c:dLbl>
            <c:dLbl>
              <c:idx val="6"/>
              <c:layout>
                <c:manualLayout>
                  <c:x val="-5.0689490892716134E-2"/>
                  <c:y val="-3.996727089627391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2696-437B-8506-E846E4722DB6}"/>
                </c:ext>
              </c:extLst>
            </c:dLbl>
            <c:dLbl>
              <c:idx val="7"/>
              <c:layout>
                <c:manualLayout>
                  <c:x val="-4.1496496529160057E-2"/>
                  <c:y val="-4.440807877363768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2696-437B-8506-E846E4722DB6}"/>
                </c:ext>
              </c:extLst>
            </c:dLbl>
            <c:dLbl>
              <c:idx val="8"/>
              <c:layout>
                <c:manualLayout>
                  <c:x val="1.6506884031960878E-3"/>
                  <c:y val="-8.8816157547275364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2696-437B-8506-E846E4722DB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accent2"/>
                    </a:solidFill>
                    <a:latin typeface="Poppins" panose="00000500000000000000" pitchFamily="2" charset="0"/>
                    <a:ea typeface="Calibri" panose="020F0502020204030204" pitchFamily="34" charset="0"/>
                    <a:cs typeface="Poppins" panose="00000500000000000000" pitchFamily="2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FY26P</c:v>
                </c:pt>
                <c:pt idx="5">
                  <c:v>FY27P</c:v>
                </c:pt>
                <c:pt idx="6">
                  <c:v>FY28P</c:v>
                </c:pt>
                <c:pt idx="7">
                  <c:v>FY29P</c:v>
                </c:pt>
                <c:pt idx="8">
                  <c:v>FY30P</c:v>
                </c:pt>
              </c:strCache>
            </c:strRef>
          </c:cat>
          <c:val>
            <c:numRef>
              <c:f>Sheet1!$C$2:$C$10</c:f>
              <c:numCache>
                <c:formatCode>0%</c:formatCode>
                <c:ptCount val="9"/>
                <c:pt idx="0">
                  <c:v>0.50722558504826321</c:v>
                </c:pt>
                <c:pt idx="1">
                  <c:v>0.72333628865854138</c:v>
                </c:pt>
                <c:pt idx="2">
                  <c:v>0.61635400351988157</c:v>
                </c:pt>
                <c:pt idx="3">
                  <c:v>0.64265099383180646</c:v>
                </c:pt>
                <c:pt idx="4">
                  <c:v>0.48858796615044991</c:v>
                </c:pt>
                <c:pt idx="5">
                  <c:v>0.55252985468268312</c:v>
                </c:pt>
                <c:pt idx="6">
                  <c:v>0.64939468744463236</c:v>
                </c:pt>
                <c:pt idx="7">
                  <c:v>0.66976423535852403</c:v>
                </c:pt>
                <c:pt idx="8">
                  <c:v>0.70913246469361324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5-2696-437B-8506-E846E4722D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45120639"/>
        <c:axId val="945114399"/>
      </c:lineChart>
      <c:catAx>
        <c:axId val="164887552"/>
        <c:scaling>
          <c:orientation val="minMax"/>
        </c:scaling>
        <c:delete val="0"/>
        <c:axPos val="b"/>
        <c:numFmt formatCode="0.0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defRPr>
            </a:pPr>
            <a:endParaRPr lang="en-US"/>
          </a:p>
        </c:txPr>
        <c:crossAx val="163607296"/>
        <c:crossesAt val="0"/>
        <c:auto val="1"/>
        <c:lblAlgn val="ctr"/>
        <c:lblOffset val="100"/>
        <c:noMultiLvlLbl val="0"/>
      </c:catAx>
      <c:valAx>
        <c:axId val="163607296"/>
        <c:scaling>
          <c:orientation val="minMax"/>
        </c:scaling>
        <c:delete val="0"/>
        <c:axPos val="l"/>
        <c:numFmt formatCode="0.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Poppins Light" panose="00000400000000000000" pitchFamily="2" charset="0"/>
                <a:ea typeface="Calibri" panose="020F0502020204030204" pitchFamily="34" charset="0"/>
                <a:cs typeface="Poppins Light" panose="00000400000000000000" pitchFamily="2" charset="0"/>
              </a:defRPr>
            </a:pPr>
            <a:endParaRPr lang="en-US"/>
          </a:p>
        </c:txPr>
        <c:crossAx val="164887552"/>
        <c:crosses val="autoZero"/>
        <c:crossBetween val="between"/>
      </c:valAx>
      <c:valAx>
        <c:axId val="945114399"/>
        <c:scaling>
          <c:orientation val="minMax"/>
          <c:max val="1.4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Poppins Light" panose="00000400000000000000" pitchFamily="2" charset="0"/>
                <a:ea typeface="Calibri" panose="020F0502020204030204" pitchFamily="34" charset="0"/>
                <a:cs typeface="Poppins Light" panose="00000400000000000000" pitchFamily="2" charset="0"/>
              </a:defRPr>
            </a:pPr>
            <a:endParaRPr lang="en-US"/>
          </a:p>
        </c:txPr>
        <c:crossAx val="945120639"/>
        <c:crosses val="max"/>
        <c:crossBetween val="between"/>
      </c:valAx>
      <c:catAx>
        <c:axId val="94512063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4511439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IN" sz="1400" b="1" i="0" u="none" strike="noStrike" kern="1200" spc="0" baseline="0" dirty="0">
                <a:solidFill>
                  <a:srgbClr val="464AE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N" sz="1400" b="0" i="0" u="none" strike="noStrike" kern="1200" spc="0" baseline="0" dirty="0">
                <a:solidFill>
                  <a:srgbClr val="464AEA"/>
                </a:solidFill>
                <a:latin typeface="Poppins Light" panose="00000400000000000000" pitchFamily="2" charset="0"/>
                <a:ea typeface="Calibri" panose="020F0502020204030204" pitchFamily="34" charset="0"/>
                <a:cs typeface="Poppins Light" panose="00000400000000000000" pitchFamily="2" charset="0"/>
              </a:rPr>
              <a:t>Customer Base Overview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IN" sz="1400" b="1" i="0" u="none" strike="noStrike" kern="1200" spc="0" baseline="0" dirty="0">
              <a:solidFill>
                <a:srgbClr val="464AE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326936285249625"/>
          <c:y val="0.19169937646158841"/>
          <c:w val="0.68961733621137045"/>
          <c:h val="0.5845016959692669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 ('000)</c:v>
                </c:pt>
              </c:strCache>
            </c:strRef>
          </c:tx>
          <c:spPr>
            <a:solidFill>
              <a:srgbClr val="85D6F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2.7678915858275234E-2"/>
                </c:manualLayout>
              </c:layout>
              <c:tx>
                <c:rich>
                  <a:bodyPr/>
                  <a:lstStyle/>
                  <a:p>
                    <a:fld id="{15509673-2D7A-45EE-9CCA-BF8BE0DF421B}" type="VALUE">
                      <a:rPr lang="en-US" b="0"/>
                      <a:pPr/>
                      <a:t>[VALUE]</a:t>
                    </a:fld>
                    <a:endParaRPr lang="en-IN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CDD0-43A5-90BD-D4A3CC9F840C}"/>
                </c:ext>
              </c:extLst>
            </c:dLbl>
            <c:dLbl>
              <c:idx val="1"/>
              <c:layout>
                <c:manualLayout>
                  <c:x val="2.5683572322007281E-3"/>
                  <c:y val="3.2292068501321103E-2"/>
                </c:manualLayout>
              </c:layout>
              <c:tx>
                <c:rich>
                  <a:bodyPr/>
                  <a:lstStyle/>
                  <a:p>
                    <a:fld id="{612E3F10-7220-473F-8404-E1CFA6EE9AC7}" type="VALUE">
                      <a:rPr lang="en-US" b="0" dirty="0"/>
                      <a:pPr/>
                      <a:t>[VALUE]</a:t>
                    </a:fld>
                    <a:endParaRPr lang="en-IN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CDD0-43A5-90BD-D4A3CC9F840C}"/>
                </c:ext>
              </c:extLst>
            </c:dLbl>
            <c:dLbl>
              <c:idx val="2"/>
              <c:layout>
                <c:manualLayout>
                  <c:x val="5.34339644009509E-3"/>
                  <c:y val="2.7678915858275234E-2"/>
                </c:manualLayout>
              </c:layout>
              <c:tx>
                <c:rich>
                  <a:bodyPr/>
                  <a:lstStyle/>
                  <a:p>
                    <a:fld id="{A05A02BA-CEC8-449D-A51E-5884A0E31B59}" type="VALUE">
                      <a:rPr lang="en-US" b="0"/>
                      <a:pPr/>
                      <a:t>[VALUE]</a:t>
                    </a:fld>
                    <a:endParaRPr lang="en-IN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CDD0-43A5-90BD-D4A3CC9F840C}"/>
                </c:ext>
              </c:extLst>
            </c:dLbl>
            <c:dLbl>
              <c:idx val="3"/>
              <c:layout>
                <c:manualLayout>
                  <c:x val="-2.4838238996763734E-3"/>
                  <c:y val="3.2292068501321103E-2"/>
                </c:manualLayout>
              </c:layout>
              <c:tx>
                <c:rich>
                  <a:bodyPr/>
                  <a:lstStyle/>
                  <a:p>
                    <a:fld id="{20251383-34D7-4F12-8209-81E628BAC50F}" type="VALUE">
                      <a:rPr lang="en-US" b="0"/>
                      <a:pPr/>
                      <a:t>[VALUE]</a:t>
                    </a:fld>
                    <a:endParaRPr lang="en-IN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DD0-43A5-90BD-D4A3CC9F840C}"/>
                </c:ext>
              </c:extLst>
            </c:dLbl>
            <c:dLbl>
              <c:idx val="4"/>
              <c:layout>
                <c:manualLayout>
                  <c:x val="2.5024293221458118E-3"/>
                  <c:y val="3.229206850132102E-2"/>
                </c:manualLayout>
              </c:layout>
              <c:tx>
                <c:rich>
                  <a:bodyPr/>
                  <a:lstStyle/>
                  <a:p>
                    <a:fld id="{3D8D1BDD-230A-495C-A8D4-6DDFDFF53F1E}" type="VALUE">
                      <a:rPr lang="en-US" b="0" i="0" baseline="0"/>
                      <a:pPr/>
                      <a:t>[VALUE]</a:t>
                    </a:fld>
                    <a:endParaRPr lang="en-IN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CDD0-43A5-90BD-D4A3CC9F840C}"/>
                </c:ext>
              </c:extLst>
            </c:dLbl>
            <c:dLbl>
              <c:idx val="5"/>
              <c:layout>
                <c:manualLayout>
                  <c:x val="2.6714959871946158E-3"/>
                  <c:y val="3.2292068501321193E-2"/>
                </c:manualLayout>
              </c:layout>
              <c:tx>
                <c:rich>
                  <a:bodyPr/>
                  <a:lstStyle/>
                  <a:p>
                    <a:fld id="{68386308-00AC-496A-A1D0-E15B387B87FD}" type="VALUE">
                      <a:rPr lang="en-US" b="0"/>
                      <a:pPr/>
                      <a:t>[VALUE]</a:t>
                    </a:fld>
                    <a:endParaRPr lang="en-IN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CDD0-43A5-90BD-D4A3CC9F840C}"/>
                </c:ext>
              </c:extLst>
            </c:dLbl>
            <c:dLbl>
              <c:idx val="6"/>
              <c:layout>
                <c:manualLayout>
                  <c:x val="2.5683572322007281E-3"/>
                  <c:y val="2.3065763215229275E-2"/>
                </c:manualLayout>
              </c:layout>
              <c:tx>
                <c:rich>
                  <a:bodyPr/>
                  <a:lstStyle/>
                  <a:p>
                    <a:fld id="{0C12FAEC-32D0-4BD6-B830-856F1C78B7A6}" type="VALUE">
                      <a:rPr lang="en-US" b="0" i="0" baseline="0"/>
                      <a:pPr/>
                      <a:t>[VALUE]</a:t>
                    </a:fld>
                    <a:endParaRPr lang="en-IN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CDD0-43A5-90BD-D4A3CC9F840C}"/>
                </c:ext>
              </c:extLst>
            </c:dLbl>
            <c:dLbl>
              <c:idx val="7"/>
              <c:layout>
                <c:manualLayout>
                  <c:x val="-2.5683572322008222E-3"/>
                  <c:y val="2.3065763215229275E-2"/>
                </c:manualLayout>
              </c:layout>
              <c:tx>
                <c:rich>
                  <a:bodyPr/>
                  <a:lstStyle/>
                  <a:p>
                    <a:fld id="{DD33750F-89EA-4BCD-91FD-E2A5ACC493F7}" type="VALUE">
                      <a:rPr lang="en-US" b="0"/>
                      <a:pPr/>
                      <a:t>[VALUE]</a:t>
                    </a:fld>
                    <a:endParaRPr lang="en-IN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2B4B-4794-947D-12D1A6CF7364}"/>
                </c:ext>
              </c:extLst>
            </c:dLbl>
            <c:dLbl>
              <c:idx val="8"/>
              <c:layout>
                <c:manualLayout>
                  <c:x val="1.0273428928802819E-2"/>
                  <c:y val="2.7678915858275234E-2"/>
                </c:manualLayout>
              </c:layout>
              <c:tx>
                <c:rich>
                  <a:bodyPr/>
                  <a:lstStyle/>
                  <a:p>
                    <a:fld id="{63A08479-5DB7-40B1-8138-0D75616F5CC4}" type="VALUE">
                      <a:rPr lang="en-US" b="0"/>
                      <a:pPr/>
                      <a:t>[VALUE]</a:t>
                    </a:fld>
                    <a:endParaRPr lang="en-IN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B4B-4794-947D-12D1A6CF736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accent1"/>
                    </a:solidFill>
                    <a:latin typeface="Poppins" panose="00000500000000000000" pitchFamily="2" charset="0"/>
                    <a:ea typeface="Calibri" panose="020F0502020204030204" pitchFamily="34" charset="0"/>
                    <a:cs typeface="Poppins" panose="00000500000000000000" pitchFamily="2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FY26P</c:v>
                </c:pt>
                <c:pt idx="5">
                  <c:v>FY27P</c:v>
                </c:pt>
                <c:pt idx="6">
                  <c:v>FY28P</c:v>
                </c:pt>
                <c:pt idx="7">
                  <c:v>FY29P</c:v>
                </c:pt>
                <c:pt idx="8">
                  <c:v>FY30P</c:v>
                </c:pt>
              </c:strCache>
            </c:strRef>
          </c:cat>
          <c:val>
            <c:numRef>
              <c:f>Sheet1!$B$2:$B$10</c:f>
              <c:numCache>
                <c:formatCode>#,###"K"</c:formatCode>
                <c:ptCount val="9"/>
                <c:pt idx="0">
                  <c:v>36.950000000000003</c:v>
                </c:pt>
                <c:pt idx="1">
                  <c:v>28.95</c:v>
                </c:pt>
                <c:pt idx="2">
                  <c:v>24.664999999999999</c:v>
                </c:pt>
                <c:pt idx="3">
                  <c:v>24.664999999999999</c:v>
                </c:pt>
                <c:pt idx="4">
                  <c:v>13.664999999999999</c:v>
                </c:pt>
                <c:pt idx="5">
                  <c:v>40.664999999999999</c:v>
                </c:pt>
                <c:pt idx="6">
                  <c:v>80.665000000000006</c:v>
                </c:pt>
                <c:pt idx="7">
                  <c:v>120.66500000000001</c:v>
                </c:pt>
                <c:pt idx="8">
                  <c:v>160.66499999999999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DD0-43A5-90BD-D4A3CC9F84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63634176"/>
        <c:axId val="164894592"/>
      </c:barChart>
      <c:lineChart>
        <c:grouping val="stack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Schools</c:v>
                </c:pt>
              </c:strCache>
            </c:strRef>
          </c:tx>
          <c:spPr>
            <a:ln w="19050" cap="rnd">
              <a:solidFill>
                <a:srgbClr val="E9713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DB5817"/>
              </a:solidFill>
              <a:ln w="19050">
                <a:solidFill>
                  <a:srgbClr val="E97132"/>
                </a:solidFill>
              </a:ln>
              <a:effectLst/>
            </c:spPr>
          </c:marker>
          <c:dLbls>
            <c:dLbl>
              <c:idx val="6"/>
              <c:layout>
                <c:manualLayout>
                  <c:x val="-3.7177072052532005E-2"/>
                  <c:y val="-5.535783171655038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DD0-43A5-90BD-D4A3CC9F840C}"/>
                </c:ext>
              </c:extLst>
            </c:dLbl>
            <c:dLbl>
              <c:idx val="7"/>
              <c:layout>
                <c:manualLayout>
                  <c:x val="-4.6211218058584927E-2"/>
                  <c:y val="-5.074467907350459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DD0-43A5-90BD-D4A3CC9F840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accent2"/>
                    </a:solidFill>
                    <a:latin typeface="Poppins" panose="00000500000000000000" pitchFamily="2" charset="0"/>
                    <a:ea typeface="Calibri" panose="020F0502020204030204" pitchFamily="34" charset="0"/>
                    <a:cs typeface="Poppins" panose="00000500000000000000" pitchFamily="2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FY26P</c:v>
                </c:pt>
                <c:pt idx="5">
                  <c:v>FY27P</c:v>
                </c:pt>
                <c:pt idx="6">
                  <c:v>FY28P</c:v>
                </c:pt>
                <c:pt idx="7">
                  <c:v>FY29P</c:v>
                </c:pt>
                <c:pt idx="8">
                  <c:v>FY30P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168</c:v>
                </c:pt>
                <c:pt idx="1">
                  <c:v>132</c:v>
                </c:pt>
                <c:pt idx="2">
                  <c:v>112</c:v>
                </c:pt>
                <c:pt idx="3">
                  <c:v>112</c:v>
                </c:pt>
                <c:pt idx="4">
                  <c:v>63</c:v>
                </c:pt>
                <c:pt idx="5">
                  <c:v>185</c:v>
                </c:pt>
                <c:pt idx="6">
                  <c:v>367</c:v>
                </c:pt>
                <c:pt idx="7">
                  <c:v>549</c:v>
                </c:pt>
                <c:pt idx="8">
                  <c:v>730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CDD0-43A5-90BD-D4A3CC9F84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64902016"/>
        <c:axId val="164896128"/>
      </c:lineChart>
      <c:catAx>
        <c:axId val="1636341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defRPr>
            </a:pPr>
            <a:endParaRPr lang="en-US"/>
          </a:p>
        </c:txPr>
        <c:crossAx val="164894592"/>
        <c:crosses val="autoZero"/>
        <c:auto val="1"/>
        <c:lblAlgn val="ctr"/>
        <c:lblOffset val="100"/>
        <c:noMultiLvlLbl val="0"/>
      </c:catAx>
      <c:valAx>
        <c:axId val="164894592"/>
        <c:scaling>
          <c:orientation val="minMax"/>
          <c:max val="2200"/>
          <c:min val="5"/>
        </c:scaling>
        <c:delete val="0"/>
        <c:axPos val="l"/>
        <c:numFmt formatCode="#,###&quot;K&quot;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Poppins Light" panose="00000400000000000000" pitchFamily="2" charset="0"/>
                <a:ea typeface="Calibri" panose="020F0502020204030204" pitchFamily="34" charset="0"/>
                <a:cs typeface="Poppins Light" panose="00000400000000000000" pitchFamily="2" charset="0"/>
              </a:defRPr>
            </a:pPr>
            <a:endParaRPr lang="en-US"/>
          </a:p>
        </c:txPr>
        <c:crossAx val="163634176"/>
        <c:crosses val="autoZero"/>
        <c:crossBetween val="between"/>
      </c:valAx>
      <c:valAx>
        <c:axId val="164896128"/>
        <c:scaling>
          <c:orientation val="minMax"/>
          <c:max val="8000"/>
          <c:min val="-800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ea typeface="Calibri" panose="020F0502020204030204" pitchFamily="34" charset="0"/>
                <a:cs typeface="Poppins Light" panose="00000400000000000000" pitchFamily="2" charset="0"/>
              </a:defRPr>
            </a:pPr>
            <a:endParaRPr lang="en-US"/>
          </a:p>
        </c:txPr>
        <c:crossAx val="164902016"/>
        <c:crosses val="max"/>
        <c:crossBetween val="between"/>
      </c:valAx>
      <c:catAx>
        <c:axId val="16490201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489612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85D6F7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0"/>
                  <c:y val="-9.226305286091744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CCF-4D6B-A36D-81B948D60C31}"/>
                </c:ext>
              </c:extLst>
            </c:dLbl>
            <c:dLbl>
              <c:idx val="7"/>
              <c:layout>
                <c:manualLayout>
                  <c:x val="-3.511443873924418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929-49D8-BA24-79DC7F6DBD26}"/>
                </c:ext>
              </c:extLst>
            </c:dLbl>
            <c:dLbl>
              <c:idx val="8"/>
              <c:layout>
                <c:manualLayout>
                  <c:x val="-1.0729287891341993E-16"/>
                  <c:y val="-8.764990021787159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929-49D8-BA24-79DC7F6DBD2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accent1"/>
                    </a:solidFill>
                    <a:latin typeface="Poppins Light" panose="00000400000000000000" pitchFamily="2" charset="0"/>
                    <a:ea typeface="Calibri" panose="020F0502020204030204" pitchFamily="34" charset="0"/>
                    <a:cs typeface="Poppins Light" panose="000004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FY26P</c:v>
                </c:pt>
                <c:pt idx="5">
                  <c:v>FY27P</c:v>
                </c:pt>
                <c:pt idx="6">
                  <c:v>FY28P</c:v>
                </c:pt>
                <c:pt idx="7">
                  <c:v>FY29P</c:v>
                </c:pt>
                <c:pt idx="8">
                  <c:v>FY30P</c:v>
                </c:pt>
              </c:strCache>
            </c:strRef>
          </c:cat>
          <c:val>
            <c:numRef>
              <c:f>Sheet1!$B$2:$B$10</c:f>
              <c:numCache>
                <c:formatCode>#,##0.0</c:formatCode>
                <c:ptCount val="9"/>
                <c:pt idx="0">
                  <c:v>5.3</c:v>
                </c:pt>
                <c:pt idx="1">
                  <c:v>4.0999999999999996</c:v>
                </c:pt>
                <c:pt idx="2">
                  <c:v>3.2</c:v>
                </c:pt>
                <c:pt idx="3">
                  <c:v>3.5</c:v>
                </c:pt>
                <c:pt idx="4">
                  <c:v>2.4</c:v>
                </c:pt>
                <c:pt idx="5">
                  <c:v>3.6</c:v>
                </c:pt>
                <c:pt idx="6">
                  <c:v>6.1</c:v>
                </c:pt>
                <c:pt idx="7">
                  <c:v>8.5</c:v>
                </c:pt>
                <c:pt idx="8">
                  <c:v>10.9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CF-4D6B-A36D-81B948D60C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63634176"/>
        <c:axId val="164894592"/>
      </c:barChart>
      <c:lineChart>
        <c:grouping val="stack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Students ('000)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19050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9430012476685417E-3"/>
                  <c:y val="3.690522114436697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CCF-4D6B-A36D-81B948D60C31}"/>
                </c:ext>
              </c:extLst>
            </c:dLbl>
            <c:dLbl>
              <c:idx val="1"/>
              <c:layout>
                <c:manualLayout>
                  <c:x val="-1.7190867941830766E-3"/>
                  <c:y val="6.919728964568808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CCF-4D6B-A36D-81B948D60C31}"/>
                </c:ext>
              </c:extLst>
            </c:dLbl>
            <c:dLbl>
              <c:idx val="2"/>
              <c:layout>
                <c:manualLayout>
                  <c:x val="-1.3789790315649773E-2"/>
                  <c:y val="5.535783171655038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CCF-4D6B-A36D-81B948D60C31}"/>
                </c:ext>
              </c:extLst>
            </c:dLbl>
            <c:dLbl>
              <c:idx val="3"/>
              <c:layout>
                <c:manualLayout>
                  <c:x val="-8.522624504763144E-3"/>
                  <c:y val="2.306576321522944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CCF-4D6B-A36D-81B948D60C31}"/>
                </c:ext>
              </c:extLst>
            </c:dLbl>
            <c:dLbl>
              <c:idx val="4"/>
              <c:layout>
                <c:manualLayout>
                  <c:x val="-5.669461152348048E-3"/>
                  <c:y val="2.767891585827514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CCF-4D6B-A36D-81B948D60C31}"/>
                </c:ext>
              </c:extLst>
            </c:dLbl>
            <c:dLbl>
              <c:idx val="5"/>
              <c:layout>
                <c:manualLayout>
                  <c:x val="-2.5750588408779071E-3"/>
                  <c:y val="3.229206850132110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CCF-4D6B-A36D-81B948D60C31}"/>
                </c:ext>
              </c:extLst>
            </c:dLbl>
            <c:dLbl>
              <c:idx val="6"/>
              <c:layout>
                <c:manualLayout>
                  <c:x val="-1.1836607263205068E-2"/>
                  <c:y val="3.690522114436697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CCF-4D6B-A36D-81B948D60C31}"/>
                </c:ext>
              </c:extLst>
            </c:dLbl>
            <c:dLbl>
              <c:idx val="7"/>
              <c:layout>
                <c:manualLayout>
                  <c:x val="-8.8882847034454319E-3"/>
                  <c:y val="4.151837378741284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CCF-4D6B-A36D-81B948D60C31}"/>
                </c:ext>
              </c:extLst>
            </c:dLbl>
            <c:dLbl>
              <c:idx val="8"/>
              <c:layout>
                <c:manualLayout>
                  <c:x val="-2.0366374468761737E-2"/>
                  <c:y val="5.535783171655046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CCF-4D6B-A36D-81B948D60C31}"/>
                </c:ext>
              </c:extLst>
            </c:dLbl>
            <c:spPr>
              <a:noFill/>
              <a:ln w="12700"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accent2"/>
                    </a:solidFill>
                    <a:latin typeface="Poppins Light" panose="00000400000000000000" pitchFamily="2" charset="0"/>
                    <a:ea typeface="Calibri" panose="020F0502020204030204" pitchFamily="34" charset="0"/>
                    <a:cs typeface="Poppins Light" panose="00000400000000000000" pitchFamily="2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FY26P</c:v>
                </c:pt>
                <c:pt idx="5">
                  <c:v>FY27P</c:v>
                </c:pt>
                <c:pt idx="6">
                  <c:v>FY28P</c:v>
                </c:pt>
                <c:pt idx="7">
                  <c:v>FY29P</c:v>
                </c:pt>
                <c:pt idx="8">
                  <c:v>FY30P</c:v>
                </c:pt>
              </c:strCache>
            </c:strRef>
          </c:cat>
          <c:val>
            <c:numRef>
              <c:f>Sheet1!$C$2:$C$10</c:f>
              <c:numCache>
                <c:formatCode>#,###"K"</c:formatCode>
                <c:ptCount val="9"/>
                <c:pt idx="0">
                  <c:v>36.950000000000003</c:v>
                </c:pt>
                <c:pt idx="1">
                  <c:v>28.95</c:v>
                </c:pt>
                <c:pt idx="2">
                  <c:v>24.664999999999999</c:v>
                </c:pt>
                <c:pt idx="3">
                  <c:v>24.664999999999999</c:v>
                </c:pt>
                <c:pt idx="4">
                  <c:v>13.664999999999999</c:v>
                </c:pt>
                <c:pt idx="5">
                  <c:v>40.664999999999999</c:v>
                </c:pt>
                <c:pt idx="6">
                  <c:v>80.665000000000006</c:v>
                </c:pt>
                <c:pt idx="7">
                  <c:v>120.66500000000001</c:v>
                </c:pt>
                <c:pt idx="8">
                  <c:v>160.66499999999999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BCCF-4D6B-A36D-81B948D60C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1766607"/>
        <c:axId val="1271772367"/>
      </c:lineChart>
      <c:catAx>
        <c:axId val="163634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Poppins Light" panose="00000400000000000000" pitchFamily="2" charset="0"/>
                <a:ea typeface="Calibri" panose="020F0502020204030204" pitchFamily="34" charset="0"/>
                <a:cs typeface="Poppins Light" panose="00000400000000000000" pitchFamily="2" charset="0"/>
              </a:defRPr>
            </a:pPr>
            <a:endParaRPr lang="en-US"/>
          </a:p>
        </c:txPr>
        <c:crossAx val="164894592"/>
        <c:crosses val="autoZero"/>
        <c:auto val="1"/>
        <c:lblAlgn val="ctr"/>
        <c:lblOffset val="100"/>
        <c:noMultiLvlLbl val="0"/>
      </c:catAx>
      <c:valAx>
        <c:axId val="164894592"/>
        <c:scaling>
          <c:orientation val="minMax"/>
          <c:max val="16"/>
        </c:scaling>
        <c:delete val="0"/>
        <c:axPos val="l"/>
        <c:numFmt formatCode="#,##0.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Poppins Light" panose="00000400000000000000" pitchFamily="2" charset="0"/>
                <a:ea typeface="Calibri" panose="020F0502020204030204" pitchFamily="34" charset="0"/>
                <a:cs typeface="Poppins Light" panose="00000400000000000000" pitchFamily="2" charset="0"/>
              </a:defRPr>
            </a:pPr>
            <a:endParaRPr lang="en-US"/>
          </a:p>
        </c:txPr>
        <c:crossAx val="163634176"/>
        <c:crosses val="autoZero"/>
        <c:crossBetween val="between"/>
      </c:valAx>
      <c:valAx>
        <c:axId val="1271772367"/>
        <c:scaling>
          <c:orientation val="minMax"/>
          <c:max val="200"/>
        </c:scaling>
        <c:delete val="0"/>
        <c:axPos val="r"/>
        <c:numFmt formatCode="#,###&quot;K&quot;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pPr>
            <a:endParaRPr lang="en-US"/>
          </a:p>
        </c:txPr>
        <c:crossAx val="1271766607"/>
        <c:crosses val="max"/>
        <c:crossBetween val="between"/>
      </c:valAx>
      <c:catAx>
        <c:axId val="127176660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7177236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Poppins Light" panose="00000400000000000000" pitchFamily="2" charset="0"/>
              <a:ea typeface="+mn-ea"/>
              <a:cs typeface="Poppins Light" panose="00000400000000000000" pitchFamily="2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85D6F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1"/>
                    </a:solidFill>
                    <a:latin typeface="Poppins Light" panose="00000400000000000000" pitchFamily="2" charset="0"/>
                    <a:ea typeface="Calibri" panose="020F0502020204030204" pitchFamily="34" charset="0"/>
                    <a:cs typeface="Poppins Light" panose="000004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FY28P</c:v>
                </c:pt>
                <c:pt idx="1">
                  <c:v>FY29P</c:v>
                </c:pt>
                <c:pt idx="2">
                  <c:v>FY30P</c:v>
                </c:pt>
              </c:strCache>
            </c:strRef>
          </c:cat>
          <c:val>
            <c:numRef>
              <c:f>Sheet1!$B$2:$B$4</c:f>
              <c:numCache>
                <c:formatCode>#,##0.0</c:formatCode>
                <c:ptCount val="3"/>
                <c:pt idx="0">
                  <c:v>0.9</c:v>
                </c:pt>
                <c:pt idx="1">
                  <c:v>1.9</c:v>
                </c:pt>
                <c:pt idx="2">
                  <c:v>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F0-4003-AA78-151FB073E5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63634176"/>
        <c:axId val="164894592"/>
      </c:barChart>
      <c:lineChart>
        <c:grouping val="stack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Students ('000)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19050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2.0351628247768823E-2"/>
                  <c:y val="2.767891585827514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EF0-4003-AA78-151FB073E581}"/>
                </c:ext>
              </c:extLst>
            </c:dLbl>
            <c:dLbl>
              <c:idx val="1"/>
              <c:layout>
                <c:manualLayout>
                  <c:x val="2.0373747579258059E-2"/>
                  <c:y val="1.383945792913761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EF0-4003-AA78-151FB073E581}"/>
                </c:ext>
              </c:extLst>
            </c:dLbl>
            <c:dLbl>
              <c:idx val="2"/>
              <c:layout>
                <c:manualLayout>
                  <c:x val="-0.11693108100168326"/>
                  <c:y val="-4.6131526430458931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EF0-4003-AA78-151FB073E581}"/>
                </c:ext>
              </c:extLst>
            </c:dLbl>
            <c:spPr>
              <a:noFill/>
              <a:ln w="12700"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2"/>
                    </a:solidFill>
                    <a:latin typeface="Poppins Light" panose="00000400000000000000" pitchFamily="2" charset="0"/>
                    <a:ea typeface="Calibri" panose="020F0502020204030204" pitchFamily="34" charset="0"/>
                    <a:cs typeface="Poppins Light" panose="00000400000000000000" pitchFamily="2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FY28P</c:v>
                </c:pt>
                <c:pt idx="1">
                  <c:v>FY29P</c:v>
                </c:pt>
                <c:pt idx="2">
                  <c:v>FY30P</c:v>
                </c:pt>
              </c:strCache>
            </c:strRef>
          </c:cat>
          <c:val>
            <c:numRef>
              <c:f>Sheet1!$C$2:$C$4</c:f>
              <c:numCache>
                <c:formatCode>#,###"K"</c:formatCode>
                <c:ptCount val="3"/>
                <c:pt idx="0">
                  <c:v>15</c:v>
                </c:pt>
                <c:pt idx="1">
                  <c:v>32</c:v>
                </c:pt>
                <c:pt idx="2">
                  <c:v>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3EF0-4003-AA78-151FB073E5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1766607"/>
        <c:axId val="1271772367"/>
      </c:lineChart>
      <c:catAx>
        <c:axId val="163634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Poppins Light" panose="00000400000000000000" pitchFamily="2" charset="0"/>
                <a:ea typeface="Calibri" panose="020F0502020204030204" pitchFamily="34" charset="0"/>
                <a:cs typeface="Poppins Light" panose="00000400000000000000" pitchFamily="2" charset="0"/>
              </a:defRPr>
            </a:pPr>
            <a:endParaRPr lang="en-US"/>
          </a:p>
        </c:txPr>
        <c:crossAx val="164894592"/>
        <c:crosses val="autoZero"/>
        <c:auto val="1"/>
        <c:lblAlgn val="ctr"/>
        <c:lblOffset val="100"/>
        <c:noMultiLvlLbl val="0"/>
      </c:catAx>
      <c:valAx>
        <c:axId val="164894592"/>
        <c:scaling>
          <c:orientation val="minMax"/>
          <c:max val="6"/>
          <c:min val="0"/>
        </c:scaling>
        <c:delete val="0"/>
        <c:axPos val="l"/>
        <c:numFmt formatCode="#,##0.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Poppins Light" panose="00000400000000000000" pitchFamily="2" charset="0"/>
                <a:ea typeface="Calibri" panose="020F0502020204030204" pitchFamily="34" charset="0"/>
                <a:cs typeface="Poppins Light" panose="00000400000000000000" pitchFamily="2" charset="0"/>
              </a:defRPr>
            </a:pPr>
            <a:endParaRPr lang="en-US"/>
          </a:p>
        </c:txPr>
        <c:crossAx val="163634176"/>
        <c:crosses val="autoZero"/>
        <c:crossBetween val="between"/>
      </c:valAx>
      <c:valAx>
        <c:axId val="1271772367"/>
        <c:scaling>
          <c:orientation val="minMax"/>
          <c:max val="120"/>
        </c:scaling>
        <c:delete val="0"/>
        <c:axPos val="r"/>
        <c:numFmt formatCode="#,###&quot;K&quot;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pPr>
            <a:endParaRPr lang="en-US"/>
          </a:p>
        </c:txPr>
        <c:crossAx val="1271766607"/>
        <c:crosses val="max"/>
        <c:crossBetween val="between"/>
      </c:valAx>
      <c:catAx>
        <c:axId val="127176660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7177236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Poppins Light" panose="00000400000000000000" pitchFamily="2" charset="0"/>
              <a:ea typeface="+mn-ea"/>
              <a:cs typeface="Poppins Light" panose="00000400000000000000" pitchFamily="2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BA709-FDA1-4E66-A212-C5DFBC8BD2C3}" type="datetimeFigureOut">
              <a:rPr lang="en-IN" smtClean="0"/>
              <a:t>24-12-2025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8A147E-E390-4095-B05E-D6069AF1DC4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6800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A147E-E390-4095-B05E-D6069AF1DC4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110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A8DC7-6922-90D4-2C74-AF6E79EEC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C6BCA7-139A-943E-3782-071B61EFB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F698FD-EB6A-BC51-5089-0EB8EBBC35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CE26A-10B8-642E-7170-03DD14D0F6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A147E-E390-4095-B05E-D6069AF1DC4E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1536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1DA1F-AE0B-FEE7-1910-38180C8FB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FF4889-75E3-0B53-68BA-BE3925490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CF345C-381F-E4A3-8D00-BEC5EF85F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3798F-3272-6124-A183-1DA6C66D35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20225-1A48-1447-9E4A-FC4B6FBD5BD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990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93F13-95DB-0B0A-4746-8F6FA54AC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435F89-A490-C8BA-6CC7-9EB913EE3A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353F6-D83B-BBB6-053C-C8C926EDA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13763-E3A2-4B5B-7041-DE0DB7B123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20225-1A48-1447-9E4A-FC4B6FBD5BD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194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F7540-7888-B961-CF03-2F72E2D76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147B7A-3A4D-2E80-DD21-2CF5EF440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69B396-07B3-E362-42E9-6699DAF81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127AB-E59D-06DD-B0CB-1D952E2F8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0BB2A-DE23-8B40-9B89-CC0D344F243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443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BC4EB-16E4-DA6E-611F-3D32ACD64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B7F101-3155-F2C7-62DC-D1448F63F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864621-A845-775D-5205-CB702773E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EA785-31B9-B82E-9D14-8E16ACB4B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0BB2A-DE23-8B40-9B89-CC0D344F243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860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A147E-E390-4095-B05E-D6069AF1DC4E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79248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313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DCAC1-3AAF-B9DA-4E11-73DA87BCF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CB1EBB-1BAA-0423-55DF-8A64DAA45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6C48D-04D8-983F-6D9A-C8FF411D3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F20E9-70E7-4525-B587-D372F074DCAC}" type="datetimeFigureOut">
              <a:rPr lang="en-IN" smtClean="0"/>
              <a:t>24-12-2025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EB958-7113-A375-B337-6CA343FD2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ABE5-8E47-6764-4528-F6D892E79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D3CB1-AE2E-4E0B-BEF0-8278AF10B44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3783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C0C99-4CC0-A9F4-F5FA-F2E8FA204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E0EAC-583E-9A7B-AC3E-3F94C3221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A4CBE-6D44-F95A-7FEE-BB307AA4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F20E9-70E7-4525-B587-D372F074DCAC}" type="datetimeFigureOut">
              <a:rPr lang="en-IN" smtClean="0"/>
              <a:t>24-12-2025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A5BEE-64A0-3D02-C9EA-8CA758A89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E031E-C59C-7117-5319-0F23A4958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D3CB1-AE2E-4E0B-BEF0-8278AF10B44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7845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B9271-0782-D38D-31F0-2C10EDA85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714DC-BCFF-BC8A-7692-84DA84FD2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3C667-7A35-680E-9B10-F8287FDFF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F20E9-70E7-4525-B587-D372F074DCAC}" type="datetimeFigureOut">
              <a:rPr lang="en-IN" smtClean="0"/>
              <a:t>24-12-2025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90812-70EC-797A-0A69-038E4021E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46368-DA08-7CB6-132B-816312150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D3CB1-AE2E-4E0B-BEF0-8278AF10B44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0993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5C6ED-B9D6-AF91-83BD-E3AD9A56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E895A-77E6-1685-4A2C-176446F68E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E1FD0-129C-4581-23F6-BB676D248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E9699-E56F-1CBF-8DB5-48662370E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F20E9-70E7-4525-B587-D372F074DCAC}" type="datetimeFigureOut">
              <a:rPr lang="en-IN" smtClean="0"/>
              <a:t>24-12-2025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592A12-EDBF-6AFC-F98C-7ACE728F9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42FB6A-3F1A-F6A2-CDB2-C9490DEB1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D3CB1-AE2E-4E0B-BEF0-8278AF10B44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184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4670A-10E6-5760-DDCC-019B6E48F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F17C8-1709-0307-5DA3-9560CD40D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C5689F-31C2-5E0C-1342-E3DE11239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BC10CF-9D97-170B-DD78-0AB25BED4D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6984D-C07C-FEC0-8180-2F8008550A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14A65D-9737-2EFB-F6E4-ACA9B0EFD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F20E9-70E7-4525-B587-D372F074DCAC}" type="datetimeFigureOut">
              <a:rPr lang="en-IN" smtClean="0"/>
              <a:t>24-12-2025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E15224-E26B-2FC3-600B-2CF90631C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2D4574-07CE-5230-5E0F-925D07551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D3CB1-AE2E-4E0B-BEF0-8278AF10B44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673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0763C-51A9-F5AC-4B6D-DD557D5C2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C65D98-CF32-7558-99CC-B2770AB37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F20E9-70E7-4525-B587-D372F074DCAC}" type="datetimeFigureOut">
              <a:rPr lang="en-IN" smtClean="0"/>
              <a:t>24-12-2025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B86417-0C5A-58E6-FF9B-CEF14678C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3237A6-56F5-7F9C-AC88-D841FC4F0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D3CB1-AE2E-4E0B-BEF0-8278AF10B44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1015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8AEAB6-1F5D-13C7-6231-A068B12D4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F20E9-70E7-4525-B587-D372F074DCAC}" type="datetimeFigureOut">
              <a:rPr lang="en-IN" smtClean="0"/>
              <a:t>24-12-2025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EAABC3-809C-59B5-59B5-DB948239F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8B71C-1674-5102-9FE6-BDA46138F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D3CB1-AE2E-4E0B-BEF0-8278AF10B44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8685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ABF6-A7AD-B680-293B-EF01FCA1A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F0A00-0FEB-9F1D-0303-759B7DD58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6BDC5-3C9C-222F-2FAE-2FB162B73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81E6CC-FBA4-9385-3A87-6D0EA0212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F20E9-70E7-4525-B587-D372F074DCAC}" type="datetimeFigureOut">
              <a:rPr lang="en-IN" smtClean="0"/>
              <a:t>24-12-2025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A3CEB-37D2-0E6E-31A8-4B42F06D4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EFB4C-83E5-E05B-28AB-968A92343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D3CB1-AE2E-4E0B-BEF0-8278AF10B44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3585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52947-C3EF-0B0E-56F1-98F666A34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002301-4992-DFF0-7A64-DB5068C1A3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558A6-B62F-ACA0-E003-0B24AA5CC9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59ED3-8512-FD5B-C6AB-323AA06EF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F20E9-70E7-4525-B587-D372F074DCAC}" type="datetimeFigureOut">
              <a:rPr lang="en-IN" smtClean="0"/>
              <a:t>24-12-2025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17FC0-EB65-93A5-C2B5-82A289BFD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F33D14-4434-0E07-C820-5565DE245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D3CB1-AE2E-4E0B-BEF0-8278AF10B44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4768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19BB5-2E1C-E842-E49A-0E03431BE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48CEA-07B4-2E98-225C-51FC2D25B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60FCF-E4C3-AFB1-B9A2-790521FE1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F20E9-70E7-4525-B587-D372F074DCAC}" type="datetimeFigureOut">
              <a:rPr lang="en-IN" smtClean="0"/>
              <a:t>24-12-2025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0199B-AACE-397C-61AF-BB6ABDF38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0232B-8CE9-DA5A-57F6-109DEF367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D3CB1-AE2E-4E0B-BEF0-8278AF10B44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7642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0B5254-5270-8BCE-B5DD-A8C918E475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A5F660-A85B-3728-CE44-BEF156602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B76BF-9FF6-0A06-6E65-DC70AFB09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F20E9-70E7-4525-B587-D372F074DCAC}" type="datetimeFigureOut">
              <a:rPr lang="en-IN" smtClean="0"/>
              <a:t>24-12-2025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6DF93-7654-C1A9-2A53-4583F9479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A43B6-E3C1-4E3E-2591-D5F8428A0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D3CB1-AE2E-4E0B-BEF0-8278AF10B44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3017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0F4A6-405D-81B4-A940-DDF117BBCB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9A19AA-8444-F38E-FA4F-46829D7E5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F9DCC-3CB7-4E6A-A085-BEA890CCE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53704-9251-4595-A060-88FBB73E312B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52EEC-DF86-9614-A6DC-4796CC5A6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CAFE4-5DC6-5FC4-1433-70EB041EB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BF7F1-0FF1-424E-9CDE-F06EFE256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03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21970-F2A1-024E-E14B-DF57435C6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460BB-1B9B-9676-9065-B34D34FB8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AEF16-AEEC-8EB9-A599-B1BF7360B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53704-9251-4595-A060-88FBB73E312B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E83E5-3D91-381D-F6E9-ED6B2E6B1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DB5B3-329F-5EBE-E6BA-C51FF44E1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BF7F1-0FF1-424E-9CDE-F06EFE256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5560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B15BA-CC5F-7865-9784-35DF1C3F0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50654-7AAC-BCB1-3BC0-61084EA91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77EDC-32FE-13A6-F058-0BAFE3B86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53704-9251-4595-A060-88FBB73E312B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184B7-0A8C-7695-61E8-1FB1D9869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A9972-EE96-B9EF-47CA-B3A067B6C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BF7F1-0FF1-424E-9CDE-F06EFE256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782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02737-35A6-1C51-4B0F-63DF54844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F4FCA-BCFE-DD46-B2FC-FF8CB73A22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5CB497-D066-455F-133D-E2374903B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3237-7432-C236-2088-BCDA004E4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53704-9251-4595-A060-88FBB73E312B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75185-3EF8-9C6A-EC30-CAE1C91FA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849B2-EEC3-FE5B-4B43-B21EE11D0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BF7F1-0FF1-424E-9CDE-F06EFE256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982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A3A9B-E94A-8BE9-FD17-663C7B5FA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577A4-F68A-21EC-47CB-26D8072BD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D2E6F4-18FD-BD0E-B589-89431969F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29BCDE-651E-80B3-0E6F-B6F477654D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745FE4-5B67-8FB1-5A41-BA34BB83EA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FFEBB-A3C8-420D-4C5A-4CB7D426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53704-9251-4595-A060-88FBB73E312B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079CD4-F8D5-5A89-337B-65CBC854D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80E439-A444-DC60-64D2-0BB77F8E8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BF7F1-0FF1-424E-9CDE-F06EFE256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9353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2D48D-C9A4-9617-901A-CB0C2BB6F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C6AA9-D138-830A-8BA5-2F0140CC9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53704-9251-4595-A060-88FBB73E312B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67A21C-ACCF-99B2-D901-74B2C7FA7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DE031D-28EC-51D2-D8C6-7B1F72443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BF7F1-0FF1-424E-9CDE-F06EFE256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9483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2A42F1-0437-E322-824A-DCC4505FB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53704-9251-4595-A060-88FBB73E312B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EF5449-19A3-18CF-AED5-20236773B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B4832-25E2-6C5D-EB8E-7F31E715D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BF7F1-0FF1-424E-9CDE-F06EFE256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1158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D749F-1BA7-CD12-F595-C26891F24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5D262-B5BF-13EA-559A-250D47488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EC6F65-DE80-4EDA-452F-5763C94D9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D03A4-2EEB-5FB0-A2DD-A1BDBDE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53704-9251-4595-A060-88FBB73E312B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21DE1A-2095-4AD4-8A14-53C6C4B79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9A50E-7AC7-3F2E-4929-476EB4431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BF7F1-0FF1-424E-9CDE-F06EFE256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934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49F37-3014-5FD0-4200-D70573A2F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94DFF5-3D47-B3A7-A121-E31B4503D4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92366-CB39-0423-6E54-D97025B5A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4F7D7-4CCD-D97E-8179-D11FD72E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53704-9251-4595-A060-88FBB73E312B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DCC5A-D8D4-B2B7-0F45-7F3AA77CE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D2FC5-6E0F-F8C1-6795-107AB73DB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BF7F1-0FF1-424E-9CDE-F06EFE256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4232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96C1B-2544-84CF-E397-D1D418171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1893D-1F98-FB22-0702-8EE6CB29C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325C4-DC8B-E36D-6A01-7F21B87A0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53704-9251-4595-A060-88FBB73E312B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7236D-A0B5-B17B-1248-C760C7609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EF252-F69B-7508-2387-CDA0D09C4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BF7F1-0FF1-424E-9CDE-F06EFE256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5447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557747-2611-F75A-B9DE-3814287440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8FD49B-FCB2-82C2-5706-333A2DDED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2693C-0A83-830D-887D-BDDEDD2FE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53704-9251-4595-A060-88FBB73E312B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73406-7B64-3280-4E1A-029678D5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7EE68-1952-7948-B3F8-4A6BC084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BF7F1-0FF1-424E-9CDE-F06EFE256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745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09415B-69F0-E8F3-FE1B-8270C0F3F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76FF0-80D7-593E-AF6D-50D1051D0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503A4-CC2E-5E77-8D05-A802DFD84A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F20E9-70E7-4525-B587-D372F074DCAC}" type="datetimeFigureOut">
              <a:rPr lang="en-IN" smtClean="0"/>
              <a:t>24-12-2025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04919-32E1-0316-FDE6-EEFBCCDD30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BDF10-634A-0E89-4722-4A9DF072EE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0D3CB1-AE2E-4E0B-BEF0-8278AF10B44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9613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2401E6-CE4C-D372-440F-47E4ACD28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A2F1F-7D1E-644C-9521-4E86671A1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22576-9178-7D64-D940-B0270BEE86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53704-9251-4595-A060-88FBB73E312B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50E3F-789F-6794-D7B7-8519D3F22C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E3F3E-FC39-1AB5-708A-482DEF4BE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BF7F1-0FF1-424E-9CDE-F06EFE256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411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svg"/><Relationship Id="rId11" Type="http://schemas.openxmlformats.org/officeDocument/2006/relationships/chart" Target="../charts/chart1.xml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18" Type="http://schemas.openxmlformats.org/officeDocument/2006/relationships/image" Target="../media/image2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19" Type="http://schemas.openxmlformats.org/officeDocument/2006/relationships/image" Target="../media/image26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3.png"/><Relationship Id="rId18" Type="http://schemas.openxmlformats.org/officeDocument/2006/relationships/image" Target="../media/image4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sv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Relationship Id="rId14" Type="http://schemas.openxmlformats.org/officeDocument/2006/relationships/image" Target="../media/image4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sv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svg"/><Relationship Id="rId4" Type="http://schemas.openxmlformats.org/officeDocument/2006/relationships/image" Target="../media/image50.svg"/><Relationship Id="rId9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101888-BAD0-0FDB-5214-2CF0A625350F}"/>
              </a:ext>
            </a:extLst>
          </p:cNvPr>
          <p:cNvSpPr/>
          <p:nvPr/>
        </p:nvSpPr>
        <p:spPr>
          <a:xfrm rot="16200000">
            <a:off x="2563046" y="-2969404"/>
            <a:ext cx="7223202" cy="12675006"/>
          </a:xfrm>
          <a:prstGeom prst="roundRect">
            <a:avLst>
              <a:gd name="adj" fmla="val 2355"/>
            </a:avLst>
          </a:prstGeom>
          <a:solidFill>
            <a:srgbClr val="6164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Graphic 52">
            <a:extLst>
              <a:ext uri="{FF2B5EF4-FFF2-40B4-BE49-F238E27FC236}">
                <a16:creationId xmlns:a16="http://schemas.microsoft.com/office/drawing/2014/main" id="{ECFF5B3B-9710-4C02-7E83-D35BC1050952}"/>
              </a:ext>
            </a:extLst>
          </p:cNvPr>
          <p:cNvSpPr/>
          <p:nvPr/>
        </p:nvSpPr>
        <p:spPr>
          <a:xfrm rot="8460245">
            <a:off x="8128445" y="5782770"/>
            <a:ext cx="10425086" cy="5837929"/>
          </a:xfrm>
          <a:custGeom>
            <a:avLst/>
            <a:gdLst>
              <a:gd name="connsiteX0" fmla="*/ 10410456 w 10425086"/>
              <a:gd name="connsiteY0" fmla="*/ 5086420 h 5837929"/>
              <a:gd name="connsiteX1" fmla="*/ 10133565 w 10425086"/>
              <a:gd name="connsiteY1" fmla="*/ 4963262 h 5837929"/>
              <a:gd name="connsiteX2" fmla="*/ 9657696 w 10425086"/>
              <a:gd name="connsiteY2" fmla="*/ 5104327 h 5837929"/>
              <a:gd name="connsiteX3" fmla="*/ 9549206 w 10425086"/>
              <a:gd name="connsiteY3" fmla="*/ 5132616 h 5837929"/>
              <a:gd name="connsiteX4" fmla="*/ 9487103 w 10425086"/>
              <a:gd name="connsiteY4" fmla="*/ 5148238 h 5837929"/>
              <a:gd name="connsiteX5" fmla="*/ 9480055 w 10425086"/>
              <a:gd name="connsiteY5" fmla="*/ 5150333 h 5837929"/>
              <a:gd name="connsiteX6" fmla="*/ 9462624 w 10425086"/>
              <a:gd name="connsiteY6" fmla="*/ 5154143 h 5837929"/>
              <a:gd name="connsiteX7" fmla="*/ 9220499 w 10425086"/>
              <a:gd name="connsiteY7" fmla="*/ 5208436 h 5837929"/>
              <a:gd name="connsiteX8" fmla="*/ 8247996 w 10425086"/>
              <a:gd name="connsiteY8" fmla="*/ 5360836 h 5837929"/>
              <a:gd name="connsiteX9" fmla="*/ 7264826 w 10425086"/>
              <a:gd name="connsiteY9" fmla="*/ 5411889 h 5837929"/>
              <a:gd name="connsiteX10" fmla="*/ 7144715 w 10425086"/>
              <a:gd name="connsiteY10" fmla="*/ 5411127 h 5837929"/>
              <a:gd name="connsiteX11" fmla="*/ 7103282 w 10425086"/>
              <a:gd name="connsiteY11" fmla="*/ 5410461 h 5837929"/>
              <a:gd name="connsiteX12" fmla="*/ 7064229 w 10425086"/>
              <a:gd name="connsiteY12" fmla="*/ 5409508 h 5837929"/>
              <a:gd name="connsiteX13" fmla="*/ 6816198 w 10425086"/>
              <a:gd name="connsiteY13" fmla="*/ 5399602 h 5837929"/>
              <a:gd name="connsiteX14" fmla="*/ 6321374 w 10425086"/>
              <a:gd name="connsiteY14" fmla="*/ 5360359 h 5837929"/>
              <a:gd name="connsiteX15" fmla="*/ 5232000 w 10425086"/>
              <a:gd name="connsiteY15" fmla="*/ 5179670 h 5837929"/>
              <a:gd name="connsiteX16" fmla="*/ 5206664 w 10425086"/>
              <a:gd name="connsiteY16" fmla="*/ 5176146 h 5837929"/>
              <a:gd name="connsiteX17" fmla="*/ 4761370 w 10425086"/>
              <a:gd name="connsiteY17" fmla="*/ 5056416 h 5837929"/>
              <a:gd name="connsiteX18" fmla="*/ 4289311 w 10425086"/>
              <a:gd name="connsiteY18" fmla="*/ 4903064 h 5837929"/>
              <a:gd name="connsiteX19" fmla="*/ 4056425 w 10425086"/>
              <a:gd name="connsiteY19" fmla="*/ 4817148 h 5837929"/>
              <a:gd name="connsiteX20" fmla="*/ 4019944 w 10425086"/>
              <a:gd name="connsiteY20" fmla="*/ 4803052 h 5837929"/>
              <a:gd name="connsiteX21" fmla="*/ 3981463 w 10425086"/>
              <a:gd name="connsiteY21" fmla="*/ 4787812 h 5837929"/>
              <a:gd name="connsiteX22" fmla="*/ 3870211 w 10425086"/>
              <a:gd name="connsiteY22" fmla="*/ 4742472 h 5837929"/>
              <a:gd name="connsiteX23" fmla="*/ 2981624 w 10425086"/>
              <a:gd name="connsiteY23" fmla="*/ 4318610 h 5837929"/>
              <a:gd name="connsiteX24" fmla="*/ 2141709 w 10425086"/>
              <a:gd name="connsiteY24" fmla="*/ 3805212 h 5837929"/>
              <a:gd name="connsiteX25" fmla="*/ 1938827 w 10425086"/>
              <a:gd name="connsiteY25" fmla="*/ 3662242 h 5837929"/>
              <a:gd name="connsiteX26" fmla="*/ 1924158 w 10425086"/>
              <a:gd name="connsiteY26" fmla="*/ 3652051 h 5837929"/>
              <a:gd name="connsiteX27" fmla="*/ 1918443 w 10425086"/>
              <a:gd name="connsiteY27" fmla="*/ 3647383 h 5837929"/>
              <a:gd name="connsiteX28" fmla="*/ 1867008 w 10425086"/>
              <a:gd name="connsiteY28" fmla="*/ 3609188 h 5837929"/>
              <a:gd name="connsiteX29" fmla="*/ 1823765 w 10425086"/>
              <a:gd name="connsiteY29" fmla="*/ 3576422 h 5837929"/>
              <a:gd name="connsiteX30" fmla="*/ 1823765 w 10425086"/>
              <a:gd name="connsiteY30" fmla="*/ 3571850 h 5837929"/>
              <a:gd name="connsiteX31" fmla="*/ 1269219 w 10425086"/>
              <a:gd name="connsiteY31" fmla="*/ 3006732 h 5837929"/>
              <a:gd name="connsiteX32" fmla="*/ 1196257 w 10425086"/>
              <a:gd name="connsiteY32" fmla="*/ 2916530 h 5837929"/>
              <a:gd name="connsiteX33" fmla="*/ 1196067 w 10425086"/>
              <a:gd name="connsiteY33" fmla="*/ 2916339 h 5837929"/>
              <a:gd name="connsiteX34" fmla="*/ 1179779 w 10425086"/>
              <a:gd name="connsiteY34" fmla="*/ 2894908 h 5837929"/>
              <a:gd name="connsiteX35" fmla="*/ 1137584 w 10425086"/>
              <a:gd name="connsiteY35" fmla="*/ 2837663 h 5837929"/>
              <a:gd name="connsiteX36" fmla="*/ 975754 w 10425086"/>
              <a:gd name="connsiteY36" fmla="*/ 2594490 h 5837929"/>
              <a:gd name="connsiteX37" fmla="*/ 783254 w 10425086"/>
              <a:gd name="connsiteY37" fmla="*/ 2237112 h 5837929"/>
              <a:gd name="connsiteX38" fmla="*/ 759250 w 10425086"/>
              <a:gd name="connsiteY38" fmla="*/ 2184057 h 5837929"/>
              <a:gd name="connsiteX39" fmla="*/ 747154 w 10425086"/>
              <a:gd name="connsiteY39" fmla="*/ 2156340 h 5837929"/>
              <a:gd name="connsiteX40" fmla="*/ 680860 w 10425086"/>
              <a:gd name="connsiteY40" fmla="*/ 1984509 h 5837929"/>
              <a:gd name="connsiteX41" fmla="*/ 541033 w 10425086"/>
              <a:gd name="connsiteY41" fmla="*/ 1513307 h 5837929"/>
              <a:gd name="connsiteX42" fmla="*/ 475882 w 10425086"/>
              <a:gd name="connsiteY42" fmla="*/ 1184694 h 5837929"/>
              <a:gd name="connsiteX43" fmla="*/ 465023 w 10425086"/>
              <a:gd name="connsiteY43" fmla="*/ 1115352 h 5837929"/>
              <a:gd name="connsiteX44" fmla="*/ 462832 w 10425086"/>
              <a:gd name="connsiteY44" fmla="*/ 1096969 h 5837929"/>
              <a:gd name="connsiteX45" fmla="*/ 456546 w 10425086"/>
              <a:gd name="connsiteY45" fmla="*/ 1044391 h 5837929"/>
              <a:gd name="connsiteX46" fmla="*/ 439115 w 10425086"/>
              <a:gd name="connsiteY46" fmla="*/ 853891 h 5837929"/>
              <a:gd name="connsiteX47" fmla="*/ 441020 w 10425086"/>
              <a:gd name="connsiteY47" fmla="*/ 214478 h 5837929"/>
              <a:gd name="connsiteX48" fmla="*/ 226708 w 10425086"/>
              <a:gd name="connsiteY48" fmla="*/ 165 h 5837929"/>
              <a:gd name="connsiteX49" fmla="*/ 12395 w 10425086"/>
              <a:gd name="connsiteY49" fmla="*/ 214478 h 5837929"/>
              <a:gd name="connsiteX50" fmla="*/ 386251 w 10425086"/>
              <a:gd name="connsiteY50" fmla="*/ 2393607 h 5837929"/>
              <a:gd name="connsiteX51" fmla="*/ 1564303 w 10425086"/>
              <a:gd name="connsiteY51" fmla="*/ 3907320 h 5837929"/>
              <a:gd name="connsiteX52" fmla="*/ 1823669 w 10425086"/>
              <a:gd name="connsiteY52" fmla="*/ 4109631 h 5837929"/>
              <a:gd name="connsiteX53" fmla="*/ 1823669 w 10425086"/>
              <a:gd name="connsiteY53" fmla="*/ 4103345 h 5837929"/>
              <a:gd name="connsiteX54" fmla="*/ 2020837 w 10425086"/>
              <a:gd name="connsiteY54" fmla="*/ 4238886 h 5837929"/>
              <a:gd name="connsiteX55" fmla="*/ 3781724 w 10425086"/>
              <a:gd name="connsiteY55" fmla="*/ 5166145 h 5837929"/>
              <a:gd name="connsiteX56" fmla="*/ 5047405 w 10425086"/>
              <a:gd name="connsiteY56" fmla="*/ 5577815 h 5837929"/>
              <a:gd name="connsiteX57" fmla="*/ 7183768 w 10425086"/>
              <a:gd name="connsiteY57" fmla="*/ 5837086 h 5837929"/>
              <a:gd name="connsiteX58" fmla="*/ 9165539 w 10425086"/>
              <a:gd name="connsiteY58" fmla="*/ 5655348 h 5837929"/>
              <a:gd name="connsiteX59" fmla="*/ 10287203 w 10425086"/>
              <a:gd name="connsiteY59" fmla="*/ 5363217 h 5837929"/>
              <a:gd name="connsiteX60" fmla="*/ 10410361 w 10425086"/>
              <a:gd name="connsiteY60" fmla="*/ 5086325 h 5837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0425086" h="5837929">
                <a:moveTo>
                  <a:pt x="10410456" y="5086420"/>
                </a:moveTo>
                <a:cubicBezTo>
                  <a:pt x="10362165" y="4975264"/>
                  <a:pt x="10247579" y="4926210"/>
                  <a:pt x="10133565" y="4963262"/>
                </a:cubicBezTo>
                <a:cubicBezTo>
                  <a:pt x="9976212" y="5014411"/>
                  <a:pt x="9817525" y="5061560"/>
                  <a:pt x="9657696" y="5104327"/>
                </a:cubicBezTo>
                <a:cubicBezTo>
                  <a:pt x="9621596" y="5113948"/>
                  <a:pt x="9585496" y="5123377"/>
                  <a:pt x="9549206" y="5132616"/>
                </a:cubicBezTo>
                <a:cubicBezTo>
                  <a:pt x="9528537" y="5137855"/>
                  <a:pt x="9507772" y="5142999"/>
                  <a:pt x="9487103" y="5148238"/>
                </a:cubicBezTo>
                <a:cubicBezTo>
                  <a:pt x="9485008" y="5148714"/>
                  <a:pt x="9482531" y="5149571"/>
                  <a:pt x="9480055" y="5150333"/>
                </a:cubicBezTo>
                <a:cubicBezTo>
                  <a:pt x="9474149" y="5151666"/>
                  <a:pt x="9468243" y="5152714"/>
                  <a:pt x="9462624" y="5154143"/>
                </a:cubicBezTo>
                <a:cubicBezTo>
                  <a:pt x="9382138" y="5173288"/>
                  <a:pt x="9301366" y="5191481"/>
                  <a:pt x="9220499" y="5208436"/>
                </a:cubicBezTo>
                <a:cubicBezTo>
                  <a:pt x="8899220" y="5276063"/>
                  <a:pt x="8574513" y="5326927"/>
                  <a:pt x="8247996" y="5360836"/>
                </a:cubicBezTo>
                <a:cubicBezTo>
                  <a:pt x="7921479" y="5394745"/>
                  <a:pt x="7593152" y="5411794"/>
                  <a:pt x="7264826" y="5411889"/>
                </a:cubicBezTo>
                <a:cubicBezTo>
                  <a:pt x="7224821" y="5411889"/>
                  <a:pt x="7184720" y="5411699"/>
                  <a:pt x="7144715" y="5411127"/>
                </a:cubicBezTo>
                <a:cubicBezTo>
                  <a:pt x="7139191" y="5411127"/>
                  <a:pt x="7112711" y="5410651"/>
                  <a:pt x="7103282" y="5410461"/>
                </a:cubicBezTo>
                <a:cubicBezTo>
                  <a:pt x="7090233" y="5410175"/>
                  <a:pt x="7077183" y="5409889"/>
                  <a:pt x="7064229" y="5409508"/>
                </a:cubicBezTo>
                <a:cubicBezTo>
                  <a:pt x="6981552" y="5407318"/>
                  <a:pt x="6898875" y="5403984"/>
                  <a:pt x="6816198" y="5399602"/>
                </a:cubicBezTo>
                <a:cubicBezTo>
                  <a:pt x="6650940" y="5390839"/>
                  <a:pt x="6485966" y="5377790"/>
                  <a:pt x="6321374" y="5360359"/>
                </a:cubicBezTo>
                <a:cubicBezTo>
                  <a:pt x="5955043" y="5321593"/>
                  <a:pt x="5591188" y="5261109"/>
                  <a:pt x="5232000" y="5179670"/>
                </a:cubicBezTo>
                <a:cubicBezTo>
                  <a:pt x="5223618" y="5177765"/>
                  <a:pt x="5215141" y="5176622"/>
                  <a:pt x="5206664" y="5176146"/>
                </a:cubicBezTo>
                <a:cubicBezTo>
                  <a:pt x="5057312" y="5139855"/>
                  <a:pt x="4908721" y="5100041"/>
                  <a:pt x="4761370" y="5056416"/>
                </a:cubicBezTo>
                <a:cubicBezTo>
                  <a:pt x="4602683" y="5009458"/>
                  <a:pt x="4445331" y="4958309"/>
                  <a:pt x="4289311" y="4903064"/>
                </a:cubicBezTo>
                <a:cubicBezTo>
                  <a:pt x="4211301" y="4875441"/>
                  <a:pt x="4133672" y="4846771"/>
                  <a:pt x="4056425" y="4817148"/>
                </a:cubicBezTo>
                <a:cubicBezTo>
                  <a:pt x="4044233" y="4812481"/>
                  <a:pt x="4032136" y="4807719"/>
                  <a:pt x="4019944" y="4803052"/>
                </a:cubicBezTo>
                <a:cubicBezTo>
                  <a:pt x="4011181" y="4799527"/>
                  <a:pt x="3986511" y="4789812"/>
                  <a:pt x="3981463" y="4787812"/>
                </a:cubicBezTo>
                <a:cubicBezTo>
                  <a:pt x="3944315" y="4772953"/>
                  <a:pt x="3907263" y="4757808"/>
                  <a:pt x="3870211" y="4742472"/>
                </a:cubicBezTo>
                <a:cubicBezTo>
                  <a:pt x="3567030" y="4616647"/>
                  <a:pt x="3270326" y="4475106"/>
                  <a:pt x="2981624" y="4318610"/>
                </a:cubicBezTo>
                <a:cubicBezTo>
                  <a:pt x="2693016" y="4162114"/>
                  <a:pt x="2412505" y="3990760"/>
                  <a:pt x="2141709" y="3805212"/>
                </a:cubicBezTo>
                <a:cubicBezTo>
                  <a:pt x="2073510" y="3758445"/>
                  <a:pt x="2005882" y="3710820"/>
                  <a:pt x="1938827" y="3662242"/>
                </a:cubicBezTo>
                <a:cubicBezTo>
                  <a:pt x="1934064" y="3658813"/>
                  <a:pt x="1929016" y="3655479"/>
                  <a:pt x="1924158" y="3652051"/>
                </a:cubicBezTo>
                <a:cubicBezTo>
                  <a:pt x="1922158" y="3650336"/>
                  <a:pt x="1920157" y="3648621"/>
                  <a:pt x="1918443" y="3647383"/>
                </a:cubicBezTo>
                <a:cubicBezTo>
                  <a:pt x="1901298" y="3634715"/>
                  <a:pt x="1884153" y="3621952"/>
                  <a:pt x="1867008" y="3609188"/>
                </a:cubicBezTo>
                <a:cubicBezTo>
                  <a:pt x="1852530" y="3598329"/>
                  <a:pt x="1838147" y="3587376"/>
                  <a:pt x="1823765" y="3576422"/>
                </a:cubicBezTo>
                <a:lnTo>
                  <a:pt x="1823765" y="3571850"/>
                </a:lnTo>
                <a:cubicBezTo>
                  <a:pt x="1622025" y="3402210"/>
                  <a:pt x="1436287" y="3206947"/>
                  <a:pt x="1269219" y="3006732"/>
                </a:cubicBezTo>
                <a:cubicBezTo>
                  <a:pt x="1244454" y="2977014"/>
                  <a:pt x="1220356" y="2946819"/>
                  <a:pt x="1196257" y="2916530"/>
                </a:cubicBezTo>
                <a:cubicBezTo>
                  <a:pt x="1196257" y="2916530"/>
                  <a:pt x="1196162" y="2916435"/>
                  <a:pt x="1196067" y="2916339"/>
                </a:cubicBezTo>
                <a:cubicBezTo>
                  <a:pt x="1190638" y="2909196"/>
                  <a:pt x="1185209" y="2902052"/>
                  <a:pt x="1179779" y="2894908"/>
                </a:cubicBezTo>
                <a:cubicBezTo>
                  <a:pt x="1165587" y="2875953"/>
                  <a:pt x="1151490" y="2856903"/>
                  <a:pt x="1137584" y="2837663"/>
                </a:cubicBezTo>
                <a:cubicBezTo>
                  <a:pt x="1080529" y="2758701"/>
                  <a:pt x="1026522" y="2677548"/>
                  <a:pt x="975754" y="2594490"/>
                </a:cubicBezTo>
                <a:cubicBezTo>
                  <a:pt x="905269" y="2479047"/>
                  <a:pt x="840213" y="2359889"/>
                  <a:pt x="783254" y="2237112"/>
                </a:cubicBezTo>
                <a:cubicBezTo>
                  <a:pt x="775062" y="2219490"/>
                  <a:pt x="767061" y="2201774"/>
                  <a:pt x="759250" y="2184057"/>
                </a:cubicBezTo>
                <a:cubicBezTo>
                  <a:pt x="755155" y="2174818"/>
                  <a:pt x="751154" y="2165579"/>
                  <a:pt x="747154" y="2156340"/>
                </a:cubicBezTo>
                <a:cubicBezTo>
                  <a:pt x="723913" y="2099475"/>
                  <a:pt x="701624" y="2042325"/>
                  <a:pt x="680860" y="1984509"/>
                </a:cubicBezTo>
                <a:cubicBezTo>
                  <a:pt x="625329" y="1830299"/>
                  <a:pt x="578847" y="1672755"/>
                  <a:pt x="541033" y="1513307"/>
                </a:cubicBezTo>
                <a:cubicBezTo>
                  <a:pt x="515220" y="1404627"/>
                  <a:pt x="493503" y="1294994"/>
                  <a:pt x="475882" y="1184694"/>
                </a:cubicBezTo>
                <a:cubicBezTo>
                  <a:pt x="472167" y="1161644"/>
                  <a:pt x="468262" y="1138593"/>
                  <a:pt x="465023" y="1115352"/>
                </a:cubicBezTo>
                <a:cubicBezTo>
                  <a:pt x="465118" y="1115829"/>
                  <a:pt x="464642" y="1111447"/>
                  <a:pt x="462832" y="1096969"/>
                </a:cubicBezTo>
                <a:cubicBezTo>
                  <a:pt x="460737" y="1079443"/>
                  <a:pt x="458546" y="1061917"/>
                  <a:pt x="456546" y="1044391"/>
                </a:cubicBezTo>
                <a:cubicBezTo>
                  <a:pt x="449307" y="981050"/>
                  <a:pt x="443497" y="917518"/>
                  <a:pt x="439115" y="853891"/>
                </a:cubicBezTo>
                <a:cubicBezTo>
                  <a:pt x="424256" y="641007"/>
                  <a:pt x="425209" y="427266"/>
                  <a:pt x="441020" y="214478"/>
                </a:cubicBezTo>
                <a:cubicBezTo>
                  <a:pt x="449402" y="102369"/>
                  <a:pt x="336531" y="-4788"/>
                  <a:pt x="226708" y="165"/>
                </a:cubicBezTo>
                <a:cubicBezTo>
                  <a:pt x="103454" y="5690"/>
                  <a:pt x="21349" y="94368"/>
                  <a:pt x="12395" y="214478"/>
                </a:cubicBezTo>
                <a:cubicBezTo>
                  <a:pt x="-42755" y="956666"/>
                  <a:pt x="86881" y="1712475"/>
                  <a:pt x="386251" y="2393607"/>
                </a:cubicBezTo>
                <a:cubicBezTo>
                  <a:pt x="644474" y="2981300"/>
                  <a:pt x="1073385" y="3497841"/>
                  <a:pt x="1564303" y="3907320"/>
                </a:cubicBezTo>
                <a:cubicBezTo>
                  <a:pt x="1648600" y="3977615"/>
                  <a:pt x="1735087" y="4045147"/>
                  <a:pt x="1823669" y="4109631"/>
                </a:cubicBezTo>
                <a:lnTo>
                  <a:pt x="1823669" y="4103345"/>
                </a:lnTo>
                <a:cubicBezTo>
                  <a:pt x="1888915" y="4149255"/>
                  <a:pt x="1954543" y="4194499"/>
                  <a:pt x="2020837" y="4238886"/>
                </a:cubicBezTo>
                <a:cubicBezTo>
                  <a:pt x="2573192" y="4608456"/>
                  <a:pt x="3164504" y="4919638"/>
                  <a:pt x="3781724" y="5166145"/>
                </a:cubicBezTo>
                <a:cubicBezTo>
                  <a:pt x="4194728" y="5331118"/>
                  <a:pt x="4618019" y="5465801"/>
                  <a:pt x="5047405" y="5577815"/>
                </a:cubicBezTo>
                <a:cubicBezTo>
                  <a:pt x="5709870" y="5750694"/>
                  <a:pt x="6722758" y="5830989"/>
                  <a:pt x="7183768" y="5837086"/>
                </a:cubicBezTo>
                <a:cubicBezTo>
                  <a:pt x="7848327" y="5845944"/>
                  <a:pt x="8513744" y="5785079"/>
                  <a:pt x="9165539" y="5655348"/>
                </a:cubicBezTo>
                <a:cubicBezTo>
                  <a:pt x="9544539" y="5579911"/>
                  <a:pt x="9919634" y="5482660"/>
                  <a:pt x="10287203" y="5363217"/>
                </a:cubicBezTo>
                <a:cubicBezTo>
                  <a:pt x="10394169" y="5328450"/>
                  <a:pt x="10454843" y="5188719"/>
                  <a:pt x="10410361" y="5086325"/>
                </a:cubicBezTo>
                <a:close/>
              </a:path>
            </a:pathLst>
          </a:custGeom>
          <a:gradFill>
            <a:gsLst>
              <a:gs pos="40000">
                <a:srgbClr val="8386F1">
                  <a:alpha val="34000"/>
                </a:srgbClr>
              </a:gs>
              <a:gs pos="0">
                <a:schemeClr val="bg1">
                  <a:alpha val="6000"/>
                </a:schemeClr>
              </a:gs>
              <a:gs pos="100000">
                <a:srgbClr val="8386F1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" name="Graphic 33">
            <a:extLst>
              <a:ext uri="{FF2B5EF4-FFF2-40B4-BE49-F238E27FC236}">
                <a16:creationId xmlns:a16="http://schemas.microsoft.com/office/drawing/2014/main" id="{72542D0F-DAB3-62A1-D6A6-06050B0420D9}"/>
              </a:ext>
            </a:extLst>
          </p:cNvPr>
          <p:cNvSpPr/>
          <p:nvPr/>
        </p:nvSpPr>
        <p:spPr>
          <a:xfrm>
            <a:off x="9131221" y="-821347"/>
            <a:ext cx="4210198" cy="2591524"/>
          </a:xfrm>
          <a:custGeom>
            <a:avLst/>
            <a:gdLst>
              <a:gd name="connsiteX0" fmla="*/ 3984 w 4210198"/>
              <a:gd name="connsiteY0" fmla="*/ 271685 h 2591524"/>
              <a:gd name="connsiteX1" fmla="*/ 1038970 w 4210198"/>
              <a:gd name="connsiteY1" fmla="*/ 2006568 h 2591524"/>
              <a:gd name="connsiteX2" fmla="*/ 3089417 w 4210198"/>
              <a:gd name="connsiteY2" fmla="*/ 2580926 h 2591524"/>
              <a:gd name="connsiteX3" fmla="*/ 4052680 w 4210198"/>
              <a:gd name="connsiteY3" fmla="*/ 2355755 h 2591524"/>
              <a:gd name="connsiteX4" fmla="*/ 4180791 w 4210198"/>
              <a:gd name="connsiteY4" fmla="*/ 2257266 h 2591524"/>
              <a:gd name="connsiteX5" fmla="*/ 4202413 w 4210198"/>
              <a:gd name="connsiteY5" fmla="*/ 2092103 h 2591524"/>
              <a:gd name="connsiteX6" fmla="*/ 3938761 w 4210198"/>
              <a:gd name="connsiteY6" fmla="*/ 1942465 h 2591524"/>
              <a:gd name="connsiteX7" fmla="*/ 3636152 w 4210198"/>
              <a:gd name="connsiteY7" fmla="*/ 2047335 h 2591524"/>
              <a:gd name="connsiteX8" fmla="*/ 3432698 w 4210198"/>
              <a:gd name="connsiteY8" fmla="*/ 2099152 h 2591524"/>
              <a:gd name="connsiteX9" fmla="*/ 3318874 w 4210198"/>
              <a:gd name="connsiteY9" fmla="*/ 2121916 h 2591524"/>
              <a:gd name="connsiteX10" fmla="*/ 3259153 w 4210198"/>
              <a:gd name="connsiteY10" fmla="*/ 2132108 h 2591524"/>
              <a:gd name="connsiteX11" fmla="*/ 3225148 w 4210198"/>
              <a:gd name="connsiteY11" fmla="*/ 2137347 h 2591524"/>
              <a:gd name="connsiteX12" fmla="*/ 3211432 w 4210198"/>
              <a:gd name="connsiteY12" fmla="*/ 2139347 h 2591524"/>
              <a:gd name="connsiteX13" fmla="*/ 3226672 w 4210198"/>
              <a:gd name="connsiteY13" fmla="*/ 2137442 h 2591524"/>
              <a:gd name="connsiteX14" fmla="*/ 3169808 w 4210198"/>
              <a:gd name="connsiteY14" fmla="*/ 2144300 h 2591524"/>
              <a:gd name="connsiteX15" fmla="*/ 3104276 w 4210198"/>
              <a:gd name="connsiteY15" fmla="*/ 2150872 h 2591524"/>
              <a:gd name="connsiteX16" fmla="*/ 2960829 w 4210198"/>
              <a:gd name="connsiteY16" fmla="*/ 2160207 h 2591524"/>
              <a:gd name="connsiteX17" fmla="*/ 2663173 w 4210198"/>
              <a:gd name="connsiteY17" fmla="*/ 2157159 h 2591524"/>
              <a:gd name="connsiteX18" fmla="*/ 2519250 w 4210198"/>
              <a:gd name="connsiteY18" fmla="*/ 2144586 h 2591524"/>
              <a:gd name="connsiteX19" fmla="*/ 2495914 w 4210198"/>
              <a:gd name="connsiteY19" fmla="*/ 2142014 h 2591524"/>
              <a:gd name="connsiteX20" fmla="*/ 2472197 w 4210198"/>
              <a:gd name="connsiteY20" fmla="*/ 2138490 h 2591524"/>
              <a:gd name="connsiteX21" fmla="*/ 2384091 w 4210198"/>
              <a:gd name="connsiteY21" fmla="*/ 2123726 h 2591524"/>
              <a:gd name="connsiteX22" fmla="*/ 2128535 w 4210198"/>
              <a:gd name="connsiteY22" fmla="*/ 2064385 h 2591524"/>
              <a:gd name="connsiteX23" fmla="*/ 1790112 w 4210198"/>
              <a:gd name="connsiteY23" fmla="*/ 1950943 h 2591524"/>
              <a:gd name="connsiteX24" fmla="*/ 1768109 w 4210198"/>
              <a:gd name="connsiteY24" fmla="*/ 1941798 h 2591524"/>
              <a:gd name="connsiteX25" fmla="*/ 1780015 w 4210198"/>
              <a:gd name="connsiteY25" fmla="*/ 1946561 h 2591524"/>
              <a:gd name="connsiteX26" fmla="*/ 1728294 w 4210198"/>
              <a:gd name="connsiteY26" fmla="*/ 1923225 h 2591524"/>
              <a:gd name="connsiteX27" fmla="*/ 1621233 w 4210198"/>
              <a:gd name="connsiteY27" fmla="*/ 1870456 h 2591524"/>
              <a:gd name="connsiteX28" fmla="*/ 1383775 w 4210198"/>
              <a:gd name="connsiteY28" fmla="*/ 1729010 h 2591524"/>
              <a:gd name="connsiteX29" fmla="*/ 1274714 w 4210198"/>
              <a:gd name="connsiteY29" fmla="*/ 1651000 h 2591524"/>
              <a:gd name="connsiteX30" fmla="*/ 1272999 w 4210198"/>
              <a:gd name="connsiteY30" fmla="*/ 1649476 h 2591524"/>
              <a:gd name="connsiteX31" fmla="*/ 1247282 w 4210198"/>
              <a:gd name="connsiteY31" fmla="*/ 1628712 h 2591524"/>
              <a:gd name="connsiteX32" fmla="*/ 1182988 w 4210198"/>
              <a:gd name="connsiteY32" fmla="*/ 1574133 h 2591524"/>
              <a:gd name="connsiteX33" fmla="*/ 957341 w 4210198"/>
              <a:gd name="connsiteY33" fmla="*/ 1348105 h 2591524"/>
              <a:gd name="connsiteX34" fmla="*/ 868568 w 4210198"/>
              <a:gd name="connsiteY34" fmla="*/ 1240758 h 2591524"/>
              <a:gd name="connsiteX35" fmla="*/ 868282 w 4210198"/>
              <a:gd name="connsiteY35" fmla="*/ 1239711 h 2591524"/>
              <a:gd name="connsiteX36" fmla="*/ 845041 w 4210198"/>
              <a:gd name="connsiteY36" fmla="*/ 1207897 h 2591524"/>
              <a:gd name="connsiteX37" fmla="*/ 800845 w 4210198"/>
              <a:gd name="connsiteY37" fmla="*/ 1144270 h 2591524"/>
              <a:gd name="connsiteX38" fmla="*/ 665400 w 4210198"/>
              <a:gd name="connsiteY38" fmla="*/ 917575 h 2591524"/>
              <a:gd name="connsiteX39" fmla="*/ 602154 w 4210198"/>
              <a:gd name="connsiteY39" fmla="*/ 789178 h 2591524"/>
              <a:gd name="connsiteX40" fmla="*/ 575769 w 4210198"/>
              <a:gd name="connsiteY40" fmla="*/ 729552 h 2591524"/>
              <a:gd name="connsiteX41" fmla="*/ 580246 w 4210198"/>
              <a:gd name="connsiteY41" fmla="*/ 739743 h 2591524"/>
              <a:gd name="connsiteX42" fmla="*/ 566435 w 4210198"/>
              <a:gd name="connsiteY42" fmla="*/ 705168 h 2591524"/>
              <a:gd name="connsiteX43" fmla="*/ 492426 w 4210198"/>
              <a:gd name="connsiteY43" fmla="*/ 489331 h 2591524"/>
              <a:gd name="connsiteX44" fmla="*/ 417654 w 4210198"/>
              <a:gd name="connsiteY44" fmla="*/ 157480 h 2591524"/>
              <a:gd name="connsiteX45" fmla="*/ 153621 w 4210198"/>
              <a:gd name="connsiteY45" fmla="*/ 8033 h 2591524"/>
              <a:gd name="connsiteX46" fmla="*/ 3984 w 4210198"/>
              <a:gd name="connsiteY46" fmla="*/ 271685 h 2591524"/>
              <a:gd name="connsiteX47" fmla="*/ 3984 w 4210198"/>
              <a:gd name="connsiteY47" fmla="*/ 271685 h 2591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210198" h="2591524">
                <a:moveTo>
                  <a:pt x="3984" y="271685"/>
                </a:moveTo>
                <a:cubicBezTo>
                  <a:pt x="112378" y="957675"/>
                  <a:pt x="488806" y="1584516"/>
                  <a:pt x="1038970" y="2006568"/>
                </a:cubicBezTo>
                <a:cubicBezTo>
                  <a:pt x="1609518" y="2444242"/>
                  <a:pt x="2377709" y="2641124"/>
                  <a:pt x="3089417" y="2580926"/>
                </a:cubicBezTo>
                <a:cubicBezTo>
                  <a:pt x="3419744" y="2553018"/>
                  <a:pt x="3745118" y="2479961"/>
                  <a:pt x="4052680" y="2355755"/>
                </a:cubicBezTo>
                <a:cubicBezTo>
                  <a:pt x="4106496" y="2334038"/>
                  <a:pt x="4150312" y="2309273"/>
                  <a:pt x="4180791" y="2257266"/>
                </a:cubicBezTo>
                <a:cubicBezTo>
                  <a:pt x="4207652" y="2211356"/>
                  <a:pt x="4219082" y="2143633"/>
                  <a:pt x="4202413" y="2092103"/>
                </a:cubicBezTo>
                <a:cubicBezTo>
                  <a:pt x="4170028" y="1991995"/>
                  <a:pt x="4050108" y="1897507"/>
                  <a:pt x="3938761" y="1942465"/>
                </a:cubicBezTo>
                <a:cubicBezTo>
                  <a:pt x="3839701" y="1982470"/>
                  <a:pt x="3738736" y="2017522"/>
                  <a:pt x="3636152" y="2047335"/>
                </a:cubicBezTo>
                <a:cubicBezTo>
                  <a:pt x="3568905" y="2066862"/>
                  <a:pt x="3500992" y="2084197"/>
                  <a:pt x="3432698" y="2099152"/>
                </a:cubicBezTo>
                <a:cubicBezTo>
                  <a:pt x="3394884" y="2107438"/>
                  <a:pt x="3356974" y="2115058"/>
                  <a:pt x="3318874" y="2121916"/>
                </a:cubicBezTo>
                <a:cubicBezTo>
                  <a:pt x="3298967" y="2125536"/>
                  <a:pt x="3279060" y="2128870"/>
                  <a:pt x="3259153" y="2132108"/>
                </a:cubicBezTo>
                <a:cubicBezTo>
                  <a:pt x="3247818" y="2133918"/>
                  <a:pt x="3236483" y="2135728"/>
                  <a:pt x="3225148" y="2137347"/>
                </a:cubicBezTo>
                <a:lnTo>
                  <a:pt x="3211432" y="2139347"/>
                </a:lnTo>
                <a:cubicBezTo>
                  <a:pt x="3187905" y="2142681"/>
                  <a:pt x="3193049" y="2142014"/>
                  <a:pt x="3226672" y="2137442"/>
                </a:cubicBezTo>
                <a:cubicBezTo>
                  <a:pt x="3210480" y="2133918"/>
                  <a:pt x="3186572" y="2142490"/>
                  <a:pt x="3169808" y="2144300"/>
                </a:cubicBezTo>
                <a:cubicBezTo>
                  <a:pt x="3147996" y="2146777"/>
                  <a:pt x="3126183" y="2148967"/>
                  <a:pt x="3104276" y="2150872"/>
                </a:cubicBezTo>
                <a:cubicBezTo>
                  <a:pt x="3056556" y="2155158"/>
                  <a:pt x="3008740" y="2158302"/>
                  <a:pt x="2960829" y="2160207"/>
                </a:cubicBezTo>
                <a:cubicBezTo>
                  <a:pt x="2861674" y="2164303"/>
                  <a:pt x="2762233" y="2163350"/>
                  <a:pt x="2663173" y="2157159"/>
                </a:cubicBezTo>
                <a:cubicBezTo>
                  <a:pt x="2615072" y="2154206"/>
                  <a:pt x="2567066" y="2150015"/>
                  <a:pt x="2519250" y="2144586"/>
                </a:cubicBezTo>
                <a:cubicBezTo>
                  <a:pt x="2517917" y="2144395"/>
                  <a:pt x="2461338" y="2137823"/>
                  <a:pt x="2495914" y="2142014"/>
                </a:cubicBezTo>
                <a:cubicBezTo>
                  <a:pt x="2530490" y="2146205"/>
                  <a:pt x="2473340" y="2138680"/>
                  <a:pt x="2472197" y="2138490"/>
                </a:cubicBezTo>
                <a:cubicBezTo>
                  <a:pt x="2442765" y="2134013"/>
                  <a:pt x="2413428" y="2129155"/>
                  <a:pt x="2384091" y="2123726"/>
                </a:cubicBezTo>
                <a:cubicBezTo>
                  <a:pt x="2297985" y="2107915"/>
                  <a:pt x="2212926" y="2087531"/>
                  <a:pt x="2128535" y="2064385"/>
                </a:cubicBezTo>
                <a:cubicBezTo>
                  <a:pt x="2013663" y="2032857"/>
                  <a:pt x="1900411" y="1995996"/>
                  <a:pt x="1790112" y="1950943"/>
                </a:cubicBezTo>
                <a:cubicBezTo>
                  <a:pt x="1782777" y="1947990"/>
                  <a:pt x="1775443" y="1944656"/>
                  <a:pt x="1768109" y="1941798"/>
                </a:cubicBezTo>
                <a:cubicBezTo>
                  <a:pt x="1824783" y="1963325"/>
                  <a:pt x="1793922" y="1952752"/>
                  <a:pt x="1780015" y="1946561"/>
                </a:cubicBezTo>
                <a:cubicBezTo>
                  <a:pt x="1762775" y="1938846"/>
                  <a:pt x="1745439" y="1931226"/>
                  <a:pt x="1728294" y="1923225"/>
                </a:cubicBezTo>
                <a:cubicBezTo>
                  <a:pt x="1692195" y="1906461"/>
                  <a:pt x="1656476" y="1888839"/>
                  <a:pt x="1621233" y="1870456"/>
                </a:cubicBezTo>
                <a:cubicBezTo>
                  <a:pt x="1539509" y="1827784"/>
                  <a:pt x="1460166" y="1780540"/>
                  <a:pt x="1383775" y="1729010"/>
                </a:cubicBezTo>
                <a:cubicBezTo>
                  <a:pt x="1346628" y="1703959"/>
                  <a:pt x="1310718" y="1677480"/>
                  <a:pt x="1274714" y="1651000"/>
                </a:cubicBezTo>
                <a:cubicBezTo>
                  <a:pt x="1247853" y="1631188"/>
                  <a:pt x="1314433" y="1683480"/>
                  <a:pt x="1272999" y="1649476"/>
                </a:cubicBezTo>
                <a:cubicBezTo>
                  <a:pt x="1264427" y="1642523"/>
                  <a:pt x="1255759" y="1635665"/>
                  <a:pt x="1247282" y="1628712"/>
                </a:cubicBezTo>
                <a:cubicBezTo>
                  <a:pt x="1225565" y="1610900"/>
                  <a:pt x="1204134" y="1592707"/>
                  <a:pt x="1182988" y="1574133"/>
                </a:cubicBezTo>
                <a:cubicBezTo>
                  <a:pt x="1102978" y="1503839"/>
                  <a:pt x="1027540" y="1428306"/>
                  <a:pt x="957341" y="1348105"/>
                </a:cubicBezTo>
                <a:cubicBezTo>
                  <a:pt x="926956" y="1313339"/>
                  <a:pt x="895809" y="1278096"/>
                  <a:pt x="868568" y="1240758"/>
                </a:cubicBezTo>
                <a:cubicBezTo>
                  <a:pt x="897429" y="1280287"/>
                  <a:pt x="875616" y="1249521"/>
                  <a:pt x="868282" y="1239711"/>
                </a:cubicBezTo>
                <a:cubicBezTo>
                  <a:pt x="860472" y="1229138"/>
                  <a:pt x="852661" y="1218565"/>
                  <a:pt x="845041" y="1207897"/>
                </a:cubicBezTo>
                <a:cubicBezTo>
                  <a:pt x="829992" y="1186942"/>
                  <a:pt x="815228" y="1165701"/>
                  <a:pt x="800845" y="1144270"/>
                </a:cubicBezTo>
                <a:cubicBezTo>
                  <a:pt x="751696" y="1071213"/>
                  <a:pt x="706548" y="995490"/>
                  <a:pt x="665400" y="917575"/>
                </a:cubicBezTo>
                <a:cubicBezTo>
                  <a:pt x="643111" y="875379"/>
                  <a:pt x="622061" y="832517"/>
                  <a:pt x="602154" y="789178"/>
                </a:cubicBezTo>
                <a:cubicBezTo>
                  <a:pt x="593105" y="769461"/>
                  <a:pt x="584437" y="749459"/>
                  <a:pt x="575769" y="729552"/>
                </a:cubicBezTo>
                <a:cubicBezTo>
                  <a:pt x="563768" y="702024"/>
                  <a:pt x="596439" y="780891"/>
                  <a:pt x="580246" y="739743"/>
                </a:cubicBezTo>
                <a:cubicBezTo>
                  <a:pt x="575674" y="728218"/>
                  <a:pt x="570912" y="716693"/>
                  <a:pt x="566435" y="705168"/>
                </a:cubicBezTo>
                <a:cubicBezTo>
                  <a:pt x="538717" y="634302"/>
                  <a:pt x="513952" y="562293"/>
                  <a:pt x="492426" y="489331"/>
                </a:cubicBezTo>
                <a:cubicBezTo>
                  <a:pt x="460326" y="380460"/>
                  <a:pt x="435371" y="269589"/>
                  <a:pt x="417654" y="157480"/>
                </a:cubicBezTo>
                <a:cubicBezTo>
                  <a:pt x="399747" y="46704"/>
                  <a:pt x="255158" y="-24828"/>
                  <a:pt x="153621" y="8033"/>
                </a:cubicBezTo>
                <a:cubicBezTo>
                  <a:pt x="32940" y="47085"/>
                  <a:pt x="-14876" y="152718"/>
                  <a:pt x="3984" y="271685"/>
                </a:cubicBezTo>
                <a:lnTo>
                  <a:pt x="3984" y="271685"/>
                </a:lnTo>
                <a:close/>
              </a:path>
            </a:pathLst>
          </a:custGeom>
          <a:gradFill>
            <a:gsLst>
              <a:gs pos="33000">
                <a:srgbClr val="93A3F1">
                  <a:alpha val="25000"/>
                </a:srgbClr>
              </a:gs>
              <a:gs pos="0">
                <a:srgbClr val="D4EEF7">
                  <a:alpha val="6000"/>
                </a:srgbClr>
              </a:gs>
              <a:gs pos="100000">
                <a:srgbClr val="464AEA">
                  <a:alpha val="13000"/>
                </a:srgbClr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F3D0965-EA02-F5ED-A2D7-2C5DA2342B9A}"/>
              </a:ext>
            </a:extLst>
          </p:cNvPr>
          <p:cNvGrpSpPr/>
          <p:nvPr/>
        </p:nvGrpSpPr>
        <p:grpSpPr>
          <a:xfrm>
            <a:off x="-7943441" y="-1035128"/>
            <a:ext cx="10704134" cy="7689566"/>
            <a:chOff x="-7943441" y="-1035128"/>
            <a:chExt cx="10704134" cy="7689566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90B6860-C2C2-8990-00A7-535E4AD349FC}"/>
                </a:ext>
              </a:extLst>
            </p:cNvPr>
            <p:cNvSpPr/>
            <p:nvPr/>
          </p:nvSpPr>
          <p:spPr>
            <a:xfrm rot="19981037" flipH="1">
              <a:off x="-806621" y="-1035128"/>
              <a:ext cx="3567314" cy="2070257"/>
            </a:xfrm>
            <a:custGeom>
              <a:avLst/>
              <a:gdLst>
                <a:gd name="connsiteX0" fmla="*/ 103919 w 3567314"/>
                <a:gd name="connsiteY0" fmla="*/ 1720095 h 2070257"/>
                <a:gd name="connsiteX1" fmla="*/ 1623157 w 3567314"/>
                <a:gd name="connsiteY1" fmla="*/ 2059851 h 2070257"/>
                <a:gd name="connsiteX2" fmla="*/ 2521460 w 3567314"/>
                <a:gd name="connsiteY2" fmla="*/ 1804010 h 2070257"/>
                <a:gd name="connsiteX3" fmla="*/ 3269744 w 3567314"/>
                <a:gd name="connsiteY3" fmla="*/ 1134879 h 2070257"/>
                <a:gd name="connsiteX4" fmla="*/ 3567019 w 3567314"/>
                <a:gd name="connsiteY4" fmla="*/ 214478 h 2070257"/>
                <a:gd name="connsiteX5" fmla="*/ 3352706 w 3567314"/>
                <a:gd name="connsiteY5" fmla="*/ 165 h 2070257"/>
                <a:gd name="connsiteX6" fmla="*/ 3138394 w 3567314"/>
                <a:gd name="connsiteY6" fmla="*/ 214478 h 2070257"/>
                <a:gd name="connsiteX7" fmla="*/ 3132869 w 3567314"/>
                <a:gd name="connsiteY7" fmla="*/ 284772 h 2070257"/>
                <a:gd name="connsiteX8" fmla="*/ 3128773 w 3567314"/>
                <a:gd name="connsiteY8" fmla="*/ 322015 h 2070257"/>
                <a:gd name="connsiteX9" fmla="*/ 3131917 w 3567314"/>
                <a:gd name="connsiteY9" fmla="*/ 299155 h 2070257"/>
                <a:gd name="connsiteX10" fmla="*/ 3128393 w 3567314"/>
                <a:gd name="connsiteY10" fmla="*/ 322872 h 2070257"/>
                <a:gd name="connsiteX11" fmla="*/ 3082006 w 3567314"/>
                <a:gd name="connsiteY11" fmla="*/ 530422 h 2070257"/>
                <a:gd name="connsiteX12" fmla="*/ 3047621 w 3567314"/>
                <a:gd name="connsiteY12" fmla="*/ 635102 h 2070257"/>
                <a:gd name="connsiteX13" fmla="*/ 3036000 w 3567314"/>
                <a:gd name="connsiteY13" fmla="*/ 665963 h 2070257"/>
                <a:gd name="connsiteX14" fmla="*/ 3032952 w 3567314"/>
                <a:gd name="connsiteY14" fmla="*/ 673678 h 2070257"/>
                <a:gd name="connsiteX15" fmla="*/ 3030856 w 3567314"/>
                <a:gd name="connsiteY15" fmla="*/ 679393 h 2070257"/>
                <a:gd name="connsiteX16" fmla="*/ 3028094 w 3567314"/>
                <a:gd name="connsiteY16" fmla="*/ 685394 h 2070257"/>
                <a:gd name="connsiteX17" fmla="*/ 3009711 w 3567314"/>
                <a:gd name="connsiteY17" fmla="*/ 725304 h 2070257"/>
                <a:gd name="connsiteX18" fmla="*/ 2926844 w 3567314"/>
                <a:gd name="connsiteY18" fmla="*/ 877132 h 2070257"/>
                <a:gd name="connsiteX19" fmla="*/ 2855596 w 3567314"/>
                <a:gd name="connsiteY19" fmla="*/ 980478 h 2070257"/>
                <a:gd name="connsiteX20" fmla="*/ 2857978 w 3567314"/>
                <a:gd name="connsiteY20" fmla="*/ 977335 h 2070257"/>
                <a:gd name="connsiteX21" fmla="*/ 2830641 w 3567314"/>
                <a:gd name="connsiteY21" fmla="*/ 1010863 h 2070257"/>
                <a:gd name="connsiteX22" fmla="*/ 2757203 w 3567314"/>
                <a:gd name="connsiteY22" fmla="*/ 1093350 h 2070257"/>
                <a:gd name="connsiteX23" fmla="*/ 2577847 w 3567314"/>
                <a:gd name="connsiteY23" fmla="*/ 1259942 h 2070257"/>
                <a:gd name="connsiteX24" fmla="*/ 2549654 w 3567314"/>
                <a:gd name="connsiteY24" fmla="*/ 1282421 h 2070257"/>
                <a:gd name="connsiteX25" fmla="*/ 2550892 w 3567314"/>
                <a:gd name="connsiteY25" fmla="*/ 1280897 h 2070257"/>
                <a:gd name="connsiteX26" fmla="*/ 2502124 w 3567314"/>
                <a:gd name="connsiteY26" fmla="*/ 1315568 h 2070257"/>
                <a:gd name="connsiteX27" fmla="*/ 2389824 w 3567314"/>
                <a:gd name="connsiteY27" fmla="*/ 1387101 h 2070257"/>
                <a:gd name="connsiteX28" fmla="*/ 2178750 w 3567314"/>
                <a:gd name="connsiteY28" fmla="*/ 1494257 h 2070257"/>
                <a:gd name="connsiteX29" fmla="*/ 2188084 w 3567314"/>
                <a:gd name="connsiteY29" fmla="*/ 1490161 h 2070257"/>
                <a:gd name="connsiteX30" fmla="*/ 2167225 w 3567314"/>
                <a:gd name="connsiteY30" fmla="*/ 1498543 h 2070257"/>
                <a:gd name="connsiteX31" fmla="*/ 2112075 w 3567314"/>
                <a:gd name="connsiteY31" fmla="*/ 1519308 h 2070257"/>
                <a:gd name="connsiteX32" fmla="*/ 2010348 w 3567314"/>
                <a:gd name="connsiteY32" fmla="*/ 1553026 h 2070257"/>
                <a:gd name="connsiteX33" fmla="*/ 1810132 w 3567314"/>
                <a:gd name="connsiteY33" fmla="*/ 1603318 h 2070257"/>
                <a:gd name="connsiteX34" fmla="*/ 1725741 w 3567314"/>
                <a:gd name="connsiteY34" fmla="*/ 1618653 h 2070257"/>
                <a:gd name="connsiteX35" fmla="*/ 1679545 w 3567314"/>
                <a:gd name="connsiteY35" fmla="*/ 1625702 h 2070257"/>
                <a:gd name="connsiteX36" fmla="*/ 1685545 w 3567314"/>
                <a:gd name="connsiteY36" fmla="*/ 1624940 h 2070257"/>
                <a:gd name="connsiteX37" fmla="*/ 1681069 w 3567314"/>
                <a:gd name="connsiteY37" fmla="*/ 1625226 h 2070257"/>
                <a:gd name="connsiteX38" fmla="*/ 1415131 w 3567314"/>
                <a:gd name="connsiteY38" fmla="*/ 1641418 h 2070257"/>
                <a:gd name="connsiteX39" fmla="*/ 1273970 w 3567314"/>
                <a:gd name="connsiteY39" fmla="*/ 1638561 h 2070257"/>
                <a:gd name="connsiteX40" fmla="*/ 1146907 w 3567314"/>
                <a:gd name="connsiteY40" fmla="*/ 1628750 h 2070257"/>
                <a:gd name="connsiteX41" fmla="*/ 1122237 w 3567314"/>
                <a:gd name="connsiteY41" fmla="*/ 1625988 h 2070257"/>
                <a:gd name="connsiteX42" fmla="*/ 1110045 w 3567314"/>
                <a:gd name="connsiteY42" fmla="*/ 1624654 h 2070257"/>
                <a:gd name="connsiteX43" fmla="*/ 1106425 w 3567314"/>
                <a:gd name="connsiteY43" fmla="*/ 1623987 h 2070257"/>
                <a:gd name="connsiteX44" fmla="*/ 1066992 w 3567314"/>
                <a:gd name="connsiteY44" fmla="*/ 1617701 h 2070257"/>
                <a:gd name="connsiteX45" fmla="*/ 600362 w 3567314"/>
                <a:gd name="connsiteY45" fmla="*/ 1488256 h 2070257"/>
                <a:gd name="connsiteX46" fmla="*/ 549022 w 3567314"/>
                <a:gd name="connsiteY46" fmla="*/ 1467492 h 2070257"/>
                <a:gd name="connsiteX47" fmla="*/ 572835 w 3567314"/>
                <a:gd name="connsiteY47" fmla="*/ 1477398 h 2070257"/>
                <a:gd name="connsiteX48" fmla="*/ 546260 w 3567314"/>
                <a:gd name="connsiteY48" fmla="*/ 1465682 h 2070257"/>
                <a:gd name="connsiteX49" fmla="*/ 462154 w 3567314"/>
                <a:gd name="connsiteY49" fmla="*/ 1426058 h 2070257"/>
                <a:gd name="connsiteX50" fmla="*/ 320327 w 3567314"/>
                <a:gd name="connsiteY50" fmla="*/ 1349953 h 2070257"/>
                <a:gd name="connsiteX51" fmla="*/ 27148 w 3567314"/>
                <a:gd name="connsiteY51" fmla="*/ 1426820 h 2070257"/>
                <a:gd name="connsiteX52" fmla="*/ 104014 w 3567314"/>
                <a:gd name="connsiteY52" fmla="*/ 1719999 h 2070257"/>
                <a:gd name="connsiteX53" fmla="*/ 104014 w 3567314"/>
                <a:gd name="connsiteY53" fmla="*/ 1719999 h 207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567314" h="2070257">
                  <a:moveTo>
                    <a:pt x="103919" y="1720095"/>
                  </a:moveTo>
                  <a:cubicBezTo>
                    <a:pt x="561024" y="1984413"/>
                    <a:pt x="1096615" y="2108619"/>
                    <a:pt x="1623157" y="2059851"/>
                  </a:cubicBezTo>
                  <a:cubicBezTo>
                    <a:pt x="1937101" y="2030705"/>
                    <a:pt x="2240948" y="1950314"/>
                    <a:pt x="2521460" y="1804010"/>
                  </a:cubicBezTo>
                  <a:cubicBezTo>
                    <a:pt x="2820830" y="1647800"/>
                    <a:pt x="3080291" y="1414152"/>
                    <a:pt x="3269744" y="1134879"/>
                  </a:cubicBezTo>
                  <a:cubicBezTo>
                    <a:pt x="3452909" y="864845"/>
                    <a:pt x="3547493" y="538233"/>
                    <a:pt x="3567019" y="214478"/>
                  </a:cubicBezTo>
                  <a:cubicBezTo>
                    <a:pt x="3573781" y="102369"/>
                    <a:pt x="3463577" y="-4788"/>
                    <a:pt x="3352706" y="165"/>
                  </a:cubicBezTo>
                  <a:cubicBezTo>
                    <a:pt x="3230786" y="5595"/>
                    <a:pt x="3145633" y="94368"/>
                    <a:pt x="3138394" y="214478"/>
                  </a:cubicBezTo>
                  <a:cubicBezTo>
                    <a:pt x="3136965" y="237909"/>
                    <a:pt x="3135155" y="261341"/>
                    <a:pt x="3132869" y="284772"/>
                  </a:cubicBezTo>
                  <a:cubicBezTo>
                    <a:pt x="3131631" y="297250"/>
                    <a:pt x="3130107" y="309633"/>
                    <a:pt x="3128773" y="322015"/>
                  </a:cubicBezTo>
                  <a:cubicBezTo>
                    <a:pt x="3127059" y="337065"/>
                    <a:pt x="3119534" y="358401"/>
                    <a:pt x="3131917" y="299155"/>
                  </a:cubicBezTo>
                  <a:cubicBezTo>
                    <a:pt x="3130297" y="306966"/>
                    <a:pt x="3129631" y="315062"/>
                    <a:pt x="3128393" y="322872"/>
                  </a:cubicBezTo>
                  <a:cubicBezTo>
                    <a:pt x="3117344" y="392976"/>
                    <a:pt x="3101818" y="462318"/>
                    <a:pt x="3082006" y="530422"/>
                  </a:cubicBezTo>
                  <a:cubicBezTo>
                    <a:pt x="3071719" y="565665"/>
                    <a:pt x="3060289" y="600621"/>
                    <a:pt x="3047621" y="635102"/>
                  </a:cubicBezTo>
                  <a:cubicBezTo>
                    <a:pt x="3043811" y="645389"/>
                    <a:pt x="3040001" y="655676"/>
                    <a:pt x="3036000" y="665963"/>
                  </a:cubicBezTo>
                  <a:lnTo>
                    <a:pt x="3032952" y="673678"/>
                  </a:lnTo>
                  <a:cubicBezTo>
                    <a:pt x="3025237" y="692538"/>
                    <a:pt x="3024570" y="694443"/>
                    <a:pt x="3030856" y="679393"/>
                  </a:cubicBezTo>
                  <a:cubicBezTo>
                    <a:pt x="3044096" y="667296"/>
                    <a:pt x="3033143" y="674345"/>
                    <a:pt x="3028094" y="685394"/>
                  </a:cubicBezTo>
                  <a:cubicBezTo>
                    <a:pt x="3021998" y="698729"/>
                    <a:pt x="3015997" y="712064"/>
                    <a:pt x="3009711" y="725304"/>
                  </a:cubicBezTo>
                  <a:cubicBezTo>
                    <a:pt x="2984851" y="777310"/>
                    <a:pt x="2957419" y="828269"/>
                    <a:pt x="2926844" y="877132"/>
                  </a:cubicBezTo>
                  <a:cubicBezTo>
                    <a:pt x="2904555" y="912660"/>
                    <a:pt x="2880362" y="946665"/>
                    <a:pt x="2855596" y="980478"/>
                  </a:cubicBezTo>
                  <a:cubicBezTo>
                    <a:pt x="2834927" y="1008672"/>
                    <a:pt x="2887029" y="941426"/>
                    <a:pt x="2857978" y="977335"/>
                  </a:cubicBezTo>
                  <a:cubicBezTo>
                    <a:pt x="2848929" y="988575"/>
                    <a:pt x="2839880" y="999814"/>
                    <a:pt x="2830641" y="1010863"/>
                  </a:cubicBezTo>
                  <a:cubicBezTo>
                    <a:pt x="2807019" y="1039057"/>
                    <a:pt x="2782540" y="1066584"/>
                    <a:pt x="2757203" y="1093350"/>
                  </a:cubicBezTo>
                  <a:cubicBezTo>
                    <a:pt x="2701101" y="1152690"/>
                    <a:pt x="2641189" y="1208412"/>
                    <a:pt x="2577847" y="1259942"/>
                  </a:cubicBezTo>
                  <a:cubicBezTo>
                    <a:pt x="2568608" y="1267467"/>
                    <a:pt x="2559274" y="1275182"/>
                    <a:pt x="2549654" y="1282421"/>
                  </a:cubicBezTo>
                  <a:cubicBezTo>
                    <a:pt x="2555749" y="1277849"/>
                    <a:pt x="2582705" y="1258037"/>
                    <a:pt x="2550892" y="1280897"/>
                  </a:cubicBezTo>
                  <a:cubicBezTo>
                    <a:pt x="2534699" y="1292517"/>
                    <a:pt x="2518602" y="1304328"/>
                    <a:pt x="2502124" y="1315568"/>
                  </a:cubicBezTo>
                  <a:cubicBezTo>
                    <a:pt x="2465548" y="1340714"/>
                    <a:pt x="2428114" y="1364622"/>
                    <a:pt x="2389824" y="1387101"/>
                  </a:cubicBezTo>
                  <a:cubicBezTo>
                    <a:pt x="2321625" y="1427201"/>
                    <a:pt x="2250950" y="1461872"/>
                    <a:pt x="2178750" y="1494257"/>
                  </a:cubicBezTo>
                  <a:cubicBezTo>
                    <a:pt x="2151508" y="1506449"/>
                    <a:pt x="2215802" y="1479588"/>
                    <a:pt x="2188084" y="1490161"/>
                  </a:cubicBezTo>
                  <a:cubicBezTo>
                    <a:pt x="2181131" y="1492828"/>
                    <a:pt x="2174178" y="1495781"/>
                    <a:pt x="2167225" y="1498543"/>
                  </a:cubicBezTo>
                  <a:cubicBezTo>
                    <a:pt x="2148937" y="1505782"/>
                    <a:pt x="2130554" y="1512640"/>
                    <a:pt x="2112075" y="1519308"/>
                  </a:cubicBezTo>
                  <a:cubicBezTo>
                    <a:pt x="2078452" y="1531404"/>
                    <a:pt x="2044543" y="1542644"/>
                    <a:pt x="2010348" y="1553026"/>
                  </a:cubicBezTo>
                  <a:cubicBezTo>
                    <a:pt x="1944435" y="1572933"/>
                    <a:pt x="1877665" y="1589697"/>
                    <a:pt x="1810132" y="1603318"/>
                  </a:cubicBezTo>
                  <a:cubicBezTo>
                    <a:pt x="1782129" y="1608938"/>
                    <a:pt x="1753935" y="1614081"/>
                    <a:pt x="1725741" y="1618653"/>
                  </a:cubicBezTo>
                  <a:cubicBezTo>
                    <a:pt x="1710310" y="1621130"/>
                    <a:pt x="1694975" y="1623416"/>
                    <a:pt x="1679545" y="1625702"/>
                  </a:cubicBezTo>
                  <a:cubicBezTo>
                    <a:pt x="1671829" y="1626845"/>
                    <a:pt x="1650112" y="1629893"/>
                    <a:pt x="1685545" y="1624940"/>
                  </a:cubicBezTo>
                  <a:cubicBezTo>
                    <a:pt x="1724598" y="1619511"/>
                    <a:pt x="1690117" y="1624178"/>
                    <a:pt x="1681069" y="1625226"/>
                  </a:cubicBezTo>
                  <a:cubicBezTo>
                    <a:pt x="1592772" y="1635608"/>
                    <a:pt x="1503999" y="1640942"/>
                    <a:pt x="1415131" y="1641418"/>
                  </a:cubicBezTo>
                  <a:cubicBezTo>
                    <a:pt x="1368077" y="1641704"/>
                    <a:pt x="1320928" y="1640942"/>
                    <a:pt x="1273970" y="1638561"/>
                  </a:cubicBezTo>
                  <a:cubicBezTo>
                    <a:pt x="1231489" y="1636465"/>
                    <a:pt x="1189102" y="1633227"/>
                    <a:pt x="1146907" y="1628750"/>
                  </a:cubicBezTo>
                  <a:cubicBezTo>
                    <a:pt x="1138620" y="1627893"/>
                    <a:pt x="1130428" y="1626940"/>
                    <a:pt x="1122237" y="1625988"/>
                  </a:cubicBezTo>
                  <a:cubicBezTo>
                    <a:pt x="1114617" y="1625130"/>
                    <a:pt x="1078993" y="1620749"/>
                    <a:pt x="1110045" y="1624654"/>
                  </a:cubicBezTo>
                  <a:cubicBezTo>
                    <a:pt x="1139191" y="1628274"/>
                    <a:pt x="1111664" y="1624845"/>
                    <a:pt x="1106425" y="1623987"/>
                  </a:cubicBezTo>
                  <a:cubicBezTo>
                    <a:pt x="1093281" y="1621892"/>
                    <a:pt x="1080136" y="1619892"/>
                    <a:pt x="1066992" y="1617701"/>
                  </a:cubicBezTo>
                  <a:cubicBezTo>
                    <a:pt x="907543" y="1591031"/>
                    <a:pt x="750952" y="1547311"/>
                    <a:pt x="600362" y="1488256"/>
                  </a:cubicBezTo>
                  <a:cubicBezTo>
                    <a:pt x="583217" y="1481493"/>
                    <a:pt x="566358" y="1473873"/>
                    <a:pt x="549022" y="1467492"/>
                  </a:cubicBezTo>
                  <a:cubicBezTo>
                    <a:pt x="546451" y="1466539"/>
                    <a:pt x="593790" y="1487208"/>
                    <a:pt x="572835" y="1477398"/>
                  </a:cubicBezTo>
                  <a:cubicBezTo>
                    <a:pt x="564072" y="1473302"/>
                    <a:pt x="555118" y="1469682"/>
                    <a:pt x="546260" y="1465682"/>
                  </a:cubicBezTo>
                  <a:cubicBezTo>
                    <a:pt x="517971" y="1453014"/>
                    <a:pt x="489967" y="1439774"/>
                    <a:pt x="462154" y="1426058"/>
                  </a:cubicBezTo>
                  <a:cubicBezTo>
                    <a:pt x="414053" y="1402245"/>
                    <a:pt x="366809" y="1376814"/>
                    <a:pt x="320327" y="1349953"/>
                  </a:cubicBezTo>
                  <a:cubicBezTo>
                    <a:pt x="223267" y="1293851"/>
                    <a:pt x="81345" y="1324236"/>
                    <a:pt x="27148" y="1426820"/>
                  </a:cubicBezTo>
                  <a:cubicBezTo>
                    <a:pt x="-26954" y="1529118"/>
                    <a:pt x="382" y="1660087"/>
                    <a:pt x="104014" y="1719999"/>
                  </a:cubicBezTo>
                  <a:lnTo>
                    <a:pt x="104014" y="1719999"/>
                  </a:lnTo>
                  <a:close/>
                </a:path>
              </a:pathLst>
            </a:custGeom>
            <a:gradFill>
              <a:gsLst>
                <a:gs pos="0">
                  <a:srgbClr val="D4EEF7">
                    <a:alpha val="4000"/>
                  </a:srgbClr>
                </a:gs>
                <a:gs pos="50000">
                  <a:srgbClr val="8386F1">
                    <a:alpha val="24000"/>
                  </a:srgbClr>
                </a:gs>
                <a:gs pos="100000">
                  <a:srgbClr val="8386F1">
                    <a:alpha val="45000"/>
                  </a:srgbClr>
                </a:gs>
              </a:gsLst>
              <a:lin ang="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509FD44-1341-EFB1-2E4E-F2D3D45F63E6}"/>
                </a:ext>
              </a:extLst>
            </p:cNvPr>
            <p:cNvSpPr/>
            <p:nvPr/>
          </p:nvSpPr>
          <p:spPr>
            <a:xfrm rot="19981037" flipH="1">
              <a:off x="-7943441" y="816509"/>
              <a:ext cx="10425086" cy="5837929"/>
            </a:xfrm>
            <a:custGeom>
              <a:avLst/>
              <a:gdLst>
                <a:gd name="connsiteX0" fmla="*/ 10410361 w 10425086"/>
                <a:gd name="connsiteY0" fmla="*/ 5086420 h 5837929"/>
                <a:gd name="connsiteX1" fmla="*/ 10133470 w 10425086"/>
                <a:gd name="connsiteY1" fmla="*/ 4963262 h 5837929"/>
                <a:gd name="connsiteX2" fmla="*/ 9657601 w 10425086"/>
                <a:gd name="connsiteY2" fmla="*/ 5104327 h 5837929"/>
                <a:gd name="connsiteX3" fmla="*/ 9549111 w 10425086"/>
                <a:gd name="connsiteY3" fmla="*/ 5132616 h 5837929"/>
                <a:gd name="connsiteX4" fmla="*/ 9487008 w 10425086"/>
                <a:gd name="connsiteY4" fmla="*/ 5148238 h 5837929"/>
                <a:gd name="connsiteX5" fmla="*/ 9479960 w 10425086"/>
                <a:gd name="connsiteY5" fmla="*/ 5150333 h 5837929"/>
                <a:gd name="connsiteX6" fmla="*/ 9462529 w 10425086"/>
                <a:gd name="connsiteY6" fmla="*/ 5154143 h 5837929"/>
                <a:gd name="connsiteX7" fmla="*/ 9220403 w 10425086"/>
                <a:gd name="connsiteY7" fmla="*/ 5208436 h 5837929"/>
                <a:gd name="connsiteX8" fmla="*/ 8247901 w 10425086"/>
                <a:gd name="connsiteY8" fmla="*/ 5360836 h 5837929"/>
                <a:gd name="connsiteX9" fmla="*/ 7264731 w 10425086"/>
                <a:gd name="connsiteY9" fmla="*/ 5411889 h 5837929"/>
                <a:gd name="connsiteX10" fmla="*/ 7144620 w 10425086"/>
                <a:gd name="connsiteY10" fmla="*/ 5411127 h 5837929"/>
                <a:gd name="connsiteX11" fmla="*/ 7103186 w 10425086"/>
                <a:gd name="connsiteY11" fmla="*/ 5410461 h 5837929"/>
                <a:gd name="connsiteX12" fmla="*/ 7064134 w 10425086"/>
                <a:gd name="connsiteY12" fmla="*/ 5409508 h 5837929"/>
                <a:gd name="connsiteX13" fmla="*/ 6816103 w 10425086"/>
                <a:gd name="connsiteY13" fmla="*/ 5399602 h 5837929"/>
                <a:gd name="connsiteX14" fmla="*/ 6321279 w 10425086"/>
                <a:gd name="connsiteY14" fmla="*/ 5360359 h 5837929"/>
                <a:gd name="connsiteX15" fmla="*/ 5231905 w 10425086"/>
                <a:gd name="connsiteY15" fmla="*/ 5179670 h 5837929"/>
                <a:gd name="connsiteX16" fmla="*/ 5206568 w 10425086"/>
                <a:gd name="connsiteY16" fmla="*/ 5176146 h 5837929"/>
                <a:gd name="connsiteX17" fmla="*/ 4761275 w 10425086"/>
                <a:gd name="connsiteY17" fmla="*/ 5056416 h 5837929"/>
                <a:gd name="connsiteX18" fmla="*/ 4289216 w 10425086"/>
                <a:gd name="connsiteY18" fmla="*/ 4903064 h 5837929"/>
                <a:gd name="connsiteX19" fmla="*/ 4056329 w 10425086"/>
                <a:gd name="connsiteY19" fmla="*/ 4817148 h 5837929"/>
                <a:gd name="connsiteX20" fmla="*/ 4019849 w 10425086"/>
                <a:gd name="connsiteY20" fmla="*/ 4803052 h 5837929"/>
                <a:gd name="connsiteX21" fmla="*/ 3981367 w 10425086"/>
                <a:gd name="connsiteY21" fmla="*/ 4787812 h 5837929"/>
                <a:gd name="connsiteX22" fmla="*/ 3870116 w 10425086"/>
                <a:gd name="connsiteY22" fmla="*/ 4742472 h 5837929"/>
                <a:gd name="connsiteX23" fmla="*/ 2981528 w 10425086"/>
                <a:gd name="connsiteY23" fmla="*/ 4318610 h 5837929"/>
                <a:gd name="connsiteX24" fmla="*/ 2141614 w 10425086"/>
                <a:gd name="connsiteY24" fmla="*/ 3805212 h 5837929"/>
                <a:gd name="connsiteX25" fmla="*/ 1938731 w 10425086"/>
                <a:gd name="connsiteY25" fmla="*/ 3662242 h 5837929"/>
                <a:gd name="connsiteX26" fmla="*/ 1924063 w 10425086"/>
                <a:gd name="connsiteY26" fmla="*/ 3652051 h 5837929"/>
                <a:gd name="connsiteX27" fmla="*/ 1918348 w 10425086"/>
                <a:gd name="connsiteY27" fmla="*/ 3647383 h 5837929"/>
                <a:gd name="connsiteX28" fmla="*/ 1866913 w 10425086"/>
                <a:gd name="connsiteY28" fmla="*/ 3609188 h 5837929"/>
                <a:gd name="connsiteX29" fmla="*/ 1823669 w 10425086"/>
                <a:gd name="connsiteY29" fmla="*/ 3576422 h 5837929"/>
                <a:gd name="connsiteX30" fmla="*/ 1823669 w 10425086"/>
                <a:gd name="connsiteY30" fmla="*/ 3571850 h 5837929"/>
                <a:gd name="connsiteX31" fmla="*/ 1269124 w 10425086"/>
                <a:gd name="connsiteY31" fmla="*/ 3006732 h 5837929"/>
                <a:gd name="connsiteX32" fmla="*/ 1196162 w 10425086"/>
                <a:gd name="connsiteY32" fmla="*/ 2916530 h 5837929"/>
                <a:gd name="connsiteX33" fmla="*/ 1195972 w 10425086"/>
                <a:gd name="connsiteY33" fmla="*/ 2916339 h 5837929"/>
                <a:gd name="connsiteX34" fmla="*/ 1179684 w 10425086"/>
                <a:gd name="connsiteY34" fmla="*/ 2894908 h 5837929"/>
                <a:gd name="connsiteX35" fmla="*/ 1137488 w 10425086"/>
                <a:gd name="connsiteY35" fmla="*/ 2837663 h 5837929"/>
                <a:gd name="connsiteX36" fmla="*/ 975658 w 10425086"/>
                <a:gd name="connsiteY36" fmla="*/ 2594490 h 5837929"/>
                <a:gd name="connsiteX37" fmla="*/ 783158 w 10425086"/>
                <a:gd name="connsiteY37" fmla="*/ 2237112 h 5837929"/>
                <a:gd name="connsiteX38" fmla="*/ 759155 w 10425086"/>
                <a:gd name="connsiteY38" fmla="*/ 2184057 h 5837929"/>
                <a:gd name="connsiteX39" fmla="*/ 747059 w 10425086"/>
                <a:gd name="connsiteY39" fmla="*/ 2156340 h 5837929"/>
                <a:gd name="connsiteX40" fmla="*/ 680764 w 10425086"/>
                <a:gd name="connsiteY40" fmla="*/ 1984509 h 5837929"/>
                <a:gd name="connsiteX41" fmla="*/ 540938 w 10425086"/>
                <a:gd name="connsiteY41" fmla="*/ 1513307 h 5837929"/>
                <a:gd name="connsiteX42" fmla="*/ 475787 w 10425086"/>
                <a:gd name="connsiteY42" fmla="*/ 1184694 h 5837929"/>
                <a:gd name="connsiteX43" fmla="*/ 464928 w 10425086"/>
                <a:gd name="connsiteY43" fmla="*/ 1115352 h 5837929"/>
                <a:gd name="connsiteX44" fmla="*/ 462737 w 10425086"/>
                <a:gd name="connsiteY44" fmla="*/ 1096969 h 5837929"/>
                <a:gd name="connsiteX45" fmla="*/ 456451 w 10425086"/>
                <a:gd name="connsiteY45" fmla="*/ 1044391 h 5837929"/>
                <a:gd name="connsiteX46" fmla="*/ 439020 w 10425086"/>
                <a:gd name="connsiteY46" fmla="*/ 853891 h 5837929"/>
                <a:gd name="connsiteX47" fmla="*/ 440925 w 10425086"/>
                <a:gd name="connsiteY47" fmla="*/ 214478 h 5837929"/>
                <a:gd name="connsiteX48" fmla="*/ 226708 w 10425086"/>
                <a:gd name="connsiteY48" fmla="*/ 165 h 5837929"/>
                <a:gd name="connsiteX49" fmla="*/ 12395 w 10425086"/>
                <a:gd name="connsiteY49" fmla="*/ 214478 h 5837929"/>
                <a:gd name="connsiteX50" fmla="*/ 386251 w 10425086"/>
                <a:gd name="connsiteY50" fmla="*/ 2393607 h 5837929"/>
                <a:gd name="connsiteX51" fmla="*/ 1564304 w 10425086"/>
                <a:gd name="connsiteY51" fmla="*/ 3907320 h 5837929"/>
                <a:gd name="connsiteX52" fmla="*/ 1823669 w 10425086"/>
                <a:gd name="connsiteY52" fmla="*/ 4109631 h 5837929"/>
                <a:gd name="connsiteX53" fmla="*/ 1823669 w 10425086"/>
                <a:gd name="connsiteY53" fmla="*/ 4103345 h 5837929"/>
                <a:gd name="connsiteX54" fmla="*/ 2020837 w 10425086"/>
                <a:gd name="connsiteY54" fmla="*/ 4238886 h 5837929"/>
                <a:gd name="connsiteX55" fmla="*/ 3781724 w 10425086"/>
                <a:gd name="connsiteY55" fmla="*/ 5166145 h 5837929"/>
                <a:gd name="connsiteX56" fmla="*/ 5047406 w 10425086"/>
                <a:gd name="connsiteY56" fmla="*/ 5577815 h 5837929"/>
                <a:gd name="connsiteX57" fmla="*/ 7183768 w 10425086"/>
                <a:gd name="connsiteY57" fmla="*/ 5837086 h 5837929"/>
                <a:gd name="connsiteX58" fmla="*/ 9165539 w 10425086"/>
                <a:gd name="connsiteY58" fmla="*/ 5655348 h 5837929"/>
                <a:gd name="connsiteX59" fmla="*/ 10287203 w 10425086"/>
                <a:gd name="connsiteY59" fmla="*/ 5363217 h 5837929"/>
                <a:gd name="connsiteX60" fmla="*/ 10410361 w 10425086"/>
                <a:gd name="connsiteY60" fmla="*/ 5086325 h 58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0425086" h="5837929">
                  <a:moveTo>
                    <a:pt x="10410361" y="5086420"/>
                  </a:moveTo>
                  <a:cubicBezTo>
                    <a:pt x="10362070" y="4975264"/>
                    <a:pt x="10247484" y="4926210"/>
                    <a:pt x="10133470" y="4963262"/>
                  </a:cubicBezTo>
                  <a:cubicBezTo>
                    <a:pt x="9976117" y="5014411"/>
                    <a:pt x="9817430" y="5061560"/>
                    <a:pt x="9657601" y="5104327"/>
                  </a:cubicBezTo>
                  <a:cubicBezTo>
                    <a:pt x="9621501" y="5113948"/>
                    <a:pt x="9585401" y="5123377"/>
                    <a:pt x="9549111" y="5132616"/>
                  </a:cubicBezTo>
                  <a:cubicBezTo>
                    <a:pt x="9528442" y="5137855"/>
                    <a:pt x="9507678" y="5142999"/>
                    <a:pt x="9487008" y="5148238"/>
                  </a:cubicBezTo>
                  <a:cubicBezTo>
                    <a:pt x="9484913" y="5148714"/>
                    <a:pt x="9482436" y="5149571"/>
                    <a:pt x="9479960" y="5150333"/>
                  </a:cubicBezTo>
                  <a:cubicBezTo>
                    <a:pt x="9474054" y="5151666"/>
                    <a:pt x="9468149" y="5152714"/>
                    <a:pt x="9462529" y="5154143"/>
                  </a:cubicBezTo>
                  <a:cubicBezTo>
                    <a:pt x="9382042" y="5173288"/>
                    <a:pt x="9301270" y="5191481"/>
                    <a:pt x="9220403" y="5208436"/>
                  </a:cubicBezTo>
                  <a:cubicBezTo>
                    <a:pt x="8899125" y="5276063"/>
                    <a:pt x="8574417" y="5326927"/>
                    <a:pt x="8247901" y="5360836"/>
                  </a:cubicBezTo>
                  <a:cubicBezTo>
                    <a:pt x="7921384" y="5394745"/>
                    <a:pt x="7593057" y="5411794"/>
                    <a:pt x="7264731" y="5411889"/>
                  </a:cubicBezTo>
                  <a:cubicBezTo>
                    <a:pt x="7224725" y="5411889"/>
                    <a:pt x="7184625" y="5411699"/>
                    <a:pt x="7144620" y="5411127"/>
                  </a:cubicBezTo>
                  <a:cubicBezTo>
                    <a:pt x="7139096" y="5411127"/>
                    <a:pt x="7112616" y="5410651"/>
                    <a:pt x="7103186" y="5410461"/>
                  </a:cubicBezTo>
                  <a:cubicBezTo>
                    <a:pt x="7090137" y="5410175"/>
                    <a:pt x="7077088" y="5409889"/>
                    <a:pt x="7064134" y="5409508"/>
                  </a:cubicBezTo>
                  <a:cubicBezTo>
                    <a:pt x="6981457" y="5407318"/>
                    <a:pt x="6898780" y="5403984"/>
                    <a:pt x="6816103" y="5399602"/>
                  </a:cubicBezTo>
                  <a:cubicBezTo>
                    <a:pt x="6650844" y="5390839"/>
                    <a:pt x="6485871" y="5377790"/>
                    <a:pt x="6321279" y="5360359"/>
                  </a:cubicBezTo>
                  <a:cubicBezTo>
                    <a:pt x="5954948" y="5321593"/>
                    <a:pt x="5591093" y="5261109"/>
                    <a:pt x="5231905" y="5179670"/>
                  </a:cubicBezTo>
                  <a:cubicBezTo>
                    <a:pt x="5223523" y="5177765"/>
                    <a:pt x="5215046" y="5176622"/>
                    <a:pt x="5206568" y="5176146"/>
                  </a:cubicBezTo>
                  <a:cubicBezTo>
                    <a:pt x="5057216" y="5139855"/>
                    <a:pt x="4908627" y="5100041"/>
                    <a:pt x="4761275" y="5056416"/>
                  </a:cubicBezTo>
                  <a:cubicBezTo>
                    <a:pt x="4602588" y="5009458"/>
                    <a:pt x="4445235" y="4958309"/>
                    <a:pt x="4289216" y="4903064"/>
                  </a:cubicBezTo>
                  <a:cubicBezTo>
                    <a:pt x="4211206" y="4875441"/>
                    <a:pt x="4133577" y="4846771"/>
                    <a:pt x="4056329" y="4817148"/>
                  </a:cubicBezTo>
                  <a:cubicBezTo>
                    <a:pt x="4044137" y="4812481"/>
                    <a:pt x="4032041" y="4807719"/>
                    <a:pt x="4019849" y="4803052"/>
                  </a:cubicBezTo>
                  <a:cubicBezTo>
                    <a:pt x="4011085" y="4799527"/>
                    <a:pt x="3986416" y="4789812"/>
                    <a:pt x="3981367" y="4787812"/>
                  </a:cubicBezTo>
                  <a:cubicBezTo>
                    <a:pt x="3944220" y="4772953"/>
                    <a:pt x="3907168" y="4757808"/>
                    <a:pt x="3870116" y="4742472"/>
                  </a:cubicBezTo>
                  <a:cubicBezTo>
                    <a:pt x="3566935" y="4616647"/>
                    <a:pt x="3270231" y="4475106"/>
                    <a:pt x="2981528" y="4318610"/>
                  </a:cubicBezTo>
                  <a:cubicBezTo>
                    <a:pt x="2692921" y="4162114"/>
                    <a:pt x="2412410" y="3990760"/>
                    <a:pt x="2141614" y="3805212"/>
                  </a:cubicBezTo>
                  <a:cubicBezTo>
                    <a:pt x="2073415" y="3758445"/>
                    <a:pt x="2005787" y="3710820"/>
                    <a:pt x="1938731" y="3662242"/>
                  </a:cubicBezTo>
                  <a:cubicBezTo>
                    <a:pt x="1933969" y="3658813"/>
                    <a:pt x="1928921" y="3655479"/>
                    <a:pt x="1924063" y="3652051"/>
                  </a:cubicBezTo>
                  <a:cubicBezTo>
                    <a:pt x="1922063" y="3650336"/>
                    <a:pt x="1920062" y="3648621"/>
                    <a:pt x="1918348" y="3647383"/>
                  </a:cubicBezTo>
                  <a:cubicBezTo>
                    <a:pt x="1901203" y="3634715"/>
                    <a:pt x="1884058" y="3621952"/>
                    <a:pt x="1866913" y="3609188"/>
                  </a:cubicBezTo>
                  <a:cubicBezTo>
                    <a:pt x="1852435" y="3598329"/>
                    <a:pt x="1838052" y="3587376"/>
                    <a:pt x="1823669" y="3576422"/>
                  </a:cubicBezTo>
                  <a:lnTo>
                    <a:pt x="1823669" y="3571850"/>
                  </a:lnTo>
                  <a:cubicBezTo>
                    <a:pt x="1621930" y="3402210"/>
                    <a:pt x="1436192" y="3206947"/>
                    <a:pt x="1269124" y="3006732"/>
                  </a:cubicBezTo>
                  <a:cubicBezTo>
                    <a:pt x="1244359" y="2977014"/>
                    <a:pt x="1220261" y="2946819"/>
                    <a:pt x="1196162" y="2916530"/>
                  </a:cubicBezTo>
                  <a:cubicBezTo>
                    <a:pt x="1196162" y="2916530"/>
                    <a:pt x="1196067" y="2916435"/>
                    <a:pt x="1195972" y="2916339"/>
                  </a:cubicBezTo>
                  <a:cubicBezTo>
                    <a:pt x="1190542" y="2909196"/>
                    <a:pt x="1185113" y="2902052"/>
                    <a:pt x="1179684" y="2894908"/>
                  </a:cubicBezTo>
                  <a:cubicBezTo>
                    <a:pt x="1165492" y="2875953"/>
                    <a:pt x="1151395" y="2856903"/>
                    <a:pt x="1137488" y="2837663"/>
                  </a:cubicBezTo>
                  <a:cubicBezTo>
                    <a:pt x="1080433" y="2758701"/>
                    <a:pt x="1026427" y="2677548"/>
                    <a:pt x="975658" y="2594490"/>
                  </a:cubicBezTo>
                  <a:cubicBezTo>
                    <a:pt x="905173" y="2479047"/>
                    <a:pt x="840118" y="2359889"/>
                    <a:pt x="783158" y="2237112"/>
                  </a:cubicBezTo>
                  <a:cubicBezTo>
                    <a:pt x="774967" y="2219490"/>
                    <a:pt x="766966" y="2201774"/>
                    <a:pt x="759155" y="2184057"/>
                  </a:cubicBezTo>
                  <a:cubicBezTo>
                    <a:pt x="755059" y="2174818"/>
                    <a:pt x="751059" y="2165579"/>
                    <a:pt x="747059" y="2156340"/>
                  </a:cubicBezTo>
                  <a:cubicBezTo>
                    <a:pt x="723817" y="2099475"/>
                    <a:pt x="701529" y="2042325"/>
                    <a:pt x="680764" y="1984509"/>
                  </a:cubicBezTo>
                  <a:cubicBezTo>
                    <a:pt x="625234" y="1830299"/>
                    <a:pt x="578752" y="1672755"/>
                    <a:pt x="540938" y="1513307"/>
                  </a:cubicBezTo>
                  <a:cubicBezTo>
                    <a:pt x="515125" y="1404627"/>
                    <a:pt x="493408" y="1294994"/>
                    <a:pt x="475787" y="1184694"/>
                  </a:cubicBezTo>
                  <a:cubicBezTo>
                    <a:pt x="472072" y="1161644"/>
                    <a:pt x="468167" y="1138593"/>
                    <a:pt x="464928" y="1115352"/>
                  </a:cubicBezTo>
                  <a:cubicBezTo>
                    <a:pt x="465023" y="1115829"/>
                    <a:pt x="464547" y="1111447"/>
                    <a:pt x="462737" y="1096969"/>
                  </a:cubicBezTo>
                  <a:cubicBezTo>
                    <a:pt x="460642" y="1079443"/>
                    <a:pt x="458451" y="1061917"/>
                    <a:pt x="456451" y="1044391"/>
                  </a:cubicBezTo>
                  <a:cubicBezTo>
                    <a:pt x="449212" y="981050"/>
                    <a:pt x="443401" y="917518"/>
                    <a:pt x="439020" y="853891"/>
                  </a:cubicBezTo>
                  <a:cubicBezTo>
                    <a:pt x="424161" y="641007"/>
                    <a:pt x="425113" y="427266"/>
                    <a:pt x="440925" y="214478"/>
                  </a:cubicBezTo>
                  <a:cubicBezTo>
                    <a:pt x="449307" y="102369"/>
                    <a:pt x="336531" y="-4788"/>
                    <a:pt x="226708" y="165"/>
                  </a:cubicBezTo>
                  <a:cubicBezTo>
                    <a:pt x="103454" y="5690"/>
                    <a:pt x="21349" y="94463"/>
                    <a:pt x="12395" y="214478"/>
                  </a:cubicBezTo>
                  <a:cubicBezTo>
                    <a:pt x="-42755" y="956666"/>
                    <a:pt x="86881" y="1712475"/>
                    <a:pt x="386251" y="2393607"/>
                  </a:cubicBezTo>
                  <a:cubicBezTo>
                    <a:pt x="644474" y="2981300"/>
                    <a:pt x="1073385" y="3497841"/>
                    <a:pt x="1564304" y="3907320"/>
                  </a:cubicBezTo>
                  <a:cubicBezTo>
                    <a:pt x="1648600" y="3977615"/>
                    <a:pt x="1735087" y="4045147"/>
                    <a:pt x="1823669" y="4109631"/>
                  </a:cubicBezTo>
                  <a:lnTo>
                    <a:pt x="1823669" y="4103345"/>
                  </a:lnTo>
                  <a:cubicBezTo>
                    <a:pt x="1888915" y="4149255"/>
                    <a:pt x="1954543" y="4194499"/>
                    <a:pt x="2020837" y="4238886"/>
                  </a:cubicBezTo>
                  <a:cubicBezTo>
                    <a:pt x="2573191" y="4608456"/>
                    <a:pt x="3164504" y="4919638"/>
                    <a:pt x="3781724" y="5166145"/>
                  </a:cubicBezTo>
                  <a:cubicBezTo>
                    <a:pt x="4194728" y="5331118"/>
                    <a:pt x="4618019" y="5465801"/>
                    <a:pt x="5047406" y="5577815"/>
                  </a:cubicBezTo>
                  <a:cubicBezTo>
                    <a:pt x="5709870" y="5750694"/>
                    <a:pt x="6722758" y="5830989"/>
                    <a:pt x="7183768" y="5837086"/>
                  </a:cubicBezTo>
                  <a:cubicBezTo>
                    <a:pt x="7848327" y="5845944"/>
                    <a:pt x="8513743" y="5785079"/>
                    <a:pt x="9165539" y="5655348"/>
                  </a:cubicBezTo>
                  <a:cubicBezTo>
                    <a:pt x="9544539" y="5579911"/>
                    <a:pt x="9919634" y="5482660"/>
                    <a:pt x="10287203" y="5363217"/>
                  </a:cubicBezTo>
                  <a:cubicBezTo>
                    <a:pt x="10394169" y="5328450"/>
                    <a:pt x="10454843" y="5188719"/>
                    <a:pt x="10410361" y="5086325"/>
                  </a:cubicBezTo>
                  <a:close/>
                </a:path>
              </a:pathLst>
            </a:custGeom>
            <a:gradFill>
              <a:gsLst>
                <a:gs pos="39440">
                  <a:srgbClr val="8386F1">
                    <a:alpha val="37000"/>
                  </a:srgbClr>
                </a:gs>
                <a:gs pos="0">
                  <a:srgbClr val="C0C1F8">
                    <a:alpha val="13000"/>
                  </a:srgbClr>
                </a:gs>
                <a:gs pos="100000">
                  <a:srgbClr val="8386F1">
                    <a:alpha val="37000"/>
                  </a:srgbClr>
                </a:gs>
              </a:gsLst>
              <a:lin ang="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0" name="TextBox 6">
            <a:extLst>
              <a:ext uri="{FF2B5EF4-FFF2-40B4-BE49-F238E27FC236}">
                <a16:creationId xmlns:a16="http://schemas.microsoft.com/office/drawing/2014/main" id="{30A1CCF4-E8D2-D614-10F5-7359D12F6865}"/>
              </a:ext>
            </a:extLst>
          </p:cNvPr>
          <p:cNvSpPr txBox="1"/>
          <p:nvPr/>
        </p:nvSpPr>
        <p:spPr>
          <a:xfrm>
            <a:off x="9758364" y="5745659"/>
            <a:ext cx="2324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900"/>
              </a:spcAft>
            </a:pPr>
            <a:r>
              <a:rPr lang="en-US" sz="16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Project ||||||||||</a:t>
            </a:r>
            <a:r>
              <a:rPr lang="en-US" sz="26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br>
              <a:rPr lang="en-US" sz="26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US" sz="26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Raspberry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A40A41-1314-2A50-0981-507EA9C4E11C}"/>
              </a:ext>
            </a:extLst>
          </p:cNvPr>
          <p:cNvSpPr txBox="1"/>
          <p:nvPr/>
        </p:nvSpPr>
        <p:spPr>
          <a:xfrm>
            <a:off x="2946262" y="1718755"/>
            <a:ext cx="659535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900"/>
              </a:spcAft>
            </a:pPr>
            <a:r>
              <a:rPr lang="en-US" sz="40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Blended Physical </a:t>
            </a:r>
          </a:p>
          <a:p>
            <a:pPr algn="ctr">
              <a:spcAft>
                <a:spcPts val="900"/>
              </a:spcAft>
            </a:pPr>
            <a:r>
              <a:rPr lang="en-US" sz="40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+</a:t>
            </a:r>
          </a:p>
          <a:p>
            <a:pPr algn="ctr">
              <a:spcAft>
                <a:spcPts val="900"/>
              </a:spcAft>
            </a:pPr>
            <a:r>
              <a:rPr lang="en-US" sz="40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Digital Learning Solution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31BE4F-D6C8-4C43-991C-669B24D20D9E}"/>
              </a:ext>
            </a:extLst>
          </p:cNvPr>
          <p:cNvSpPr txBox="1"/>
          <p:nvPr/>
        </p:nvSpPr>
        <p:spPr>
          <a:xfrm>
            <a:off x="536304" y="4070266"/>
            <a:ext cx="11535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Full stack | Curriculum-led | Proprietary content and platform</a:t>
            </a:r>
          </a:p>
        </p:txBody>
      </p:sp>
    </p:spTree>
    <p:extLst>
      <p:ext uri="{BB962C8B-B14F-4D97-AF65-F5344CB8AC3E}">
        <p14:creationId xmlns:p14="http://schemas.microsoft.com/office/powerpoint/2010/main" val="3433557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A4829-191B-E9B5-3AAD-2EBFA7C16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1A3908B-B3F3-E4EB-DC73-F8BF396575FC}"/>
              </a:ext>
            </a:extLst>
          </p:cNvPr>
          <p:cNvSpPr txBox="1"/>
          <p:nvPr/>
        </p:nvSpPr>
        <p:spPr>
          <a:xfrm>
            <a:off x="292434" y="214311"/>
            <a:ext cx="4374153" cy="58665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>
                <a:solidFill>
                  <a:srgbClr val="5259F1"/>
                </a:solidFill>
                <a:latin typeface="Poppins" pitchFamily="2" charset="77"/>
                <a:cs typeface="Poppins" pitchFamily="2" charset="77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</a:pPr>
            <a:r>
              <a:rPr lang="en-US" sz="2400" dirty="0">
                <a:latin typeface="Poppins Medium" panose="00000600000000000000" pitchFamily="2" charset="0"/>
                <a:cs typeface="Poppins Medium" panose="00000600000000000000" pitchFamily="2" charset="0"/>
              </a:rPr>
              <a:t>Executive Summary</a:t>
            </a:r>
          </a:p>
        </p:txBody>
      </p:sp>
      <p:sp>
        <p:nvSpPr>
          <p:cNvPr id="21" name="Rectangle: Rounded Corners 7">
            <a:extLst>
              <a:ext uri="{FF2B5EF4-FFF2-40B4-BE49-F238E27FC236}">
                <a16:creationId xmlns:a16="http://schemas.microsoft.com/office/drawing/2014/main" id="{8F7E0B28-80B7-DA47-76A1-5BD91E41AB7D}"/>
              </a:ext>
            </a:extLst>
          </p:cNvPr>
          <p:cNvSpPr/>
          <p:nvPr/>
        </p:nvSpPr>
        <p:spPr>
          <a:xfrm>
            <a:off x="6759303" y="382862"/>
            <a:ext cx="5025205" cy="2823264"/>
          </a:xfrm>
          <a:prstGeom prst="roundRect">
            <a:avLst>
              <a:gd name="adj" fmla="val 219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66882A-0EE5-C156-0DCC-FE2F4252290B}"/>
              </a:ext>
            </a:extLst>
          </p:cNvPr>
          <p:cNvSpPr txBox="1"/>
          <p:nvPr/>
        </p:nvSpPr>
        <p:spPr>
          <a:xfrm>
            <a:off x="350455" y="1136947"/>
            <a:ext cx="6392305" cy="10161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IN" sz="1100" dirty="0">
                <a:latin typeface="Poppins Light"/>
                <a:cs typeface="Poppins Light"/>
              </a:rPr>
              <a:t>Raspberry is a B2B/B2G EdTech company delivering a </a:t>
            </a:r>
            <a:r>
              <a:rPr lang="en-IN" sz="1100" dirty="0">
                <a:solidFill>
                  <a:srgbClr val="464AEA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curriculum-led, </a:t>
            </a:r>
            <a:br>
              <a:rPr lang="en-IN" sz="1100" dirty="0">
                <a:solidFill>
                  <a:srgbClr val="464AEA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IN" sz="1100" dirty="0">
                <a:solidFill>
                  <a:srgbClr val="464AEA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full-stack solution</a:t>
            </a:r>
            <a:r>
              <a:rPr lang="en-IN" sz="1100" dirty="0">
                <a:solidFill>
                  <a:srgbClr val="000000"/>
                </a:solidFill>
                <a:latin typeface="Poppins Light"/>
                <a:cs typeface="Poppins Light"/>
              </a:rPr>
              <a:t> that powers </a:t>
            </a:r>
            <a:r>
              <a:rPr lang="en-IN" sz="1100" dirty="0">
                <a:latin typeface="Poppins Light"/>
                <a:cs typeface="Poppins Light"/>
              </a:rPr>
              <a:t>both digital-only and blended (</a:t>
            </a:r>
            <a:r>
              <a:rPr lang="en-IN" sz="1100" dirty="0">
                <a:solidFill>
                  <a:srgbClr val="464AEA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print +digital</a:t>
            </a:r>
            <a:r>
              <a:rPr lang="en-IN" sz="1100" dirty="0">
                <a:latin typeface="Poppins Light"/>
                <a:cs typeface="Poppins Light"/>
              </a:rPr>
              <a:t>) education. Offering includes </a:t>
            </a:r>
            <a:r>
              <a:rPr lang="en-IN" sz="1100" b="1" dirty="0">
                <a:solidFill>
                  <a:srgbClr val="464AEA"/>
                </a:solidFill>
                <a:latin typeface="Poppins Light"/>
                <a:cs typeface="Poppins Light"/>
              </a:rPr>
              <a:t>proprietary content and platform IP</a:t>
            </a:r>
            <a:r>
              <a:rPr lang="en-IN" sz="1100" dirty="0">
                <a:latin typeface="Poppins Light"/>
                <a:cs typeface="Poppins Light"/>
              </a:rPr>
              <a:t> with interactive learning apps, assessments, and simulations—engineered to drive measurable outcomes in K–12 education across diverse global markets.</a:t>
            </a:r>
            <a:endParaRPr lang="en-US" sz="11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22B150-82CD-4242-1686-B665E9082018}"/>
              </a:ext>
            </a:extLst>
          </p:cNvPr>
          <p:cNvSpPr txBox="1"/>
          <p:nvPr/>
        </p:nvSpPr>
        <p:spPr>
          <a:xfrm>
            <a:off x="331601" y="772228"/>
            <a:ext cx="3236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Poppins Medium" panose="00000600000000000000" pitchFamily="2" charset="0"/>
                <a:ea typeface="Roboto Medium"/>
                <a:cs typeface="Poppins Medium" panose="00000600000000000000" pitchFamily="2" charset="0"/>
              </a:rPr>
              <a:t>Business Overview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3F3049-3FC2-B347-3F54-10A98E34A266}"/>
              </a:ext>
            </a:extLst>
          </p:cNvPr>
          <p:cNvSpPr txBox="1"/>
          <p:nvPr/>
        </p:nvSpPr>
        <p:spPr>
          <a:xfrm>
            <a:off x="350455" y="3445609"/>
            <a:ext cx="17093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Poppins Medium" panose="00000600000000000000" pitchFamily="2" charset="0"/>
                <a:ea typeface="Roboto Medium"/>
                <a:cs typeface="Poppins Medium" panose="00000600000000000000" pitchFamily="2" charset="0"/>
              </a:rPr>
              <a:t>Key Facts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7B32359-411A-5F55-1027-7F77CFB561EC}"/>
              </a:ext>
            </a:extLst>
          </p:cNvPr>
          <p:cNvSpPr/>
          <p:nvPr/>
        </p:nvSpPr>
        <p:spPr>
          <a:xfrm>
            <a:off x="331601" y="3881197"/>
            <a:ext cx="6266991" cy="2317279"/>
          </a:xfrm>
          <a:prstGeom prst="roundRect">
            <a:avLst>
              <a:gd name="adj" fmla="val 2355"/>
            </a:avLst>
          </a:prstGeom>
          <a:solidFill>
            <a:srgbClr val="C9CBFB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5">
            <a:extLst>
              <a:ext uri="{FF2B5EF4-FFF2-40B4-BE49-F238E27FC236}">
                <a16:creationId xmlns:a16="http://schemas.microsoft.com/office/drawing/2014/main" id="{196F8845-EDDE-88CD-F88B-6336C60F48B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732780" y="4094239"/>
            <a:ext cx="1752799" cy="36535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IN" sz="1100">
                <a:latin typeface="Poppins" panose="00000500000000000000" pitchFamily="2" charset="0"/>
                <a:cs typeface="Poppins" panose="00000500000000000000" pitchFamily="2" charset="0"/>
              </a:rPr>
              <a:t> India </a:t>
            </a:r>
            <a:r>
              <a:rPr lang="en-IN" sz="1100">
                <a:latin typeface="Poppins Light" panose="00000400000000000000" pitchFamily="2" charset="0"/>
                <a:cs typeface="Poppins Light" panose="00000400000000000000" pitchFamily="2" charset="0"/>
              </a:rPr>
              <a:t>Headquarters </a:t>
            </a:r>
            <a:br>
              <a:rPr lang="en-IN" sz="1100"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IN" sz="1100">
                <a:latin typeface="Poppins Light" panose="00000400000000000000" pitchFamily="2" charset="0"/>
                <a:cs typeface="Poppins Light" panose="00000400000000000000" pitchFamily="2" charset="0"/>
              </a:rPr>
              <a:t>with US Subsidiary</a:t>
            </a:r>
          </a:p>
        </p:txBody>
      </p:sp>
      <p:sp>
        <p:nvSpPr>
          <p:cNvPr id="39" name="Rectangle 5">
            <a:extLst>
              <a:ext uri="{FF2B5EF4-FFF2-40B4-BE49-F238E27FC236}">
                <a16:creationId xmlns:a16="http://schemas.microsoft.com/office/drawing/2014/main" id="{4233D17F-4261-6E17-729C-09C98C62CD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952249" y="4797089"/>
            <a:ext cx="1143751" cy="35548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~112</a:t>
            </a:r>
          </a:p>
          <a:p>
            <a:pPr algn="ctr">
              <a:defRPr/>
            </a:pPr>
            <a:r>
              <a:rPr lang="en-IN" sz="1100" dirty="0">
                <a:latin typeface="Poppins Light" panose="00000400000000000000" pitchFamily="2" charset="0"/>
                <a:cs typeface="Poppins Light" panose="00000400000000000000" pitchFamily="2" charset="0"/>
              </a:rPr>
              <a:t>Schools</a:t>
            </a:r>
          </a:p>
        </p:txBody>
      </p:sp>
      <p:sp>
        <p:nvSpPr>
          <p:cNvPr id="40" name="Rectangle 5">
            <a:extLst>
              <a:ext uri="{FF2B5EF4-FFF2-40B4-BE49-F238E27FC236}">
                <a16:creationId xmlns:a16="http://schemas.microsoft.com/office/drawing/2014/main" id="{6FAC435E-A26B-B6E1-66E2-CE14547C574A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18067" y="4094239"/>
            <a:ext cx="735369" cy="36535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IN" sz="1100">
                <a:latin typeface="Poppins" panose="00000500000000000000" pitchFamily="2" charset="0"/>
                <a:cs typeface="Poppins" panose="00000500000000000000" pitchFamily="2" charset="0"/>
              </a:rPr>
              <a:t>2012</a:t>
            </a:r>
          </a:p>
          <a:p>
            <a:pPr algn="ctr">
              <a:lnSpc>
                <a:spcPct val="110000"/>
              </a:lnSpc>
              <a:defRPr/>
            </a:pPr>
            <a:r>
              <a:rPr lang="en-IN" sz="1100">
                <a:latin typeface="Poppins Light" panose="00000400000000000000" pitchFamily="2" charset="0"/>
                <a:cs typeface="Poppins Light" panose="00000400000000000000" pitchFamily="2" charset="0"/>
              </a:rPr>
              <a:t>Founded</a:t>
            </a:r>
            <a:endParaRPr lang="en-IN" sz="1100" baseline="3000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2" name="Rectangle 5">
            <a:extLst>
              <a:ext uri="{FF2B5EF4-FFF2-40B4-BE49-F238E27FC236}">
                <a16:creationId xmlns:a16="http://schemas.microsoft.com/office/drawing/2014/main" id="{CC0CBFD9-89B0-53DF-7F2D-0562208E57A3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9650" y="4804889"/>
            <a:ext cx="2099917" cy="34907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IN" sz="1100" dirty="0">
                <a:latin typeface="Poppins"/>
                <a:cs typeface="Poppins"/>
              </a:rPr>
              <a:t>Regions Served Presently</a:t>
            </a:r>
          </a:p>
          <a:p>
            <a:pPr algn="ctr">
              <a:lnSpc>
                <a:spcPct val="110000"/>
              </a:lnSpc>
              <a:defRPr/>
            </a:pPr>
            <a:r>
              <a:rPr lang="en-IN" sz="1000" dirty="0">
                <a:latin typeface="Poppins Light"/>
                <a:cs typeface="Poppins Light"/>
              </a:rPr>
              <a:t>India and </a:t>
            </a:r>
            <a:r>
              <a:rPr lang="en-IN" sz="1000" dirty="0" err="1">
                <a:latin typeface="Poppins Light"/>
                <a:cs typeface="Poppins Light"/>
              </a:rPr>
              <a:t>LatAm</a:t>
            </a:r>
            <a:r>
              <a:rPr lang="en-IN" sz="1000" dirty="0">
                <a:latin typeface="Poppins Light"/>
                <a:cs typeface="Poppins Light"/>
              </a:rPr>
              <a:t> Caribbean</a:t>
            </a:r>
          </a:p>
        </p:txBody>
      </p:sp>
      <p:sp>
        <p:nvSpPr>
          <p:cNvPr id="44" name="Rectangle 5">
            <a:extLst>
              <a:ext uri="{FF2B5EF4-FFF2-40B4-BE49-F238E27FC236}">
                <a16:creationId xmlns:a16="http://schemas.microsoft.com/office/drawing/2014/main" id="{95D8605F-A0BF-88F0-060B-AF5FE75471AC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96088" y="5557159"/>
            <a:ext cx="1126508" cy="38164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16+</a:t>
            </a:r>
          </a:p>
          <a:p>
            <a:pPr algn="ctr">
              <a:lnSpc>
                <a:spcPct val="110000"/>
              </a:lnSpc>
              <a:defRPr/>
            </a:pPr>
            <a:r>
              <a:rPr lang="en-IN" sz="1200" dirty="0">
                <a:latin typeface="Poppins Light" panose="00000400000000000000" pitchFamily="2" charset="0"/>
                <a:cs typeface="Poppins Light" panose="00000400000000000000" pitchFamily="2" charset="0"/>
              </a:rPr>
              <a:t>Headcount</a:t>
            </a:r>
          </a:p>
        </p:txBody>
      </p:sp>
      <p:sp>
        <p:nvSpPr>
          <p:cNvPr id="63" name="Rectangle 5">
            <a:extLst>
              <a:ext uri="{FF2B5EF4-FFF2-40B4-BE49-F238E27FC236}">
                <a16:creationId xmlns:a16="http://schemas.microsoft.com/office/drawing/2014/main" id="{A3BFF9AF-9F61-4AEC-8F36-23E1FE76298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86301" y="4094239"/>
            <a:ext cx="1897993" cy="36535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2015</a:t>
            </a:r>
          </a:p>
          <a:p>
            <a:pPr algn="ctr">
              <a:lnSpc>
                <a:spcPct val="110000"/>
              </a:lnSpc>
              <a:defRPr/>
            </a:pPr>
            <a:r>
              <a:rPr lang="en-IN" sz="1100" dirty="0">
                <a:latin typeface="Poppins Light" panose="00000400000000000000" pitchFamily="2" charset="0"/>
                <a:cs typeface="Poppins Light" panose="00000400000000000000" pitchFamily="2" charset="0"/>
              </a:rPr>
              <a:t>Commercially Launched</a:t>
            </a:r>
          </a:p>
        </p:txBody>
      </p:sp>
      <p:sp>
        <p:nvSpPr>
          <p:cNvPr id="64" name="Rectangle 5">
            <a:extLst>
              <a:ext uri="{FF2B5EF4-FFF2-40B4-BE49-F238E27FC236}">
                <a16:creationId xmlns:a16="http://schemas.microsoft.com/office/drawing/2014/main" id="{AFC0A510-8FBE-D7D3-5086-B3858DFA364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522524" y="5537470"/>
            <a:ext cx="2099917" cy="36535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Recognized by UN SDG 4</a:t>
            </a:r>
            <a:r>
              <a:rPr lang="en-US" sz="1100" baseline="30000" dirty="0"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  <a:endParaRPr lang="en-IN" sz="1100" baseline="30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IN" sz="1100" dirty="0">
                <a:latin typeface="Poppins Light" panose="00000400000000000000" pitchFamily="2" charset="0"/>
                <a:cs typeface="Poppins Light" panose="00000400000000000000" pitchFamily="2" charset="0"/>
              </a:rPr>
              <a:t>For Quality Education</a:t>
            </a:r>
          </a:p>
        </p:txBody>
      </p:sp>
      <p:sp>
        <p:nvSpPr>
          <p:cNvPr id="66" name="Rectangle 5">
            <a:extLst>
              <a:ext uri="{FF2B5EF4-FFF2-40B4-BE49-F238E27FC236}">
                <a16:creationId xmlns:a16="http://schemas.microsoft.com/office/drawing/2014/main" id="{CC776BD6-E311-57FD-DBAB-AFF7883B3CE2}"/>
              </a:ext>
            </a:extLst>
          </p:cNvPr>
          <p:cNvSpPr>
            <a:spLocks noChangeArrowheads="1"/>
          </p:cNvSpPr>
          <p:nvPr/>
        </p:nvSpPr>
        <p:spPr bwMode="gray">
          <a:xfrm>
            <a:off x="686386" y="5569887"/>
            <a:ext cx="1506447" cy="36535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Proprietary IP</a:t>
            </a:r>
          </a:p>
          <a:p>
            <a:pPr algn="ctr">
              <a:lnSpc>
                <a:spcPct val="110000"/>
              </a:lnSpc>
              <a:defRPr/>
            </a:pPr>
            <a:r>
              <a:rPr lang="en-IN" sz="1100" dirty="0">
                <a:latin typeface="Poppins Light" panose="00000400000000000000" pitchFamily="2" charset="0"/>
                <a:cs typeface="Poppins Light" panose="00000400000000000000" pitchFamily="2" charset="0"/>
              </a:rPr>
              <a:t>Platform &amp; Content </a:t>
            </a:r>
          </a:p>
        </p:txBody>
      </p:sp>
      <p:sp>
        <p:nvSpPr>
          <p:cNvPr id="67" name="Rectangle 5">
            <a:extLst>
              <a:ext uri="{FF2B5EF4-FFF2-40B4-BE49-F238E27FC236}">
                <a16:creationId xmlns:a16="http://schemas.microsoft.com/office/drawing/2014/main" id="{7F6F40D4-5C2D-18BC-8474-FA95BE9E5789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10530" y="4814528"/>
            <a:ext cx="1637023" cy="35548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25K</a:t>
            </a:r>
          </a:p>
          <a:p>
            <a:pPr algn="ctr">
              <a:defRPr/>
            </a:pPr>
            <a:r>
              <a:rPr lang="en-IN" sz="1100" dirty="0">
                <a:latin typeface="Poppins Light" panose="00000400000000000000" pitchFamily="2" charset="0"/>
                <a:cs typeface="Poppins Light" panose="00000400000000000000" pitchFamily="2" charset="0"/>
              </a:rPr>
              <a:t>Students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8C59272-2380-7377-C452-4ED37EFA0339}"/>
              </a:ext>
            </a:extLst>
          </p:cNvPr>
          <p:cNvGrpSpPr/>
          <p:nvPr/>
        </p:nvGrpSpPr>
        <p:grpSpPr>
          <a:xfrm>
            <a:off x="626067" y="4094038"/>
            <a:ext cx="5728009" cy="1888545"/>
            <a:chOff x="765493" y="4094038"/>
            <a:chExt cx="5728009" cy="1888545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763269C2-44B2-44B0-E6DE-CD18FA59F14C}"/>
                </a:ext>
              </a:extLst>
            </p:cNvPr>
            <p:cNvGrpSpPr/>
            <p:nvPr/>
          </p:nvGrpSpPr>
          <p:grpSpPr>
            <a:xfrm>
              <a:off x="2543554" y="4094038"/>
              <a:ext cx="0" cy="1888545"/>
              <a:chOff x="2020293" y="4282388"/>
              <a:chExt cx="0" cy="1888545"/>
            </a:xfrm>
          </p:grpSpPr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1858AC5F-22E0-847A-D7EA-2A18ADAE8BC7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2020293" y="4282388"/>
                <a:ext cx="0" cy="365760"/>
              </a:xfrm>
              <a:prstGeom prst="line">
                <a:avLst/>
              </a:prstGeom>
              <a:ln w="9525">
                <a:solidFill>
                  <a:schemeClr val="bg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C763CAAA-9DAD-6237-08C4-4E5EA0444C8F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2020293" y="5043781"/>
                <a:ext cx="0" cy="365760"/>
              </a:xfrm>
              <a:prstGeom prst="line">
                <a:avLst/>
              </a:prstGeom>
              <a:ln w="9525">
                <a:solidFill>
                  <a:schemeClr val="bg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2CE8F2F2-19A5-4D33-8B55-9F5FCAC1A4F7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2020293" y="5805173"/>
                <a:ext cx="0" cy="365760"/>
              </a:xfrm>
              <a:prstGeom prst="line">
                <a:avLst/>
              </a:prstGeom>
              <a:ln w="9525">
                <a:solidFill>
                  <a:schemeClr val="bg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FAAB5531-FF21-791D-5F9B-8DAC06B360FF}"/>
                </a:ext>
              </a:extLst>
            </p:cNvPr>
            <p:cNvGrpSpPr/>
            <p:nvPr/>
          </p:nvGrpSpPr>
          <p:grpSpPr>
            <a:xfrm>
              <a:off x="765493" y="4094038"/>
              <a:ext cx="5728009" cy="1888545"/>
              <a:chOff x="765493" y="4094038"/>
              <a:chExt cx="5728009" cy="1888545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1157FD3C-4141-925E-A3FC-EFB2D539CAF7}"/>
                  </a:ext>
                </a:extLst>
              </p:cNvPr>
              <p:cNvGrpSpPr/>
              <p:nvPr/>
            </p:nvGrpSpPr>
            <p:grpSpPr>
              <a:xfrm>
                <a:off x="4717602" y="4094038"/>
                <a:ext cx="0" cy="1888545"/>
                <a:chOff x="4256147" y="4282388"/>
                <a:chExt cx="0" cy="1888545"/>
              </a:xfrm>
            </p:grpSpPr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89BA4530-0BBD-44A0-2C28-883C9DEE291B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4256147" y="4282388"/>
                  <a:ext cx="0" cy="365760"/>
                </a:xfrm>
                <a:prstGeom prst="line">
                  <a:avLst/>
                </a:prstGeom>
                <a:ln w="9525">
                  <a:solidFill>
                    <a:schemeClr val="bg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5FDA326D-6DC1-DF54-F0A9-D9B06C837F77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4256147" y="5043781"/>
                  <a:ext cx="0" cy="365760"/>
                </a:xfrm>
                <a:prstGeom prst="line">
                  <a:avLst/>
                </a:prstGeom>
                <a:ln w="9525">
                  <a:solidFill>
                    <a:schemeClr val="bg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1F3B369D-2EE3-9C59-5720-9CD97611EA4D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4256147" y="5805173"/>
                  <a:ext cx="0" cy="365760"/>
                </a:xfrm>
                <a:prstGeom prst="line">
                  <a:avLst/>
                </a:prstGeom>
                <a:ln w="9525">
                  <a:solidFill>
                    <a:schemeClr val="bg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0A9433A3-FCD3-BB86-6D6D-270935CD2BF2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2791228" y="4653042"/>
                <a:ext cx="1554480" cy="0"/>
              </a:xfrm>
              <a:prstGeom prst="line">
                <a:avLst/>
              </a:prstGeom>
              <a:ln w="9525">
                <a:solidFill>
                  <a:schemeClr val="bg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EDABCED2-D2A3-7D6D-F108-057EF1FB5542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2791228" y="5405290"/>
                <a:ext cx="1554480" cy="0"/>
              </a:xfrm>
              <a:prstGeom prst="line">
                <a:avLst/>
              </a:prstGeom>
              <a:ln w="9525">
                <a:solidFill>
                  <a:schemeClr val="bg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523D6F65-B26E-DDA5-D038-FDD15D69738C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4939022" y="4653042"/>
                <a:ext cx="1554480" cy="0"/>
              </a:xfrm>
              <a:prstGeom prst="line">
                <a:avLst/>
              </a:prstGeom>
              <a:ln w="9525">
                <a:solidFill>
                  <a:schemeClr val="bg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CE6C9D99-CEC6-0927-2292-FAE1A7C78618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4939022" y="5405290"/>
                <a:ext cx="1554480" cy="0"/>
              </a:xfrm>
              <a:prstGeom prst="line">
                <a:avLst/>
              </a:prstGeom>
              <a:ln w="9525">
                <a:solidFill>
                  <a:schemeClr val="bg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5A07106B-E011-4E2C-692B-B1727960B2BD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765493" y="4653042"/>
                <a:ext cx="1554480" cy="0"/>
              </a:xfrm>
              <a:prstGeom prst="line">
                <a:avLst/>
              </a:prstGeom>
              <a:ln w="9525">
                <a:solidFill>
                  <a:schemeClr val="bg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2635575C-BB7C-2265-22F0-0BC8963F948A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765493" y="5405290"/>
                <a:ext cx="1554480" cy="0"/>
              </a:xfrm>
              <a:prstGeom prst="line">
                <a:avLst/>
              </a:prstGeom>
              <a:ln w="9525">
                <a:solidFill>
                  <a:schemeClr val="bg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3A9BAC2-6C55-BB4E-58CB-619C8ADE646B}"/>
              </a:ext>
            </a:extLst>
          </p:cNvPr>
          <p:cNvSpPr txBox="1"/>
          <p:nvPr/>
        </p:nvSpPr>
        <p:spPr>
          <a:xfrm rot="16200000">
            <a:off x="6412368" y="4655589"/>
            <a:ext cx="10354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464AEA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Students (‘000)</a:t>
            </a:r>
            <a:endParaRPr lang="en-IN" sz="800" dirty="0">
              <a:solidFill>
                <a:srgbClr val="464AEA"/>
              </a:solidFill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DDCDC9-3765-1FF3-2DBE-52196D61BDCC}"/>
              </a:ext>
            </a:extLst>
          </p:cNvPr>
          <p:cNvSpPr txBox="1"/>
          <p:nvPr/>
        </p:nvSpPr>
        <p:spPr>
          <a:xfrm rot="16200000">
            <a:off x="11194706" y="4647895"/>
            <a:ext cx="8659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rgbClr val="464AEA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Schools (#)</a:t>
            </a:r>
            <a:endParaRPr lang="en-IN" sz="900" dirty="0">
              <a:solidFill>
                <a:srgbClr val="464AEA"/>
              </a:solidFill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1D794C-1ED2-9D0C-3086-D1B5EF367A82}"/>
              </a:ext>
            </a:extLst>
          </p:cNvPr>
          <p:cNvSpPr txBox="1"/>
          <p:nvPr/>
        </p:nvSpPr>
        <p:spPr>
          <a:xfrm rot="16200000">
            <a:off x="11257389" y="1581607"/>
            <a:ext cx="8114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rgbClr val="464AEA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Margin (%)</a:t>
            </a:r>
            <a:endParaRPr lang="en-IN" sz="900" dirty="0">
              <a:solidFill>
                <a:srgbClr val="464AEA"/>
              </a:solidFill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0CDDEA-7DFB-7A2C-972C-9C637D6C54F2}"/>
              </a:ext>
            </a:extLst>
          </p:cNvPr>
          <p:cNvSpPr txBox="1"/>
          <p:nvPr/>
        </p:nvSpPr>
        <p:spPr>
          <a:xfrm>
            <a:off x="3531764" y="2936616"/>
            <a:ext cx="1892807" cy="460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Purpose-built workflows for all stakeholders</a:t>
            </a:r>
            <a:endParaRPr lang="en-IN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BDA2B3-D58F-AEB9-E5DD-D9E7AAFCB476}"/>
              </a:ext>
            </a:extLst>
          </p:cNvPr>
          <p:cNvSpPr txBox="1"/>
          <p:nvPr/>
        </p:nvSpPr>
        <p:spPr>
          <a:xfrm>
            <a:off x="1785739" y="2936616"/>
            <a:ext cx="1709325" cy="460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Seamless in-class </a:t>
            </a:r>
            <a:b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&amp; after class learning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8747027-9CE0-389C-30A7-023F072A70D6}"/>
              </a:ext>
            </a:extLst>
          </p:cNvPr>
          <p:cNvGrpSpPr/>
          <p:nvPr/>
        </p:nvGrpSpPr>
        <p:grpSpPr>
          <a:xfrm>
            <a:off x="551396" y="2366575"/>
            <a:ext cx="1015469" cy="1027730"/>
            <a:chOff x="587972" y="2168450"/>
            <a:chExt cx="1015469" cy="102773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5254169-CFBC-912E-5137-36AACC9C6CF5}"/>
                </a:ext>
              </a:extLst>
            </p:cNvPr>
            <p:cNvSpPr txBox="1"/>
            <p:nvPr/>
          </p:nvSpPr>
          <p:spPr>
            <a:xfrm>
              <a:off x="587972" y="2738491"/>
              <a:ext cx="1015469" cy="4576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100" dirty="0">
                  <a:latin typeface="Poppins" panose="00000500000000000000" pitchFamily="2" charset="0"/>
                  <a:cs typeface="Poppins" panose="00000500000000000000" pitchFamily="2" charset="0"/>
                </a:rPr>
                <a:t>Interactive</a:t>
              </a:r>
            </a:p>
            <a:p>
              <a:pPr algn="ctr">
                <a:lnSpc>
                  <a:spcPct val="110000"/>
                </a:lnSpc>
              </a:pPr>
              <a:r>
                <a:rPr lang="en-US" sz="1100" dirty="0">
                  <a:latin typeface="Poppins" panose="00000500000000000000" pitchFamily="2" charset="0"/>
                  <a:cs typeface="Poppins" panose="00000500000000000000" pitchFamily="2" charset="0"/>
                </a:rPr>
                <a:t>Classrooms</a:t>
              </a:r>
              <a:endParaRPr lang="en-IN" sz="11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D3E5C05B-8BC6-2300-A2C8-A9C0ADE91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7081" y="2168450"/>
              <a:ext cx="648690" cy="471775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81ED698-7F88-C5F8-5E87-1D8AF2923B9E}"/>
              </a:ext>
            </a:extLst>
          </p:cNvPr>
          <p:cNvGrpSpPr/>
          <p:nvPr/>
        </p:nvGrpSpPr>
        <p:grpSpPr>
          <a:xfrm>
            <a:off x="5498137" y="2383541"/>
            <a:ext cx="987442" cy="1010764"/>
            <a:chOff x="5222541" y="2185416"/>
            <a:chExt cx="987442" cy="1010764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84AF897-45AB-67AB-C93A-581DC9B68D41}"/>
                </a:ext>
              </a:extLst>
            </p:cNvPr>
            <p:cNvSpPr txBox="1"/>
            <p:nvPr/>
          </p:nvSpPr>
          <p:spPr>
            <a:xfrm>
              <a:off x="5222541" y="2738491"/>
              <a:ext cx="987442" cy="4576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100" dirty="0">
                  <a:latin typeface="Poppins" panose="00000500000000000000" pitchFamily="2" charset="0"/>
                  <a:cs typeface="Poppins" panose="00000500000000000000" pitchFamily="2" charset="0"/>
                </a:rPr>
                <a:t>Optimized </a:t>
              </a:r>
            </a:p>
            <a:p>
              <a:pPr algn="ctr">
                <a:lnSpc>
                  <a:spcPct val="110000"/>
                </a:lnSpc>
              </a:pPr>
              <a:r>
                <a:rPr lang="en-US" sz="1100" dirty="0">
                  <a:latin typeface="Poppins" panose="00000500000000000000" pitchFamily="2" charset="0"/>
                  <a:cs typeface="Poppins" panose="00000500000000000000" pitchFamily="2" charset="0"/>
                </a:rPr>
                <a:t>School Ops</a:t>
              </a:r>
              <a:endParaRPr lang="en-IN" sz="11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0398059-43F8-4D64-D165-FD7037056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75279" y="2185416"/>
              <a:ext cx="481966" cy="437843"/>
            </a:xfrm>
            <a:prstGeom prst="rect">
              <a:avLst/>
            </a:prstGeom>
          </p:spPr>
        </p:pic>
      </p:grpSp>
      <p:pic>
        <p:nvPicPr>
          <p:cNvPr id="43" name="Graphic 42">
            <a:extLst>
              <a:ext uri="{FF2B5EF4-FFF2-40B4-BE49-F238E27FC236}">
                <a16:creationId xmlns:a16="http://schemas.microsoft.com/office/drawing/2014/main" id="{502FD2E2-7F34-E38E-43FE-87F0B1ED9C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0313" y="2355871"/>
            <a:ext cx="485775" cy="45720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112823FC-1EAB-756C-7B3B-76B2AF51C05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85606" y="2347075"/>
            <a:ext cx="631743" cy="51077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068923C-2612-8AB9-D93F-22EB3ACBF4FB}"/>
              </a:ext>
            </a:extLst>
          </p:cNvPr>
          <p:cNvGrpSpPr/>
          <p:nvPr/>
        </p:nvGrpSpPr>
        <p:grpSpPr>
          <a:xfrm>
            <a:off x="6759303" y="355035"/>
            <a:ext cx="5022670" cy="5861486"/>
            <a:chOff x="6955939" y="355035"/>
            <a:chExt cx="4828569" cy="5861486"/>
          </a:xfrm>
        </p:grpSpPr>
        <p:sp>
          <p:nvSpPr>
            <p:cNvPr id="9" name="Rectangle: Rounded Corners 7">
              <a:extLst>
                <a:ext uri="{FF2B5EF4-FFF2-40B4-BE49-F238E27FC236}">
                  <a16:creationId xmlns:a16="http://schemas.microsoft.com/office/drawing/2014/main" id="{0D84F186-EE21-43A9-465C-B8C4440D616D}"/>
                </a:ext>
              </a:extLst>
            </p:cNvPr>
            <p:cNvSpPr/>
            <p:nvPr/>
          </p:nvSpPr>
          <p:spPr>
            <a:xfrm>
              <a:off x="6955939" y="3393257"/>
              <a:ext cx="4828569" cy="2823264"/>
            </a:xfrm>
            <a:prstGeom prst="roundRect">
              <a:avLst>
                <a:gd name="adj" fmla="val 2190"/>
              </a:avLst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aphicFrame>
          <p:nvGraphicFramePr>
            <p:cNvPr id="10" name="Chart 9">
              <a:extLst>
                <a:ext uri="{FF2B5EF4-FFF2-40B4-BE49-F238E27FC236}">
                  <a16:creationId xmlns:a16="http://schemas.microsoft.com/office/drawing/2014/main" id="{872B3E9C-585C-7DE5-92B4-B915621F9975}"/>
                </a:ext>
              </a:extLst>
            </p:cNvPr>
            <p:cNvGraphicFramePr/>
            <p:nvPr/>
          </p:nvGraphicFramePr>
          <p:xfrm>
            <a:off x="7186386" y="355035"/>
            <a:ext cx="4419224" cy="28598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</p:grp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824EADA6-E79C-F2D6-FB77-535DE935914A}"/>
              </a:ext>
            </a:extLst>
          </p:cNvPr>
          <p:cNvGraphicFramePr/>
          <p:nvPr/>
        </p:nvGraphicFramePr>
        <p:xfrm>
          <a:off x="6916717" y="3445478"/>
          <a:ext cx="4944795" cy="2752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ABCDD8A-C48C-2F7A-61CE-D922BAAA7AD1}"/>
              </a:ext>
            </a:extLst>
          </p:cNvPr>
          <p:cNvSpPr txBox="1"/>
          <p:nvPr/>
        </p:nvSpPr>
        <p:spPr>
          <a:xfrm rot="16200000">
            <a:off x="6274955" y="1472006"/>
            <a:ext cx="12546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464AEA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Revenue (USD Mn)</a:t>
            </a:r>
            <a:endParaRPr lang="en-IN" sz="900" dirty="0">
              <a:solidFill>
                <a:srgbClr val="464AEA"/>
              </a:solidFill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A5CE8A-6C17-399B-DEAE-98F2096D7B19}"/>
              </a:ext>
            </a:extLst>
          </p:cNvPr>
          <p:cNvSpPr txBox="1"/>
          <p:nvPr/>
        </p:nvSpPr>
        <p:spPr>
          <a:xfrm>
            <a:off x="350455" y="6352163"/>
            <a:ext cx="106039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dirty="0">
                <a:latin typeface="Poppins Medium" panose="00000600000000000000" pitchFamily="2" charset="0"/>
                <a:cs typeface="Poppins Medium" panose="00000600000000000000" pitchFamily="2" charset="0"/>
              </a:rPr>
              <a:t>1) UN SDG 4 </a:t>
            </a:r>
            <a:r>
              <a:rPr lang="en-US" sz="750" dirty="0">
                <a:latin typeface="Poppins Light" panose="00000400000000000000" pitchFamily="2" charset="0"/>
                <a:cs typeface="Poppins Light" panose="00000400000000000000" pitchFamily="2" charset="0"/>
              </a:rPr>
              <a:t>- UN Sustainable Development Goal 4 ;</a:t>
            </a:r>
            <a:r>
              <a:rPr lang="en-US" sz="750" b="1" dirty="0">
                <a:latin typeface="Poppins Light" panose="00000400000000000000" pitchFamily="2" charset="0"/>
                <a:cs typeface="Poppins Light" panose="00000400000000000000" pitchFamily="2" charset="0"/>
              </a:rPr>
              <a:t> </a:t>
            </a:r>
            <a:r>
              <a:rPr lang="en-US" sz="750" dirty="0">
                <a:latin typeface="Poppins Light" panose="00000400000000000000" pitchFamily="2" charset="0"/>
                <a:cs typeface="Poppins Light" panose="00000400000000000000" pitchFamily="2" charset="0"/>
              </a:rPr>
              <a:t>2) (b) </a:t>
            </a:r>
            <a:r>
              <a:rPr lang="en-US" sz="750" dirty="0">
                <a:latin typeface="Poppins Medium" panose="00000600000000000000" pitchFamily="2" charset="0"/>
                <a:cs typeface="Poppins Medium" panose="00000600000000000000" pitchFamily="2" charset="0"/>
              </a:rPr>
              <a:t>Lower growth in FY23 and FY24 revenue </a:t>
            </a:r>
            <a:r>
              <a:rPr lang="en-US" sz="750" dirty="0">
                <a:latin typeface="Poppins Light" panose="00000400000000000000" pitchFamily="2" charset="0"/>
                <a:cs typeface="Poppins Light" panose="00000400000000000000" pitchFamily="2" charset="0"/>
              </a:rPr>
              <a:t>is due to customers revising their existing curriculum for digital integration in the Latam Caribbean; (c) </a:t>
            </a:r>
            <a:r>
              <a:rPr lang="en-US" sz="750" dirty="0">
                <a:latin typeface="Poppins Medium" panose="00000600000000000000" pitchFamily="2" charset="0"/>
                <a:cs typeface="Poppins Medium" panose="00000600000000000000" pitchFamily="2" charset="0"/>
              </a:rPr>
              <a:t>Adjusted EBITDA </a:t>
            </a:r>
            <a:r>
              <a:rPr lang="en-US" sz="750" dirty="0">
                <a:latin typeface="Poppins Light" panose="00000400000000000000" pitchFamily="2" charset="0"/>
                <a:cs typeface="Poppins Light" panose="00000400000000000000" pitchFamily="2" charset="0"/>
              </a:rPr>
              <a:t>is arrived after adjusting promoter expenses and time adjustment for certain expenses</a:t>
            </a:r>
          </a:p>
        </p:txBody>
      </p:sp>
    </p:spTree>
    <p:extLst>
      <p:ext uri="{BB962C8B-B14F-4D97-AF65-F5344CB8AC3E}">
        <p14:creationId xmlns:p14="http://schemas.microsoft.com/office/powerpoint/2010/main" val="2983327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33">
            <a:extLst>
              <a:ext uri="{FF2B5EF4-FFF2-40B4-BE49-F238E27FC236}">
                <a16:creationId xmlns:a16="http://schemas.microsoft.com/office/drawing/2014/main" id="{19BE2685-87A9-9351-4A5A-A8973F142E90}"/>
              </a:ext>
            </a:extLst>
          </p:cNvPr>
          <p:cNvSpPr/>
          <p:nvPr/>
        </p:nvSpPr>
        <p:spPr>
          <a:xfrm rot="2604343" flipV="1">
            <a:off x="-1631463" y="5492553"/>
            <a:ext cx="4210198" cy="2591524"/>
          </a:xfrm>
          <a:custGeom>
            <a:avLst/>
            <a:gdLst>
              <a:gd name="connsiteX0" fmla="*/ 3984 w 4210198"/>
              <a:gd name="connsiteY0" fmla="*/ 271685 h 2591524"/>
              <a:gd name="connsiteX1" fmla="*/ 1038970 w 4210198"/>
              <a:gd name="connsiteY1" fmla="*/ 2006568 h 2591524"/>
              <a:gd name="connsiteX2" fmla="*/ 3089417 w 4210198"/>
              <a:gd name="connsiteY2" fmla="*/ 2580926 h 2591524"/>
              <a:gd name="connsiteX3" fmla="*/ 4052680 w 4210198"/>
              <a:gd name="connsiteY3" fmla="*/ 2355755 h 2591524"/>
              <a:gd name="connsiteX4" fmla="*/ 4180791 w 4210198"/>
              <a:gd name="connsiteY4" fmla="*/ 2257266 h 2591524"/>
              <a:gd name="connsiteX5" fmla="*/ 4202413 w 4210198"/>
              <a:gd name="connsiteY5" fmla="*/ 2092103 h 2591524"/>
              <a:gd name="connsiteX6" fmla="*/ 3938761 w 4210198"/>
              <a:gd name="connsiteY6" fmla="*/ 1942465 h 2591524"/>
              <a:gd name="connsiteX7" fmla="*/ 3636152 w 4210198"/>
              <a:gd name="connsiteY7" fmla="*/ 2047335 h 2591524"/>
              <a:gd name="connsiteX8" fmla="*/ 3432698 w 4210198"/>
              <a:gd name="connsiteY8" fmla="*/ 2099152 h 2591524"/>
              <a:gd name="connsiteX9" fmla="*/ 3318874 w 4210198"/>
              <a:gd name="connsiteY9" fmla="*/ 2121916 h 2591524"/>
              <a:gd name="connsiteX10" fmla="*/ 3259153 w 4210198"/>
              <a:gd name="connsiteY10" fmla="*/ 2132108 h 2591524"/>
              <a:gd name="connsiteX11" fmla="*/ 3225148 w 4210198"/>
              <a:gd name="connsiteY11" fmla="*/ 2137347 h 2591524"/>
              <a:gd name="connsiteX12" fmla="*/ 3211432 w 4210198"/>
              <a:gd name="connsiteY12" fmla="*/ 2139347 h 2591524"/>
              <a:gd name="connsiteX13" fmla="*/ 3226672 w 4210198"/>
              <a:gd name="connsiteY13" fmla="*/ 2137442 h 2591524"/>
              <a:gd name="connsiteX14" fmla="*/ 3169808 w 4210198"/>
              <a:gd name="connsiteY14" fmla="*/ 2144300 h 2591524"/>
              <a:gd name="connsiteX15" fmla="*/ 3104276 w 4210198"/>
              <a:gd name="connsiteY15" fmla="*/ 2150872 h 2591524"/>
              <a:gd name="connsiteX16" fmla="*/ 2960829 w 4210198"/>
              <a:gd name="connsiteY16" fmla="*/ 2160207 h 2591524"/>
              <a:gd name="connsiteX17" fmla="*/ 2663173 w 4210198"/>
              <a:gd name="connsiteY17" fmla="*/ 2157159 h 2591524"/>
              <a:gd name="connsiteX18" fmla="*/ 2519250 w 4210198"/>
              <a:gd name="connsiteY18" fmla="*/ 2144586 h 2591524"/>
              <a:gd name="connsiteX19" fmla="*/ 2495914 w 4210198"/>
              <a:gd name="connsiteY19" fmla="*/ 2142014 h 2591524"/>
              <a:gd name="connsiteX20" fmla="*/ 2472197 w 4210198"/>
              <a:gd name="connsiteY20" fmla="*/ 2138490 h 2591524"/>
              <a:gd name="connsiteX21" fmla="*/ 2384091 w 4210198"/>
              <a:gd name="connsiteY21" fmla="*/ 2123726 h 2591524"/>
              <a:gd name="connsiteX22" fmla="*/ 2128535 w 4210198"/>
              <a:gd name="connsiteY22" fmla="*/ 2064385 h 2591524"/>
              <a:gd name="connsiteX23" fmla="*/ 1790112 w 4210198"/>
              <a:gd name="connsiteY23" fmla="*/ 1950943 h 2591524"/>
              <a:gd name="connsiteX24" fmla="*/ 1768109 w 4210198"/>
              <a:gd name="connsiteY24" fmla="*/ 1941798 h 2591524"/>
              <a:gd name="connsiteX25" fmla="*/ 1780015 w 4210198"/>
              <a:gd name="connsiteY25" fmla="*/ 1946561 h 2591524"/>
              <a:gd name="connsiteX26" fmla="*/ 1728294 w 4210198"/>
              <a:gd name="connsiteY26" fmla="*/ 1923225 h 2591524"/>
              <a:gd name="connsiteX27" fmla="*/ 1621233 w 4210198"/>
              <a:gd name="connsiteY27" fmla="*/ 1870456 h 2591524"/>
              <a:gd name="connsiteX28" fmla="*/ 1383775 w 4210198"/>
              <a:gd name="connsiteY28" fmla="*/ 1729010 h 2591524"/>
              <a:gd name="connsiteX29" fmla="*/ 1274714 w 4210198"/>
              <a:gd name="connsiteY29" fmla="*/ 1651000 h 2591524"/>
              <a:gd name="connsiteX30" fmla="*/ 1272999 w 4210198"/>
              <a:gd name="connsiteY30" fmla="*/ 1649476 h 2591524"/>
              <a:gd name="connsiteX31" fmla="*/ 1247282 w 4210198"/>
              <a:gd name="connsiteY31" fmla="*/ 1628712 h 2591524"/>
              <a:gd name="connsiteX32" fmla="*/ 1182988 w 4210198"/>
              <a:gd name="connsiteY32" fmla="*/ 1574133 h 2591524"/>
              <a:gd name="connsiteX33" fmla="*/ 957341 w 4210198"/>
              <a:gd name="connsiteY33" fmla="*/ 1348105 h 2591524"/>
              <a:gd name="connsiteX34" fmla="*/ 868568 w 4210198"/>
              <a:gd name="connsiteY34" fmla="*/ 1240758 h 2591524"/>
              <a:gd name="connsiteX35" fmla="*/ 868282 w 4210198"/>
              <a:gd name="connsiteY35" fmla="*/ 1239711 h 2591524"/>
              <a:gd name="connsiteX36" fmla="*/ 845041 w 4210198"/>
              <a:gd name="connsiteY36" fmla="*/ 1207897 h 2591524"/>
              <a:gd name="connsiteX37" fmla="*/ 800845 w 4210198"/>
              <a:gd name="connsiteY37" fmla="*/ 1144270 h 2591524"/>
              <a:gd name="connsiteX38" fmla="*/ 665400 w 4210198"/>
              <a:gd name="connsiteY38" fmla="*/ 917575 h 2591524"/>
              <a:gd name="connsiteX39" fmla="*/ 602154 w 4210198"/>
              <a:gd name="connsiteY39" fmla="*/ 789178 h 2591524"/>
              <a:gd name="connsiteX40" fmla="*/ 575769 w 4210198"/>
              <a:gd name="connsiteY40" fmla="*/ 729552 h 2591524"/>
              <a:gd name="connsiteX41" fmla="*/ 580246 w 4210198"/>
              <a:gd name="connsiteY41" fmla="*/ 739743 h 2591524"/>
              <a:gd name="connsiteX42" fmla="*/ 566435 w 4210198"/>
              <a:gd name="connsiteY42" fmla="*/ 705168 h 2591524"/>
              <a:gd name="connsiteX43" fmla="*/ 492426 w 4210198"/>
              <a:gd name="connsiteY43" fmla="*/ 489331 h 2591524"/>
              <a:gd name="connsiteX44" fmla="*/ 417654 w 4210198"/>
              <a:gd name="connsiteY44" fmla="*/ 157480 h 2591524"/>
              <a:gd name="connsiteX45" fmla="*/ 153621 w 4210198"/>
              <a:gd name="connsiteY45" fmla="*/ 8033 h 2591524"/>
              <a:gd name="connsiteX46" fmla="*/ 3984 w 4210198"/>
              <a:gd name="connsiteY46" fmla="*/ 271685 h 2591524"/>
              <a:gd name="connsiteX47" fmla="*/ 3984 w 4210198"/>
              <a:gd name="connsiteY47" fmla="*/ 271685 h 2591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210198" h="2591524">
                <a:moveTo>
                  <a:pt x="3984" y="271685"/>
                </a:moveTo>
                <a:cubicBezTo>
                  <a:pt x="112378" y="957675"/>
                  <a:pt x="488806" y="1584516"/>
                  <a:pt x="1038970" y="2006568"/>
                </a:cubicBezTo>
                <a:cubicBezTo>
                  <a:pt x="1609518" y="2444242"/>
                  <a:pt x="2377709" y="2641124"/>
                  <a:pt x="3089417" y="2580926"/>
                </a:cubicBezTo>
                <a:cubicBezTo>
                  <a:pt x="3419744" y="2553018"/>
                  <a:pt x="3745118" y="2479961"/>
                  <a:pt x="4052680" y="2355755"/>
                </a:cubicBezTo>
                <a:cubicBezTo>
                  <a:pt x="4106496" y="2334038"/>
                  <a:pt x="4150312" y="2309273"/>
                  <a:pt x="4180791" y="2257266"/>
                </a:cubicBezTo>
                <a:cubicBezTo>
                  <a:pt x="4207652" y="2211356"/>
                  <a:pt x="4219082" y="2143633"/>
                  <a:pt x="4202413" y="2092103"/>
                </a:cubicBezTo>
                <a:cubicBezTo>
                  <a:pt x="4170028" y="1991995"/>
                  <a:pt x="4050108" y="1897507"/>
                  <a:pt x="3938761" y="1942465"/>
                </a:cubicBezTo>
                <a:cubicBezTo>
                  <a:pt x="3839701" y="1982470"/>
                  <a:pt x="3738736" y="2017522"/>
                  <a:pt x="3636152" y="2047335"/>
                </a:cubicBezTo>
                <a:cubicBezTo>
                  <a:pt x="3568905" y="2066862"/>
                  <a:pt x="3500992" y="2084197"/>
                  <a:pt x="3432698" y="2099152"/>
                </a:cubicBezTo>
                <a:cubicBezTo>
                  <a:pt x="3394884" y="2107438"/>
                  <a:pt x="3356974" y="2115058"/>
                  <a:pt x="3318874" y="2121916"/>
                </a:cubicBezTo>
                <a:cubicBezTo>
                  <a:pt x="3298967" y="2125536"/>
                  <a:pt x="3279060" y="2128870"/>
                  <a:pt x="3259153" y="2132108"/>
                </a:cubicBezTo>
                <a:cubicBezTo>
                  <a:pt x="3247818" y="2133918"/>
                  <a:pt x="3236483" y="2135728"/>
                  <a:pt x="3225148" y="2137347"/>
                </a:cubicBezTo>
                <a:lnTo>
                  <a:pt x="3211432" y="2139347"/>
                </a:lnTo>
                <a:cubicBezTo>
                  <a:pt x="3187905" y="2142681"/>
                  <a:pt x="3193049" y="2142014"/>
                  <a:pt x="3226672" y="2137442"/>
                </a:cubicBezTo>
                <a:cubicBezTo>
                  <a:pt x="3210480" y="2133918"/>
                  <a:pt x="3186572" y="2142490"/>
                  <a:pt x="3169808" y="2144300"/>
                </a:cubicBezTo>
                <a:cubicBezTo>
                  <a:pt x="3147996" y="2146777"/>
                  <a:pt x="3126183" y="2148967"/>
                  <a:pt x="3104276" y="2150872"/>
                </a:cubicBezTo>
                <a:cubicBezTo>
                  <a:pt x="3056556" y="2155158"/>
                  <a:pt x="3008740" y="2158302"/>
                  <a:pt x="2960829" y="2160207"/>
                </a:cubicBezTo>
                <a:cubicBezTo>
                  <a:pt x="2861674" y="2164303"/>
                  <a:pt x="2762233" y="2163350"/>
                  <a:pt x="2663173" y="2157159"/>
                </a:cubicBezTo>
                <a:cubicBezTo>
                  <a:pt x="2615072" y="2154206"/>
                  <a:pt x="2567066" y="2150015"/>
                  <a:pt x="2519250" y="2144586"/>
                </a:cubicBezTo>
                <a:cubicBezTo>
                  <a:pt x="2517917" y="2144395"/>
                  <a:pt x="2461338" y="2137823"/>
                  <a:pt x="2495914" y="2142014"/>
                </a:cubicBezTo>
                <a:cubicBezTo>
                  <a:pt x="2530490" y="2146205"/>
                  <a:pt x="2473340" y="2138680"/>
                  <a:pt x="2472197" y="2138490"/>
                </a:cubicBezTo>
                <a:cubicBezTo>
                  <a:pt x="2442765" y="2134013"/>
                  <a:pt x="2413428" y="2129155"/>
                  <a:pt x="2384091" y="2123726"/>
                </a:cubicBezTo>
                <a:cubicBezTo>
                  <a:pt x="2297985" y="2107915"/>
                  <a:pt x="2212926" y="2087531"/>
                  <a:pt x="2128535" y="2064385"/>
                </a:cubicBezTo>
                <a:cubicBezTo>
                  <a:pt x="2013663" y="2032857"/>
                  <a:pt x="1900411" y="1995996"/>
                  <a:pt x="1790112" y="1950943"/>
                </a:cubicBezTo>
                <a:cubicBezTo>
                  <a:pt x="1782777" y="1947990"/>
                  <a:pt x="1775443" y="1944656"/>
                  <a:pt x="1768109" y="1941798"/>
                </a:cubicBezTo>
                <a:cubicBezTo>
                  <a:pt x="1824783" y="1963325"/>
                  <a:pt x="1793922" y="1952752"/>
                  <a:pt x="1780015" y="1946561"/>
                </a:cubicBezTo>
                <a:cubicBezTo>
                  <a:pt x="1762775" y="1938846"/>
                  <a:pt x="1745439" y="1931226"/>
                  <a:pt x="1728294" y="1923225"/>
                </a:cubicBezTo>
                <a:cubicBezTo>
                  <a:pt x="1692195" y="1906461"/>
                  <a:pt x="1656476" y="1888839"/>
                  <a:pt x="1621233" y="1870456"/>
                </a:cubicBezTo>
                <a:cubicBezTo>
                  <a:pt x="1539509" y="1827784"/>
                  <a:pt x="1460166" y="1780540"/>
                  <a:pt x="1383775" y="1729010"/>
                </a:cubicBezTo>
                <a:cubicBezTo>
                  <a:pt x="1346628" y="1703959"/>
                  <a:pt x="1310718" y="1677480"/>
                  <a:pt x="1274714" y="1651000"/>
                </a:cubicBezTo>
                <a:cubicBezTo>
                  <a:pt x="1247853" y="1631188"/>
                  <a:pt x="1314433" y="1683480"/>
                  <a:pt x="1272999" y="1649476"/>
                </a:cubicBezTo>
                <a:cubicBezTo>
                  <a:pt x="1264427" y="1642523"/>
                  <a:pt x="1255759" y="1635665"/>
                  <a:pt x="1247282" y="1628712"/>
                </a:cubicBezTo>
                <a:cubicBezTo>
                  <a:pt x="1225565" y="1610900"/>
                  <a:pt x="1204134" y="1592707"/>
                  <a:pt x="1182988" y="1574133"/>
                </a:cubicBezTo>
                <a:cubicBezTo>
                  <a:pt x="1102978" y="1503839"/>
                  <a:pt x="1027540" y="1428306"/>
                  <a:pt x="957341" y="1348105"/>
                </a:cubicBezTo>
                <a:cubicBezTo>
                  <a:pt x="926956" y="1313339"/>
                  <a:pt x="895809" y="1278096"/>
                  <a:pt x="868568" y="1240758"/>
                </a:cubicBezTo>
                <a:cubicBezTo>
                  <a:pt x="897429" y="1280287"/>
                  <a:pt x="875616" y="1249521"/>
                  <a:pt x="868282" y="1239711"/>
                </a:cubicBezTo>
                <a:cubicBezTo>
                  <a:pt x="860472" y="1229138"/>
                  <a:pt x="852661" y="1218565"/>
                  <a:pt x="845041" y="1207897"/>
                </a:cubicBezTo>
                <a:cubicBezTo>
                  <a:pt x="829992" y="1186942"/>
                  <a:pt x="815228" y="1165701"/>
                  <a:pt x="800845" y="1144270"/>
                </a:cubicBezTo>
                <a:cubicBezTo>
                  <a:pt x="751696" y="1071213"/>
                  <a:pt x="706548" y="995490"/>
                  <a:pt x="665400" y="917575"/>
                </a:cubicBezTo>
                <a:cubicBezTo>
                  <a:pt x="643111" y="875379"/>
                  <a:pt x="622061" y="832517"/>
                  <a:pt x="602154" y="789178"/>
                </a:cubicBezTo>
                <a:cubicBezTo>
                  <a:pt x="593105" y="769461"/>
                  <a:pt x="584437" y="749459"/>
                  <a:pt x="575769" y="729552"/>
                </a:cubicBezTo>
                <a:cubicBezTo>
                  <a:pt x="563768" y="702024"/>
                  <a:pt x="596439" y="780891"/>
                  <a:pt x="580246" y="739743"/>
                </a:cubicBezTo>
                <a:cubicBezTo>
                  <a:pt x="575674" y="728218"/>
                  <a:pt x="570912" y="716693"/>
                  <a:pt x="566435" y="705168"/>
                </a:cubicBezTo>
                <a:cubicBezTo>
                  <a:pt x="538717" y="634302"/>
                  <a:pt x="513952" y="562293"/>
                  <a:pt x="492426" y="489331"/>
                </a:cubicBezTo>
                <a:cubicBezTo>
                  <a:pt x="460326" y="380460"/>
                  <a:pt x="435371" y="269589"/>
                  <a:pt x="417654" y="157480"/>
                </a:cubicBezTo>
                <a:cubicBezTo>
                  <a:pt x="399747" y="46704"/>
                  <a:pt x="255158" y="-24828"/>
                  <a:pt x="153621" y="8033"/>
                </a:cubicBezTo>
                <a:cubicBezTo>
                  <a:pt x="32940" y="47085"/>
                  <a:pt x="-14876" y="152718"/>
                  <a:pt x="3984" y="271685"/>
                </a:cubicBezTo>
                <a:lnTo>
                  <a:pt x="3984" y="271685"/>
                </a:lnTo>
                <a:close/>
              </a:path>
            </a:pathLst>
          </a:custGeom>
          <a:gradFill>
            <a:gsLst>
              <a:gs pos="65000">
                <a:srgbClr val="C9CBFB"/>
              </a:gs>
              <a:gs pos="0">
                <a:schemeClr val="bg1">
                  <a:alpha val="40000"/>
                </a:schemeClr>
              </a:gs>
              <a:gs pos="100000">
                <a:srgbClr val="C9CBFB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pic>
        <p:nvPicPr>
          <p:cNvPr id="449" name="Graphic 448">
            <a:extLst>
              <a:ext uri="{FF2B5EF4-FFF2-40B4-BE49-F238E27FC236}">
                <a16:creationId xmlns:a16="http://schemas.microsoft.com/office/drawing/2014/main" id="{F330B675-3341-FB4E-D75A-6AE4819EB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582" y="3531524"/>
            <a:ext cx="3923298" cy="2512151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107E4E7-C95E-2702-FF6F-F3D589A32837}"/>
              </a:ext>
            </a:extLst>
          </p:cNvPr>
          <p:cNvSpPr/>
          <p:nvPr/>
        </p:nvSpPr>
        <p:spPr>
          <a:xfrm rot="16200000">
            <a:off x="5891778" y="514064"/>
            <a:ext cx="6158038" cy="5736112"/>
          </a:xfrm>
          <a:prstGeom prst="roundRect">
            <a:avLst>
              <a:gd name="adj" fmla="val 2355"/>
            </a:avLst>
          </a:prstGeom>
          <a:solidFill>
            <a:srgbClr val="C9CBF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534C9C-753F-8D06-B0F9-4BE5DBF0F784}"/>
              </a:ext>
            </a:extLst>
          </p:cNvPr>
          <p:cNvSpPr txBox="1">
            <a:spLocks/>
          </p:cNvSpPr>
          <p:nvPr/>
        </p:nvSpPr>
        <p:spPr>
          <a:xfrm>
            <a:off x="6324161" y="796422"/>
            <a:ext cx="5161481" cy="11194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dirty="0">
                <a:latin typeface="Poppins Light" panose="00000400000000000000" pitchFamily="2" charset="0"/>
                <a:cs typeface="Poppins Light" panose="00000400000000000000" pitchFamily="2" charset="0"/>
              </a:rPr>
              <a:t>Raspberry is a simple one-stop solution that transforms schools digitally, by integrating platform, curriculum delivery and year long support while enhancing teaching and learning capabilities.</a:t>
            </a:r>
            <a:endParaRPr lang="en-GB" sz="1200" dirty="0">
              <a:latin typeface="Poppins Light" panose="00000400000000000000" pitchFamily="2" charset="0"/>
              <a:cs typeface="Poppins Light" panose="00000400000000000000" pitchFamily="2" charset="0"/>
              <a:sym typeface="Roboto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237905CF-6B23-E36D-BB5D-9A6B76507A91}"/>
              </a:ext>
            </a:extLst>
          </p:cNvPr>
          <p:cNvSpPr txBox="1">
            <a:spLocks/>
          </p:cNvSpPr>
          <p:nvPr/>
        </p:nvSpPr>
        <p:spPr>
          <a:xfrm>
            <a:off x="330162" y="264017"/>
            <a:ext cx="3766457" cy="5641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dirty="0">
                <a:solidFill>
                  <a:srgbClr val="474BFF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rPr>
              <a:t>The Problem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5076B2A0-E466-549E-3BCC-2FE676016106}"/>
              </a:ext>
            </a:extLst>
          </p:cNvPr>
          <p:cNvSpPr txBox="1">
            <a:spLocks/>
          </p:cNvSpPr>
          <p:nvPr/>
        </p:nvSpPr>
        <p:spPr>
          <a:xfrm>
            <a:off x="6320564" y="396861"/>
            <a:ext cx="3766457" cy="5840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dirty="0">
                <a:solidFill>
                  <a:srgbClr val="474BFF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rPr>
              <a:t>Our Solution</a:t>
            </a:r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C0F87C17-3208-44C9-2A85-EB16306B5ED6}"/>
              </a:ext>
            </a:extLst>
          </p:cNvPr>
          <p:cNvSpPr txBox="1">
            <a:spLocks/>
          </p:cNvSpPr>
          <p:nvPr/>
        </p:nvSpPr>
        <p:spPr>
          <a:xfrm>
            <a:off x="353147" y="796422"/>
            <a:ext cx="5161481" cy="11194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233488">
              <a:lnSpc>
                <a:spcPct val="100000"/>
              </a:lnSpc>
              <a:buNone/>
            </a:pPr>
            <a:r>
              <a:rPr lang="en-US" sz="1200" dirty="0">
                <a:latin typeface="Poppins Light" panose="00000400000000000000" pitchFamily="2" charset="0"/>
                <a:cs typeface="Poppins Light" panose="00000400000000000000" pitchFamily="2" charset="0"/>
              </a:rPr>
              <a:t>Multiple solution providers working in isolation create challenges of unsynchronized priorities leading to failed adoption and financial burden on schools. </a:t>
            </a:r>
            <a:endParaRPr lang="en-IN" sz="12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9060495-A0D4-A000-E164-6441EBA06C4D}"/>
              </a:ext>
            </a:extLst>
          </p:cNvPr>
          <p:cNvGrpSpPr/>
          <p:nvPr/>
        </p:nvGrpSpPr>
        <p:grpSpPr>
          <a:xfrm>
            <a:off x="2549132" y="2842664"/>
            <a:ext cx="1192212" cy="940731"/>
            <a:chOff x="674640" y="3630534"/>
            <a:chExt cx="1089102" cy="859371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1054AA06-CAAC-A180-D6D5-6B3AA9A40505}"/>
                </a:ext>
              </a:extLst>
            </p:cNvPr>
            <p:cNvSpPr/>
            <p:nvPr/>
          </p:nvSpPr>
          <p:spPr>
            <a:xfrm>
              <a:off x="812157" y="3630534"/>
              <a:ext cx="859370" cy="859371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>
                <a:latin typeface="Poppins" pitchFamily="2" charset="77"/>
                <a:cs typeface="Poppins" pitchFamily="2" charset="77"/>
              </a:endParaRP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23E3422-1810-4337-50E9-083497A411F8}"/>
                </a:ext>
              </a:extLst>
            </p:cNvPr>
            <p:cNvGrpSpPr/>
            <p:nvPr/>
          </p:nvGrpSpPr>
          <p:grpSpPr>
            <a:xfrm>
              <a:off x="674640" y="3741381"/>
              <a:ext cx="1089102" cy="646848"/>
              <a:chOff x="9141178" y="3257309"/>
              <a:chExt cx="975268" cy="579236"/>
            </a:xfrm>
          </p:grpSpPr>
          <p:pic>
            <p:nvPicPr>
              <p:cNvPr id="62" name="Graphic 61" descr="Vlog with solid fill">
                <a:extLst>
                  <a:ext uri="{FF2B5EF4-FFF2-40B4-BE49-F238E27FC236}">
                    <a16:creationId xmlns:a16="http://schemas.microsoft.com/office/drawing/2014/main" id="{A03E90E7-26B4-2D01-0773-86714FBEE1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480415" y="3257309"/>
                <a:ext cx="330023" cy="307819"/>
              </a:xfrm>
              <a:prstGeom prst="rect">
                <a:avLst/>
              </a:prstGeom>
            </p:spPr>
          </p:pic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B8C5F22-4B38-5417-D078-5BEBE51F6D95}"/>
                  </a:ext>
                </a:extLst>
              </p:cNvPr>
              <p:cNvSpPr txBox="1"/>
              <p:nvPr/>
            </p:nvSpPr>
            <p:spPr>
              <a:xfrm>
                <a:off x="9141178" y="3421124"/>
                <a:ext cx="975268" cy="415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IN" sz="900" dirty="0">
                  <a:latin typeface="Poppins Light" panose="00000400000000000000" pitchFamily="2" charset="0"/>
                  <a:cs typeface="Poppins Light" panose="00000400000000000000" pitchFamily="2" charset="0"/>
                </a:endParaRPr>
              </a:p>
              <a:p>
                <a:pPr algn="ctr"/>
                <a:r>
                  <a:rPr lang="en-IN" sz="900" dirty="0">
                    <a:latin typeface="Poppins Light" panose="00000400000000000000" pitchFamily="2" charset="0"/>
                    <a:cs typeface="Poppins Light" panose="00000400000000000000" pitchFamily="2" charset="0"/>
                  </a:rPr>
                  <a:t>Content</a:t>
                </a:r>
              </a:p>
              <a:p>
                <a:pPr algn="ctr"/>
                <a:r>
                  <a:rPr lang="en-IN" sz="900" dirty="0">
                    <a:latin typeface="Poppins Light" panose="00000400000000000000" pitchFamily="2" charset="0"/>
                    <a:cs typeface="Poppins Light" panose="00000400000000000000" pitchFamily="2" charset="0"/>
                  </a:rPr>
                  <a:t>Providers </a:t>
                </a:r>
              </a:p>
            </p:txBody>
          </p: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8C174CC-B143-9639-9719-63DE3C8B23BF}"/>
              </a:ext>
            </a:extLst>
          </p:cNvPr>
          <p:cNvGrpSpPr/>
          <p:nvPr/>
        </p:nvGrpSpPr>
        <p:grpSpPr>
          <a:xfrm>
            <a:off x="560390" y="3602086"/>
            <a:ext cx="1436840" cy="972000"/>
            <a:chOff x="5424712" y="1088971"/>
            <a:chExt cx="997542" cy="674821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EDD47FA-7B76-924B-20B3-524FA1C4D3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80158" y="1088971"/>
              <a:ext cx="674822" cy="674821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66" name="Graphic 65" descr="Scarecrow with solid fill">
              <a:extLst>
                <a:ext uri="{FF2B5EF4-FFF2-40B4-BE49-F238E27FC236}">
                  <a16:creationId xmlns:a16="http://schemas.microsoft.com/office/drawing/2014/main" id="{E53DD437-F6DF-E84B-5B39-3CA707FD0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804718" y="1166489"/>
              <a:ext cx="223909" cy="270785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789FB1B-2E1B-A449-A282-F0A95A1C2790}"/>
                </a:ext>
              </a:extLst>
            </p:cNvPr>
            <p:cNvSpPr txBox="1"/>
            <p:nvPr/>
          </p:nvSpPr>
          <p:spPr>
            <a:xfrm>
              <a:off x="5424712" y="1342297"/>
              <a:ext cx="997542" cy="35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9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 </a:t>
              </a:r>
            </a:p>
            <a:p>
              <a:pPr algn="ctr"/>
              <a:r>
                <a:rPr lang="en-IN" sz="9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Classroom</a:t>
              </a:r>
            </a:p>
            <a:p>
              <a:pPr algn="ctr"/>
              <a:r>
                <a:rPr lang="en-IN" sz="9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Tools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A58F571-2A02-79B1-97EB-FFCBA100ED6F}"/>
              </a:ext>
            </a:extLst>
          </p:cNvPr>
          <p:cNvGrpSpPr/>
          <p:nvPr/>
        </p:nvGrpSpPr>
        <p:grpSpPr>
          <a:xfrm>
            <a:off x="3229474" y="1640315"/>
            <a:ext cx="1054658" cy="822658"/>
            <a:chOff x="6210286" y="569342"/>
            <a:chExt cx="732208" cy="571139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26A961CF-6ACB-24B9-4C19-7DC606AE9C4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88380" y="569342"/>
              <a:ext cx="571139" cy="57113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70" name="Graphic 69" descr="Television with solid fill">
              <a:extLst>
                <a:ext uri="{FF2B5EF4-FFF2-40B4-BE49-F238E27FC236}">
                  <a16:creationId xmlns:a16="http://schemas.microsoft.com/office/drawing/2014/main" id="{DBD6A521-C181-37DE-12EE-2BB8B7A7C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485103" y="680904"/>
              <a:ext cx="201043" cy="225181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8B59BED-D038-5BC6-2352-97289EBC742C}"/>
                </a:ext>
              </a:extLst>
            </p:cNvPr>
            <p:cNvSpPr txBox="1"/>
            <p:nvPr/>
          </p:nvSpPr>
          <p:spPr>
            <a:xfrm>
              <a:off x="6210286" y="897706"/>
              <a:ext cx="732208" cy="1512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9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Hardware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B20A24C-BC5A-8C65-523E-AA3BBA90340E}"/>
              </a:ext>
            </a:extLst>
          </p:cNvPr>
          <p:cNvGrpSpPr/>
          <p:nvPr/>
        </p:nvGrpSpPr>
        <p:grpSpPr>
          <a:xfrm>
            <a:off x="1649730" y="1757233"/>
            <a:ext cx="1635985" cy="1127009"/>
            <a:chOff x="4352402" y="709360"/>
            <a:chExt cx="762711" cy="525422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7B36875-EABE-888F-D75B-8E08933473F3}"/>
                </a:ext>
              </a:extLst>
            </p:cNvPr>
            <p:cNvSpPr>
              <a:spLocks/>
            </p:cNvSpPr>
            <p:nvPr/>
          </p:nvSpPr>
          <p:spPr>
            <a:xfrm>
              <a:off x="4467697" y="709360"/>
              <a:ext cx="525422" cy="52542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>
                <a:latin typeface="Poppins" pitchFamily="2" charset="77"/>
                <a:cs typeface="Poppins" pitchFamily="2" charset="77"/>
              </a:endParaRP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D80A04E4-DD39-F1ED-98FB-B3C3A2A50B93}"/>
                </a:ext>
              </a:extLst>
            </p:cNvPr>
            <p:cNvGrpSpPr/>
            <p:nvPr/>
          </p:nvGrpSpPr>
          <p:grpSpPr>
            <a:xfrm>
              <a:off x="4352402" y="778972"/>
              <a:ext cx="762711" cy="378689"/>
              <a:chOff x="4337822" y="4151239"/>
              <a:chExt cx="1349679" cy="670121"/>
            </a:xfrm>
          </p:grpSpPr>
          <p:pic>
            <p:nvPicPr>
              <p:cNvPr id="75" name="Graphic 74" descr="Books with solid fill">
                <a:extLst>
                  <a:ext uri="{FF2B5EF4-FFF2-40B4-BE49-F238E27FC236}">
                    <a16:creationId xmlns:a16="http://schemas.microsoft.com/office/drawing/2014/main" id="{1023C1CF-22C8-B1DA-D579-531E97A4A7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793042" y="4151239"/>
                <a:ext cx="427217" cy="398474"/>
              </a:xfrm>
              <a:prstGeom prst="rect">
                <a:avLst/>
              </a:prstGeom>
            </p:spPr>
          </p:pic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04D8385-B86F-8630-E6A0-57208B4E6DA5}"/>
                  </a:ext>
                </a:extLst>
              </p:cNvPr>
              <p:cNvSpPr txBox="1"/>
              <p:nvPr/>
            </p:nvSpPr>
            <p:spPr>
              <a:xfrm>
                <a:off x="4337822" y="4516663"/>
                <a:ext cx="1349679" cy="304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900" dirty="0">
                    <a:latin typeface="Poppins Light" panose="00000400000000000000" pitchFamily="2" charset="0"/>
                    <a:cs typeface="Poppins Light" panose="00000400000000000000" pitchFamily="2" charset="0"/>
                  </a:rPr>
                  <a:t>Multiple</a:t>
                </a:r>
              </a:p>
              <a:p>
                <a:pPr algn="ctr"/>
                <a:r>
                  <a:rPr lang="en-IN" sz="900" dirty="0">
                    <a:latin typeface="Poppins Light" panose="00000400000000000000" pitchFamily="2" charset="0"/>
                    <a:cs typeface="Poppins Light" panose="00000400000000000000" pitchFamily="2" charset="0"/>
                  </a:rPr>
                  <a:t>Publishers</a:t>
                </a:r>
              </a:p>
            </p:txBody>
          </p:sp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732CC59-1B91-B35F-1282-55DA132F7BA6}"/>
              </a:ext>
            </a:extLst>
          </p:cNvPr>
          <p:cNvGrpSpPr/>
          <p:nvPr/>
        </p:nvGrpSpPr>
        <p:grpSpPr>
          <a:xfrm>
            <a:off x="945745" y="2402194"/>
            <a:ext cx="825859" cy="825859"/>
            <a:chOff x="5037175" y="658419"/>
            <a:chExt cx="609734" cy="609734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7A4D0560-D792-FFFB-A48A-3FC23F2F2F80}"/>
                </a:ext>
              </a:extLst>
            </p:cNvPr>
            <p:cNvSpPr/>
            <p:nvPr/>
          </p:nvSpPr>
          <p:spPr>
            <a:xfrm>
              <a:off x="5037175" y="658419"/>
              <a:ext cx="609734" cy="60973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79" name="Graphic 78" descr="Maze with solid fill">
              <a:extLst>
                <a:ext uri="{FF2B5EF4-FFF2-40B4-BE49-F238E27FC236}">
                  <a16:creationId xmlns:a16="http://schemas.microsoft.com/office/drawing/2014/main" id="{B3176408-C555-99BF-BFED-DC51AE046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212762" y="803398"/>
              <a:ext cx="256738" cy="23946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2A28149-F448-804E-7F14-EFDAD6196B5F}"/>
                </a:ext>
              </a:extLst>
            </p:cNvPr>
            <p:cNvSpPr txBox="1"/>
            <p:nvPr/>
          </p:nvSpPr>
          <p:spPr>
            <a:xfrm>
              <a:off x="5103032" y="1033422"/>
              <a:ext cx="467888" cy="1608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9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LMS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066E719-E167-FEC1-8C45-3BD12130C175}"/>
              </a:ext>
            </a:extLst>
          </p:cNvPr>
          <p:cNvGrpSpPr/>
          <p:nvPr/>
        </p:nvGrpSpPr>
        <p:grpSpPr>
          <a:xfrm>
            <a:off x="4048672" y="3535886"/>
            <a:ext cx="1373644" cy="973039"/>
            <a:chOff x="1593707" y="4127382"/>
            <a:chExt cx="1455813" cy="1031245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231B45FD-5B18-CC78-893A-945478DC6E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96299" y="4127382"/>
              <a:ext cx="1031245" cy="103124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>
                <a:latin typeface="Poppins" pitchFamily="2" charset="77"/>
                <a:cs typeface="Poppins" pitchFamily="2" charset="77"/>
              </a:endParaRPr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C0E216E6-8817-006E-FFAF-A403B465C549}"/>
                </a:ext>
              </a:extLst>
            </p:cNvPr>
            <p:cNvGrpSpPr/>
            <p:nvPr/>
          </p:nvGrpSpPr>
          <p:grpSpPr>
            <a:xfrm>
              <a:off x="1593707" y="4249531"/>
              <a:ext cx="1455813" cy="807732"/>
              <a:chOff x="8263735" y="3966340"/>
              <a:chExt cx="1687588" cy="936324"/>
            </a:xfrm>
          </p:grpSpPr>
          <p:pic>
            <p:nvPicPr>
              <p:cNvPr id="84" name="Graphic 83" descr="Clipboard Partially Crossed with solid fill">
                <a:extLst>
                  <a:ext uri="{FF2B5EF4-FFF2-40B4-BE49-F238E27FC236}">
                    <a16:creationId xmlns:a16="http://schemas.microsoft.com/office/drawing/2014/main" id="{23907A61-F31E-0DA7-6408-38D3A72BE7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8861686" y="3966340"/>
                <a:ext cx="498417" cy="464886"/>
              </a:xfrm>
              <a:prstGeom prst="rect">
                <a:avLst/>
              </a:prstGeom>
            </p:spPr>
          </p:pic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26AD8104-DC55-8DC6-B3B2-7E5DA7CF54BE}"/>
                  </a:ext>
                </a:extLst>
              </p:cNvPr>
              <p:cNvSpPr txBox="1"/>
              <p:nvPr/>
            </p:nvSpPr>
            <p:spPr>
              <a:xfrm>
                <a:off x="8263735" y="4474534"/>
                <a:ext cx="1687588" cy="428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900" dirty="0">
                    <a:latin typeface="Poppins Light" panose="00000400000000000000" pitchFamily="2" charset="0"/>
                    <a:cs typeface="Poppins Light" panose="00000400000000000000" pitchFamily="2" charset="0"/>
                  </a:rPr>
                  <a:t>Assessment </a:t>
                </a:r>
              </a:p>
              <a:p>
                <a:pPr algn="ctr"/>
                <a:r>
                  <a:rPr lang="en-IN" sz="900" dirty="0">
                    <a:latin typeface="Poppins Light" panose="00000400000000000000" pitchFamily="2" charset="0"/>
                    <a:cs typeface="Poppins Light" panose="00000400000000000000" pitchFamily="2" charset="0"/>
                  </a:rPr>
                  <a:t>Analytics</a:t>
                </a:r>
              </a:p>
            </p:txBody>
          </p:sp>
        </p:grp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9468718-CC53-E857-F5C5-95B86E307400}"/>
              </a:ext>
            </a:extLst>
          </p:cNvPr>
          <p:cNvGrpSpPr/>
          <p:nvPr/>
        </p:nvGrpSpPr>
        <p:grpSpPr>
          <a:xfrm>
            <a:off x="4143049" y="2372836"/>
            <a:ext cx="1190075" cy="900000"/>
            <a:chOff x="4439865" y="4291863"/>
            <a:chExt cx="1261263" cy="953837"/>
          </a:xfrm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3E89252E-8B10-71F5-146A-40B5BA4CF0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89387" y="4291863"/>
              <a:ext cx="953837" cy="95383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88" name="Graphic 87" descr="Presentation with media with solid fill">
              <a:extLst>
                <a:ext uri="{FF2B5EF4-FFF2-40B4-BE49-F238E27FC236}">
                  <a16:creationId xmlns:a16="http://schemas.microsoft.com/office/drawing/2014/main" id="{7372B29D-3C66-147F-F665-AEBC87106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882287" y="4392455"/>
              <a:ext cx="355628" cy="343749"/>
            </a:xfrm>
            <a:prstGeom prst="rect">
              <a:avLst/>
            </a:prstGeom>
          </p:spPr>
        </p:pic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B18CCD8-CE6E-6373-4659-77F442B80065}"/>
                </a:ext>
              </a:extLst>
            </p:cNvPr>
            <p:cNvSpPr txBox="1"/>
            <p:nvPr/>
          </p:nvSpPr>
          <p:spPr>
            <a:xfrm>
              <a:off x="4439865" y="4735006"/>
              <a:ext cx="12612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9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Open </a:t>
              </a:r>
            </a:p>
            <a:p>
              <a:pPr algn="ctr"/>
              <a:r>
                <a:rPr lang="en-IN" sz="9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Resources</a:t>
              </a:r>
            </a:p>
          </p:txBody>
        </p:sp>
      </p:grpSp>
      <p:sp>
        <p:nvSpPr>
          <p:cNvPr id="92" name="Freeform: Shape 1002">
            <a:extLst>
              <a:ext uri="{FF2B5EF4-FFF2-40B4-BE49-F238E27FC236}">
                <a16:creationId xmlns:a16="http://schemas.microsoft.com/office/drawing/2014/main" id="{B00700BE-080D-08DD-7DE2-FA1680B909F7}"/>
              </a:ext>
            </a:extLst>
          </p:cNvPr>
          <p:cNvSpPr/>
          <p:nvPr/>
        </p:nvSpPr>
        <p:spPr>
          <a:xfrm>
            <a:off x="8100960" y="2258723"/>
            <a:ext cx="2087680" cy="1336636"/>
          </a:xfrm>
          <a:custGeom>
            <a:avLst/>
            <a:gdLst>
              <a:gd name="connsiteX0" fmla="*/ 626993 w 1254133"/>
              <a:gd name="connsiteY0" fmla="*/ 807197 h 807196"/>
              <a:gd name="connsiteX1" fmla="*/ 0 w 1254133"/>
              <a:gd name="connsiteY1" fmla="*/ 197934 h 807196"/>
              <a:gd name="connsiteX2" fmla="*/ 26005 w 1254133"/>
              <a:gd name="connsiteY2" fmla="*/ 24028 h 807196"/>
              <a:gd name="connsiteX3" fmla="*/ 65603 w 1254133"/>
              <a:gd name="connsiteY3" fmla="*/ 2973 h 807196"/>
              <a:gd name="connsiteX4" fmla="*/ 86658 w 1254133"/>
              <a:gd name="connsiteY4" fmla="*/ 42571 h 807196"/>
              <a:gd name="connsiteX5" fmla="*/ 63460 w 1254133"/>
              <a:gd name="connsiteY5" fmla="*/ 197860 h 807196"/>
              <a:gd name="connsiteX6" fmla="*/ 627067 w 1254133"/>
              <a:gd name="connsiteY6" fmla="*/ 743663 h 807196"/>
              <a:gd name="connsiteX7" fmla="*/ 1190674 w 1254133"/>
              <a:gd name="connsiteY7" fmla="*/ 197860 h 807196"/>
              <a:gd name="connsiteX8" fmla="*/ 1167033 w 1254133"/>
              <a:gd name="connsiteY8" fmla="*/ 41094 h 807196"/>
              <a:gd name="connsiteX9" fmla="*/ 1187940 w 1254133"/>
              <a:gd name="connsiteY9" fmla="*/ 1422 h 807196"/>
              <a:gd name="connsiteX10" fmla="*/ 1227612 w 1254133"/>
              <a:gd name="connsiteY10" fmla="*/ 22329 h 807196"/>
              <a:gd name="connsiteX11" fmla="*/ 1254134 w 1254133"/>
              <a:gd name="connsiteY11" fmla="*/ 197860 h 807196"/>
              <a:gd name="connsiteX12" fmla="*/ 627067 w 1254133"/>
              <a:gd name="connsiteY12" fmla="*/ 807123 h 807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54133" h="807196">
                <a:moveTo>
                  <a:pt x="626993" y="807197"/>
                </a:moveTo>
                <a:cubicBezTo>
                  <a:pt x="281249" y="807197"/>
                  <a:pt x="0" y="533852"/>
                  <a:pt x="0" y="197934"/>
                </a:cubicBezTo>
                <a:cubicBezTo>
                  <a:pt x="0" y="138833"/>
                  <a:pt x="8717" y="80322"/>
                  <a:pt x="26005" y="24028"/>
                </a:cubicBezTo>
                <a:cubicBezTo>
                  <a:pt x="31176" y="7332"/>
                  <a:pt x="48833" y="-2124"/>
                  <a:pt x="65603" y="2973"/>
                </a:cubicBezTo>
                <a:cubicBezTo>
                  <a:pt x="82373" y="8145"/>
                  <a:pt x="91755" y="25875"/>
                  <a:pt x="86658" y="42571"/>
                </a:cubicBezTo>
                <a:cubicBezTo>
                  <a:pt x="71291" y="92807"/>
                  <a:pt x="63460" y="145038"/>
                  <a:pt x="63460" y="197860"/>
                </a:cubicBezTo>
                <a:cubicBezTo>
                  <a:pt x="63460" y="498835"/>
                  <a:pt x="316267" y="743663"/>
                  <a:pt x="627067" y="743663"/>
                </a:cubicBezTo>
                <a:cubicBezTo>
                  <a:pt x="937867" y="743663"/>
                  <a:pt x="1190674" y="498835"/>
                  <a:pt x="1190674" y="197860"/>
                </a:cubicBezTo>
                <a:cubicBezTo>
                  <a:pt x="1190674" y="144447"/>
                  <a:pt x="1182695" y="91699"/>
                  <a:pt x="1167033" y="41094"/>
                </a:cubicBezTo>
                <a:cubicBezTo>
                  <a:pt x="1161862" y="24397"/>
                  <a:pt x="1171170" y="6593"/>
                  <a:pt x="1187940" y="1422"/>
                </a:cubicBezTo>
                <a:cubicBezTo>
                  <a:pt x="1204710" y="-3750"/>
                  <a:pt x="1222441" y="5633"/>
                  <a:pt x="1227612" y="22329"/>
                </a:cubicBezTo>
                <a:cubicBezTo>
                  <a:pt x="1245195" y="79066"/>
                  <a:pt x="1254134" y="138094"/>
                  <a:pt x="1254134" y="197860"/>
                </a:cubicBezTo>
                <a:cubicBezTo>
                  <a:pt x="1254134" y="533779"/>
                  <a:pt x="972811" y="807123"/>
                  <a:pt x="627067" y="807123"/>
                </a:cubicBezTo>
                <a:close/>
              </a:path>
            </a:pathLst>
          </a:custGeom>
          <a:solidFill>
            <a:srgbClr val="EC4A79"/>
          </a:solidFill>
          <a:ln w="738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>
              <a:solidFill>
                <a:srgbClr val="F49EB7"/>
              </a:solidFill>
            </a:endParaRPr>
          </a:p>
        </p:txBody>
      </p:sp>
      <p:sp>
        <p:nvSpPr>
          <p:cNvPr id="93" name="Freeform: Shape 1003">
            <a:extLst>
              <a:ext uri="{FF2B5EF4-FFF2-40B4-BE49-F238E27FC236}">
                <a16:creationId xmlns:a16="http://schemas.microsoft.com/office/drawing/2014/main" id="{EB068831-D884-4887-22E2-DA75F67B9975}"/>
              </a:ext>
            </a:extLst>
          </p:cNvPr>
          <p:cNvSpPr/>
          <p:nvPr/>
        </p:nvSpPr>
        <p:spPr>
          <a:xfrm>
            <a:off x="9260524" y="2705145"/>
            <a:ext cx="1428530" cy="2007235"/>
          </a:xfrm>
          <a:custGeom>
            <a:avLst/>
            <a:gdLst>
              <a:gd name="connsiteX0" fmla="*/ 630096 w 858162"/>
              <a:gd name="connsiteY0" fmla="*/ 1212024 h 1212171"/>
              <a:gd name="connsiteX1" fmla="*/ 0 w 858162"/>
              <a:gd name="connsiteY1" fmla="*/ 606012 h 1212171"/>
              <a:gd name="connsiteX2" fmla="*/ 630096 w 858162"/>
              <a:gd name="connsiteY2" fmla="*/ 0 h 1212171"/>
              <a:gd name="connsiteX3" fmla="*/ 836434 w 858162"/>
              <a:gd name="connsiteY3" fmla="*/ 33245 h 1212171"/>
              <a:gd name="connsiteX4" fmla="*/ 856529 w 858162"/>
              <a:gd name="connsiteY4" fmla="*/ 73360 h 1212171"/>
              <a:gd name="connsiteX5" fmla="*/ 816413 w 858162"/>
              <a:gd name="connsiteY5" fmla="*/ 93454 h 1212171"/>
              <a:gd name="connsiteX6" fmla="*/ 630096 w 858162"/>
              <a:gd name="connsiteY6" fmla="*/ 63460 h 1212171"/>
              <a:gd name="connsiteX7" fmla="*/ 63460 w 858162"/>
              <a:gd name="connsiteY7" fmla="*/ 606086 h 1212171"/>
              <a:gd name="connsiteX8" fmla="*/ 630096 w 858162"/>
              <a:gd name="connsiteY8" fmla="*/ 1148712 h 1212171"/>
              <a:gd name="connsiteX9" fmla="*/ 815601 w 858162"/>
              <a:gd name="connsiteY9" fmla="*/ 1119013 h 1212171"/>
              <a:gd name="connsiteX10" fmla="*/ 855716 w 858162"/>
              <a:gd name="connsiteY10" fmla="*/ 1139108 h 1212171"/>
              <a:gd name="connsiteX11" fmla="*/ 835621 w 858162"/>
              <a:gd name="connsiteY11" fmla="*/ 1179223 h 1212171"/>
              <a:gd name="connsiteX12" fmla="*/ 630170 w 858162"/>
              <a:gd name="connsiteY12" fmla="*/ 1212172 h 1212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58162" h="1212171">
                <a:moveTo>
                  <a:pt x="630096" y="1212024"/>
                </a:moveTo>
                <a:cubicBezTo>
                  <a:pt x="282653" y="1212024"/>
                  <a:pt x="0" y="940157"/>
                  <a:pt x="0" y="606012"/>
                </a:cubicBezTo>
                <a:cubicBezTo>
                  <a:pt x="0" y="271867"/>
                  <a:pt x="282653" y="0"/>
                  <a:pt x="630096" y="0"/>
                </a:cubicBezTo>
                <a:cubicBezTo>
                  <a:pt x="700722" y="0"/>
                  <a:pt x="770166" y="11155"/>
                  <a:pt x="836434" y="33245"/>
                </a:cubicBezTo>
                <a:cubicBezTo>
                  <a:pt x="853056" y="38785"/>
                  <a:pt x="862069" y="56737"/>
                  <a:pt x="856529" y="73360"/>
                </a:cubicBezTo>
                <a:cubicBezTo>
                  <a:pt x="850988" y="89982"/>
                  <a:pt x="833036" y="98921"/>
                  <a:pt x="816413" y="93454"/>
                </a:cubicBezTo>
                <a:cubicBezTo>
                  <a:pt x="756647" y="73507"/>
                  <a:pt x="693926" y="63460"/>
                  <a:pt x="630096" y="63460"/>
                </a:cubicBezTo>
                <a:cubicBezTo>
                  <a:pt x="317671" y="63460"/>
                  <a:pt x="63460" y="306885"/>
                  <a:pt x="63460" y="606086"/>
                </a:cubicBezTo>
                <a:cubicBezTo>
                  <a:pt x="63460" y="905287"/>
                  <a:pt x="317671" y="1148712"/>
                  <a:pt x="630096" y="1148712"/>
                </a:cubicBezTo>
                <a:cubicBezTo>
                  <a:pt x="693778" y="1148712"/>
                  <a:pt x="756130" y="1138738"/>
                  <a:pt x="815601" y="1119013"/>
                </a:cubicBezTo>
                <a:cubicBezTo>
                  <a:pt x="832223" y="1113472"/>
                  <a:pt x="850175" y="1122485"/>
                  <a:pt x="855716" y="1139108"/>
                </a:cubicBezTo>
                <a:cubicBezTo>
                  <a:pt x="861257" y="1155730"/>
                  <a:pt x="852244" y="1173682"/>
                  <a:pt x="835621" y="1179223"/>
                </a:cubicBezTo>
                <a:cubicBezTo>
                  <a:pt x="769723" y="1201090"/>
                  <a:pt x="700648" y="1212172"/>
                  <a:pt x="630170" y="1212172"/>
                </a:cubicBezTo>
                <a:close/>
              </a:path>
            </a:pathLst>
          </a:custGeom>
          <a:solidFill>
            <a:srgbClr val="F6B028"/>
          </a:solidFill>
          <a:ln w="738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94" name="Freeform: Shape 1004">
            <a:extLst>
              <a:ext uri="{FF2B5EF4-FFF2-40B4-BE49-F238E27FC236}">
                <a16:creationId xmlns:a16="http://schemas.microsoft.com/office/drawing/2014/main" id="{E300342E-9A38-D643-0D77-452CD6DE4884}"/>
              </a:ext>
            </a:extLst>
          </p:cNvPr>
          <p:cNvSpPr/>
          <p:nvPr/>
        </p:nvSpPr>
        <p:spPr>
          <a:xfrm>
            <a:off x="8100837" y="3822041"/>
            <a:ext cx="2087557" cy="1441323"/>
          </a:xfrm>
          <a:custGeom>
            <a:avLst/>
            <a:gdLst>
              <a:gd name="connsiteX0" fmla="*/ 1173017 w 1254060"/>
              <a:gd name="connsiteY0" fmla="*/ 870418 h 870417"/>
              <a:gd name="connsiteX1" fmla="*/ 1160015 w 1254060"/>
              <a:gd name="connsiteY1" fmla="*/ 867610 h 870417"/>
              <a:gd name="connsiteX2" fmla="*/ 1144131 w 1254060"/>
              <a:gd name="connsiteY2" fmla="*/ 825648 h 870417"/>
              <a:gd name="connsiteX3" fmla="*/ 1190674 w 1254060"/>
              <a:gd name="connsiteY3" fmla="*/ 608598 h 870417"/>
              <a:gd name="connsiteX4" fmla="*/ 627067 w 1254060"/>
              <a:gd name="connsiteY4" fmla="*/ 63460 h 870417"/>
              <a:gd name="connsiteX5" fmla="*/ 63460 w 1254060"/>
              <a:gd name="connsiteY5" fmla="*/ 608598 h 870417"/>
              <a:gd name="connsiteX6" fmla="*/ 109559 w 1254060"/>
              <a:gd name="connsiteY6" fmla="*/ 824688 h 870417"/>
              <a:gd name="connsiteX7" fmla="*/ 93528 w 1254060"/>
              <a:gd name="connsiteY7" fmla="*/ 866576 h 870417"/>
              <a:gd name="connsiteX8" fmla="*/ 51640 w 1254060"/>
              <a:gd name="connsiteY8" fmla="*/ 850545 h 870417"/>
              <a:gd name="connsiteX9" fmla="*/ 0 w 1254060"/>
              <a:gd name="connsiteY9" fmla="*/ 608524 h 870417"/>
              <a:gd name="connsiteX10" fmla="*/ 627067 w 1254060"/>
              <a:gd name="connsiteY10" fmla="*/ 0 h 870417"/>
              <a:gd name="connsiteX11" fmla="*/ 1254060 w 1254060"/>
              <a:gd name="connsiteY11" fmla="*/ 608524 h 870417"/>
              <a:gd name="connsiteX12" fmla="*/ 1201903 w 1254060"/>
              <a:gd name="connsiteY12" fmla="*/ 851653 h 870417"/>
              <a:gd name="connsiteX13" fmla="*/ 1172943 w 1254060"/>
              <a:gd name="connsiteY13" fmla="*/ 870344 h 87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54060" h="870417">
                <a:moveTo>
                  <a:pt x="1173017" y="870418"/>
                </a:moveTo>
                <a:cubicBezTo>
                  <a:pt x="1168658" y="870418"/>
                  <a:pt x="1164226" y="869531"/>
                  <a:pt x="1160015" y="867610"/>
                </a:cubicBezTo>
                <a:cubicBezTo>
                  <a:pt x="1144057" y="860444"/>
                  <a:pt x="1136965" y="841679"/>
                  <a:pt x="1144131" y="825648"/>
                </a:cubicBezTo>
                <a:cubicBezTo>
                  <a:pt x="1175012" y="757090"/>
                  <a:pt x="1190674" y="684026"/>
                  <a:pt x="1190674" y="608598"/>
                </a:cubicBezTo>
                <a:cubicBezTo>
                  <a:pt x="1190674" y="307993"/>
                  <a:pt x="937867" y="63460"/>
                  <a:pt x="627067" y="63460"/>
                </a:cubicBezTo>
                <a:cubicBezTo>
                  <a:pt x="316267" y="63460"/>
                  <a:pt x="63460" y="307993"/>
                  <a:pt x="63460" y="608598"/>
                </a:cubicBezTo>
                <a:cubicBezTo>
                  <a:pt x="63460" y="683657"/>
                  <a:pt x="78974" y="756352"/>
                  <a:pt x="109559" y="824688"/>
                </a:cubicBezTo>
                <a:cubicBezTo>
                  <a:pt x="116726" y="840645"/>
                  <a:pt x="109559" y="859410"/>
                  <a:pt x="93528" y="866576"/>
                </a:cubicBezTo>
                <a:cubicBezTo>
                  <a:pt x="77497" y="873742"/>
                  <a:pt x="58806" y="866576"/>
                  <a:pt x="51640" y="850545"/>
                </a:cubicBezTo>
                <a:cubicBezTo>
                  <a:pt x="17361" y="774008"/>
                  <a:pt x="0" y="692522"/>
                  <a:pt x="0" y="608524"/>
                </a:cubicBezTo>
                <a:cubicBezTo>
                  <a:pt x="0" y="272975"/>
                  <a:pt x="281323" y="0"/>
                  <a:pt x="627067" y="0"/>
                </a:cubicBezTo>
                <a:cubicBezTo>
                  <a:pt x="972811" y="0"/>
                  <a:pt x="1254060" y="272975"/>
                  <a:pt x="1254060" y="608524"/>
                </a:cubicBezTo>
                <a:cubicBezTo>
                  <a:pt x="1254060" y="693039"/>
                  <a:pt x="1236477" y="774821"/>
                  <a:pt x="1201903" y="851653"/>
                </a:cubicBezTo>
                <a:cubicBezTo>
                  <a:pt x="1196584" y="863399"/>
                  <a:pt x="1185059" y="870344"/>
                  <a:pt x="1172943" y="870344"/>
                </a:cubicBezTo>
                <a:close/>
              </a:path>
            </a:pathLst>
          </a:custGeom>
          <a:solidFill>
            <a:srgbClr val="00B075"/>
          </a:solidFill>
          <a:ln w="738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95" name="Freeform: Shape 1005">
            <a:extLst>
              <a:ext uri="{FF2B5EF4-FFF2-40B4-BE49-F238E27FC236}">
                <a16:creationId xmlns:a16="http://schemas.microsoft.com/office/drawing/2014/main" id="{DF651E38-600D-9683-3D90-1EFD3EB1D498}"/>
              </a:ext>
            </a:extLst>
          </p:cNvPr>
          <p:cNvSpPr/>
          <p:nvPr/>
        </p:nvSpPr>
        <p:spPr>
          <a:xfrm>
            <a:off x="7382938" y="2704899"/>
            <a:ext cx="1643803" cy="2007235"/>
          </a:xfrm>
          <a:custGeom>
            <a:avLst/>
            <a:gdLst>
              <a:gd name="connsiteX0" fmla="*/ 358644 w 987483"/>
              <a:gd name="connsiteY0" fmla="*/ 1212172 h 1212171"/>
              <a:gd name="connsiteX1" fmla="*/ 23908 w 987483"/>
              <a:gd name="connsiteY1" fmla="*/ 1119235 h 1212171"/>
              <a:gd name="connsiteX2" fmla="*/ 13269 w 987483"/>
              <a:gd name="connsiteY2" fmla="*/ 1075647 h 1212171"/>
              <a:gd name="connsiteX3" fmla="*/ 56857 w 987483"/>
              <a:gd name="connsiteY3" fmla="*/ 1065009 h 1212171"/>
              <a:gd name="connsiteX4" fmla="*/ 358718 w 987483"/>
              <a:gd name="connsiteY4" fmla="*/ 1148712 h 1212171"/>
              <a:gd name="connsiteX5" fmla="*/ 924097 w 987483"/>
              <a:gd name="connsiteY5" fmla="*/ 606086 h 1212171"/>
              <a:gd name="connsiteX6" fmla="*/ 358718 w 987483"/>
              <a:gd name="connsiteY6" fmla="*/ 63460 h 1212171"/>
              <a:gd name="connsiteX7" fmla="*/ 48656 w 987483"/>
              <a:gd name="connsiteY7" fmla="*/ 152260 h 1212171"/>
              <a:gd name="connsiteX8" fmla="*/ 4921 w 987483"/>
              <a:gd name="connsiteY8" fmla="*/ 142361 h 1212171"/>
              <a:gd name="connsiteX9" fmla="*/ 14821 w 987483"/>
              <a:gd name="connsiteY9" fmla="*/ 98626 h 1212171"/>
              <a:gd name="connsiteX10" fmla="*/ 358718 w 987483"/>
              <a:gd name="connsiteY10" fmla="*/ 0 h 1212171"/>
              <a:gd name="connsiteX11" fmla="*/ 987484 w 987483"/>
              <a:gd name="connsiteY11" fmla="*/ 606012 h 1212171"/>
              <a:gd name="connsiteX12" fmla="*/ 358718 w 987483"/>
              <a:gd name="connsiteY12" fmla="*/ 1212024 h 1212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87483" h="1212171">
                <a:moveTo>
                  <a:pt x="358644" y="1212172"/>
                </a:moveTo>
                <a:cubicBezTo>
                  <a:pt x="239850" y="1212172"/>
                  <a:pt x="124085" y="1180036"/>
                  <a:pt x="23908" y="1119235"/>
                </a:cubicBezTo>
                <a:cubicBezTo>
                  <a:pt x="8911" y="1110148"/>
                  <a:pt x="4182" y="1090644"/>
                  <a:pt x="13269" y="1075647"/>
                </a:cubicBezTo>
                <a:cubicBezTo>
                  <a:pt x="22356" y="1060650"/>
                  <a:pt x="41860" y="1055922"/>
                  <a:pt x="56857" y="1065009"/>
                </a:cubicBezTo>
                <a:cubicBezTo>
                  <a:pt x="147134" y="1119752"/>
                  <a:pt x="251448" y="1148712"/>
                  <a:pt x="358718" y="1148712"/>
                </a:cubicBezTo>
                <a:cubicBezTo>
                  <a:pt x="670478" y="1148712"/>
                  <a:pt x="924097" y="905287"/>
                  <a:pt x="924097" y="606086"/>
                </a:cubicBezTo>
                <a:cubicBezTo>
                  <a:pt x="924097" y="306885"/>
                  <a:pt x="670478" y="63460"/>
                  <a:pt x="358718" y="63460"/>
                </a:cubicBezTo>
                <a:cubicBezTo>
                  <a:pt x="247902" y="63460"/>
                  <a:pt x="140633" y="94193"/>
                  <a:pt x="48656" y="152260"/>
                </a:cubicBezTo>
                <a:cubicBezTo>
                  <a:pt x="33881" y="161569"/>
                  <a:pt x="14230" y="157210"/>
                  <a:pt x="4921" y="142361"/>
                </a:cubicBezTo>
                <a:cubicBezTo>
                  <a:pt x="-4461" y="127585"/>
                  <a:pt x="-29" y="107934"/>
                  <a:pt x="14821" y="98626"/>
                </a:cubicBezTo>
                <a:cubicBezTo>
                  <a:pt x="116992" y="34131"/>
                  <a:pt x="235934" y="0"/>
                  <a:pt x="358718" y="0"/>
                </a:cubicBezTo>
                <a:cubicBezTo>
                  <a:pt x="705422" y="0"/>
                  <a:pt x="987484" y="271867"/>
                  <a:pt x="987484" y="606012"/>
                </a:cubicBezTo>
                <a:cubicBezTo>
                  <a:pt x="987484" y="940157"/>
                  <a:pt x="705422" y="1212024"/>
                  <a:pt x="358718" y="1212024"/>
                </a:cubicBezTo>
                <a:close/>
              </a:path>
            </a:pathLst>
          </a:custGeom>
          <a:solidFill>
            <a:srgbClr val="22BDEF"/>
          </a:solidFill>
          <a:ln w="738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grpSp>
        <p:nvGrpSpPr>
          <p:cNvPr id="96" name="Graphic 369">
            <a:extLst>
              <a:ext uri="{FF2B5EF4-FFF2-40B4-BE49-F238E27FC236}">
                <a16:creationId xmlns:a16="http://schemas.microsoft.com/office/drawing/2014/main" id="{0623F8C2-1E80-620A-92AF-6D866C73684B}"/>
              </a:ext>
            </a:extLst>
          </p:cNvPr>
          <p:cNvGrpSpPr/>
          <p:nvPr/>
        </p:nvGrpSpPr>
        <p:grpSpPr>
          <a:xfrm>
            <a:off x="8275722" y="1518883"/>
            <a:ext cx="1710837" cy="565299"/>
            <a:chOff x="10434635" y="6242728"/>
            <a:chExt cx="1027752" cy="341385"/>
          </a:xfrm>
          <a:solidFill>
            <a:srgbClr val="5259F1"/>
          </a:solidFill>
        </p:grpSpPr>
        <p:sp>
          <p:nvSpPr>
            <p:cNvPr id="161" name="Freeform: Shape 168">
              <a:extLst>
                <a:ext uri="{FF2B5EF4-FFF2-40B4-BE49-F238E27FC236}">
                  <a16:creationId xmlns:a16="http://schemas.microsoft.com/office/drawing/2014/main" id="{4E3B4C5A-2F29-F868-1ECD-D2E14280E4AF}"/>
                </a:ext>
              </a:extLst>
            </p:cNvPr>
            <p:cNvSpPr/>
            <p:nvPr/>
          </p:nvSpPr>
          <p:spPr>
            <a:xfrm>
              <a:off x="10434635" y="6499149"/>
              <a:ext cx="82084" cy="81270"/>
            </a:xfrm>
            <a:custGeom>
              <a:avLst/>
              <a:gdLst>
                <a:gd name="connsiteX0" fmla="*/ 3910 w 82084"/>
                <a:gd name="connsiteY0" fmla="*/ 56817 h 81270"/>
                <a:gd name="connsiteX1" fmla="*/ 142 w 82084"/>
                <a:gd name="connsiteY1" fmla="*/ 37018 h 81270"/>
                <a:gd name="connsiteX2" fmla="*/ 7677 w 82084"/>
                <a:gd name="connsiteY2" fmla="*/ 17219 h 81270"/>
                <a:gd name="connsiteX3" fmla="*/ 27624 w 82084"/>
                <a:gd name="connsiteY3" fmla="*/ 1779 h 81270"/>
                <a:gd name="connsiteX4" fmla="*/ 52077 w 82084"/>
                <a:gd name="connsiteY4" fmla="*/ 2518 h 81270"/>
                <a:gd name="connsiteX5" fmla="*/ 39961 w 82084"/>
                <a:gd name="connsiteY5" fmla="*/ 19805 h 81270"/>
                <a:gd name="connsiteX6" fmla="*/ 29914 w 82084"/>
                <a:gd name="connsiteY6" fmla="*/ 20913 h 81270"/>
                <a:gd name="connsiteX7" fmla="*/ 22157 w 82084"/>
                <a:gd name="connsiteY7" fmla="*/ 27488 h 81270"/>
                <a:gd name="connsiteX8" fmla="*/ 19054 w 82084"/>
                <a:gd name="connsiteY8" fmla="*/ 42855 h 81270"/>
                <a:gd name="connsiteX9" fmla="*/ 29619 w 82084"/>
                <a:gd name="connsiteY9" fmla="*/ 56965 h 81270"/>
                <a:gd name="connsiteX10" fmla="*/ 46463 w 82084"/>
                <a:gd name="connsiteY10" fmla="*/ 61989 h 81270"/>
                <a:gd name="connsiteX11" fmla="*/ 59834 w 82084"/>
                <a:gd name="connsiteY11" fmla="*/ 53788 h 81270"/>
                <a:gd name="connsiteX12" fmla="*/ 63307 w 82084"/>
                <a:gd name="connsiteY12" fmla="*/ 44258 h 81270"/>
                <a:gd name="connsiteX13" fmla="*/ 60869 w 82084"/>
                <a:gd name="connsiteY13" fmla="*/ 34433 h 81270"/>
                <a:gd name="connsiteX14" fmla="*/ 72984 w 82084"/>
                <a:gd name="connsiteY14" fmla="*/ 17145 h 81270"/>
                <a:gd name="connsiteX15" fmla="*/ 82071 w 82084"/>
                <a:gd name="connsiteY15" fmla="*/ 39826 h 81270"/>
                <a:gd name="connsiteX16" fmla="*/ 74388 w 82084"/>
                <a:gd name="connsiteY16" fmla="*/ 63836 h 81270"/>
                <a:gd name="connsiteX17" fmla="*/ 58431 w 82084"/>
                <a:gd name="connsiteY17" fmla="*/ 77724 h 81270"/>
                <a:gd name="connsiteX18" fmla="*/ 38558 w 82084"/>
                <a:gd name="connsiteY18" fmla="*/ 81049 h 81270"/>
                <a:gd name="connsiteX19" fmla="*/ 18463 w 82084"/>
                <a:gd name="connsiteY19" fmla="*/ 73144 h 81270"/>
                <a:gd name="connsiteX20" fmla="*/ 4057 w 82084"/>
                <a:gd name="connsiteY20" fmla="*/ 56891 h 8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2084" h="81270">
                  <a:moveTo>
                    <a:pt x="3910" y="56817"/>
                  </a:moveTo>
                  <a:cubicBezTo>
                    <a:pt x="807" y="50538"/>
                    <a:pt x="-449" y="43889"/>
                    <a:pt x="142" y="37018"/>
                  </a:cubicBezTo>
                  <a:cubicBezTo>
                    <a:pt x="733" y="30148"/>
                    <a:pt x="3245" y="23499"/>
                    <a:pt x="7677" y="17219"/>
                  </a:cubicBezTo>
                  <a:cubicBezTo>
                    <a:pt x="13070" y="9536"/>
                    <a:pt x="19645" y="4365"/>
                    <a:pt x="27624" y="1779"/>
                  </a:cubicBezTo>
                  <a:cubicBezTo>
                    <a:pt x="35603" y="-807"/>
                    <a:pt x="43655" y="-585"/>
                    <a:pt x="52077" y="2518"/>
                  </a:cubicBezTo>
                  <a:lnTo>
                    <a:pt x="39961" y="19805"/>
                  </a:lnTo>
                  <a:cubicBezTo>
                    <a:pt x="36341" y="19214"/>
                    <a:pt x="32943" y="19583"/>
                    <a:pt x="29914" y="20913"/>
                  </a:cubicBezTo>
                  <a:cubicBezTo>
                    <a:pt x="26811" y="22317"/>
                    <a:pt x="24226" y="24459"/>
                    <a:pt x="22157" y="27488"/>
                  </a:cubicBezTo>
                  <a:cubicBezTo>
                    <a:pt x="18759" y="32364"/>
                    <a:pt x="17725" y="37462"/>
                    <a:pt x="19054" y="42855"/>
                  </a:cubicBezTo>
                  <a:cubicBezTo>
                    <a:pt x="20384" y="48248"/>
                    <a:pt x="23856" y="52976"/>
                    <a:pt x="29619" y="56965"/>
                  </a:cubicBezTo>
                  <a:cubicBezTo>
                    <a:pt x="35381" y="60954"/>
                    <a:pt x="40922" y="62654"/>
                    <a:pt x="46463" y="61989"/>
                  </a:cubicBezTo>
                  <a:cubicBezTo>
                    <a:pt x="52003" y="61398"/>
                    <a:pt x="56436" y="58590"/>
                    <a:pt x="59834" y="53788"/>
                  </a:cubicBezTo>
                  <a:cubicBezTo>
                    <a:pt x="61903" y="50759"/>
                    <a:pt x="63085" y="47583"/>
                    <a:pt x="63307" y="44258"/>
                  </a:cubicBezTo>
                  <a:cubicBezTo>
                    <a:pt x="63528" y="40860"/>
                    <a:pt x="62716" y="37609"/>
                    <a:pt x="60869" y="34433"/>
                  </a:cubicBezTo>
                  <a:lnTo>
                    <a:pt x="72984" y="17145"/>
                  </a:lnTo>
                  <a:cubicBezTo>
                    <a:pt x="78747" y="23942"/>
                    <a:pt x="81776" y="31478"/>
                    <a:pt x="82071" y="39826"/>
                  </a:cubicBezTo>
                  <a:cubicBezTo>
                    <a:pt x="82293" y="48100"/>
                    <a:pt x="79781" y="56152"/>
                    <a:pt x="74388" y="63836"/>
                  </a:cubicBezTo>
                  <a:cubicBezTo>
                    <a:pt x="70029" y="70115"/>
                    <a:pt x="64710" y="74696"/>
                    <a:pt x="58431" y="77724"/>
                  </a:cubicBezTo>
                  <a:cubicBezTo>
                    <a:pt x="52151" y="80680"/>
                    <a:pt x="45502" y="81788"/>
                    <a:pt x="38558" y="81049"/>
                  </a:cubicBezTo>
                  <a:cubicBezTo>
                    <a:pt x="31613" y="80310"/>
                    <a:pt x="24891" y="77651"/>
                    <a:pt x="18463" y="73144"/>
                  </a:cubicBezTo>
                  <a:cubicBezTo>
                    <a:pt x="11962" y="68638"/>
                    <a:pt x="7234" y="63245"/>
                    <a:pt x="4057" y="56891"/>
                  </a:cubicBezTo>
                  <a:close/>
                </a:path>
              </a:pathLst>
            </a:custGeom>
            <a:solidFill>
              <a:srgbClr val="EC4A79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2" name="Freeform: Shape 170">
              <a:extLst>
                <a:ext uri="{FF2B5EF4-FFF2-40B4-BE49-F238E27FC236}">
                  <a16:creationId xmlns:a16="http://schemas.microsoft.com/office/drawing/2014/main" id="{76444F6C-8719-D4F6-272F-8EE58BCFEA8D}"/>
                </a:ext>
              </a:extLst>
            </p:cNvPr>
            <p:cNvSpPr/>
            <p:nvPr/>
          </p:nvSpPr>
          <p:spPr>
            <a:xfrm>
              <a:off x="10499015" y="6449043"/>
              <a:ext cx="66516" cy="66563"/>
            </a:xfrm>
            <a:custGeom>
              <a:avLst/>
              <a:gdLst>
                <a:gd name="connsiteX0" fmla="*/ 43031 w 66516"/>
                <a:gd name="connsiteY0" fmla="*/ 64962 h 66563"/>
                <a:gd name="connsiteX1" fmla="*/ 26852 w 66516"/>
                <a:gd name="connsiteY1" fmla="*/ 65774 h 66563"/>
                <a:gd name="connsiteX2" fmla="*/ 11264 w 66516"/>
                <a:gd name="connsiteY2" fmla="*/ 57204 h 66563"/>
                <a:gd name="connsiteX3" fmla="*/ 1439 w 66516"/>
                <a:gd name="connsiteY3" fmla="*/ 42429 h 66563"/>
                <a:gd name="connsiteX4" fmla="*/ 921 w 66516"/>
                <a:gd name="connsiteY4" fmla="*/ 26102 h 66563"/>
                <a:gd name="connsiteX5" fmla="*/ 9270 w 66516"/>
                <a:gd name="connsiteY5" fmla="*/ 11179 h 66563"/>
                <a:gd name="connsiteX6" fmla="*/ 23454 w 66516"/>
                <a:gd name="connsiteY6" fmla="*/ 1649 h 66563"/>
                <a:gd name="connsiteX7" fmla="*/ 39781 w 66516"/>
                <a:gd name="connsiteY7" fmla="*/ 763 h 66563"/>
                <a:gd name="connsiteX8" fmla="*/ 55369 w 66516"/>
                <a:gd name="connsiteY8" fmla="*/ 9258 h 66563"/>
                <a:gd name="connsiteX9" fmla="*/ 65120 w 66516"/>
                <a:gd name="connsiteY9" fmla="*/ 24108 h 66563"/>
                <a:gd name="connsiteX10" fmla="*/ 65564 w 66516"/>
                <a:gd name="connsiteY10" fmla="*/ 40508 h 66563"/>
                <a:gd name="connsiteX11" fmla="*/ 57216 w 66516"/>
                <a:gd name="connsiteY11" fmla="*/ 55505 h 66563"/>
                <a:gd name="connsiteX12" fmla="*/ 43031 w 66516"/>
                <a:gd name="connsiteY12" fmla="*/ 65035 h 66563"/>
                <a:gd name="connsiteX13" fmla="*/ 48129 w 66516"/>
                <a:gd name="connsiteY13" fmla="*/ 34376 h 66563"/>
                <a:gd name="connsiteX14" fmla="*/ 42145 w 66516"/>
                <a:gd name="connsiteY14" fmla="*/ 23590 h 66563"/>
                <a:gd name="connsiteX15" fmla="*/ 30989 w 66516"/>
                <a:gd name="connsiteY15" fmla="*/ 18419 h 66563"/>
                <a:gd name="connsiteX16" fmla="*/ 21681 w 66516"/>
                <a:gd name="connsiteY16" fmla="*/ 22482 h 66563"/>
                <a:gd name="connsiteX17" fmla="*/ 18356 w 66516"/>
                <a:gd name="connsiteY17" fmla="*/ 32086 h 66563"/>
                <a:gd name="connsiteX18" fmla="*/ 24488 w 66516"/>
                <a:gd name="connsiteY18" fmla="*/ 42798 h 66563"/>
                <a:gd name="connsiteX19" fmla="*/ 35570 w 66516"/>
                <a:gd name="connsiteY19" fmla="*/ 48044 h 66563"/>
                <a:gd name="connsiteX20" fmla="*/ 44804 w 66516"/>
                <a:gd name="connsiteY20" fmla="*/ 44054 h 66563"/>
                <a:gd name="connsiteX21" fmla="*/ 48129 w 66516"/>
                <a:gd name="connsiteY21" fmla="*/ 34376 h 66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6516" h="66563">
                  <a:moveTo>
                    <a:pt x="43031" y="64962"/>
                  </a:moveTo>
                  <a:cubicBezTo>
                    <a:pt x="37786" y="66808"/>
                    <a:pt x="32393" y="67030"/>
                    <a:pt x="26852" y="65774"/>
                  </a:cubicBezTo>
                  <a:cubicBezTo>
                    <a:pt x="21311" y="64518"/>
                    <a:pt x="16140" y="61637"/>
                    <a:pt x="11264" y="57204"/>
                  </a:cubicBezTo>
                  <a:cubicBezTo>
                    <a:pt x="6462" y="52772"/>
                    <a:pt x="3212" y="47896"/>
                    <a:pt x="1439" y="42429"/>
                  </a:cubicBezTo>
                  <a:cubicBezTo>
                    <a:pt x="-261" y="36962"/>
                    <a:pt x="-482" y="31495"/>
                    <a:pt x="921" y="26102"/>
                  </a:cubicBezTo>
                  <a:cubicBezTo>
                    <a:pt x="2325" y="20635"/>
                    <a:pt x="5059" y="15686"/>
                    <a:pt x="9270" y="11179"/>
                  </a:cubicBezTo>
                  <a:cubicBezTo>
                    <a:pt x="13407" y="6673"/>
                    <a:pt x="18135" y="3496"/>
                    <a:pt x="23454" y="1649"/>
                  </a:cubicBezTo>
                  <a:cubicBezTo>
                    <a:pt x="28773" y="-198"/>
                    <a:pt x="34166" y="-493"/>
                    <a:pt x="39781" y="763"/>
                  </a:cubicBezTo>
                  <a:cubicBezTo>
                    <a:pt x="45395" y="2018"/>
                    <a:pt x="50567" y="4826"/>
                    <a:pt x="55369" y="9258"/>
                  </a:cubicBezTo>
                  <a:cubicBezTo>
                    <a:pt x="60171" y="13691"/>
                    <a:pt x="63421" y="18641"/>
                    <a:pt x="65120" y="24108"/>
                  </a:cubicBezTo>
                  <a:cubicBezTo>
                    <a:pt x="66820" y="29575"/>
                    <a:pt x="66967" y="35041"/>
                    <a:pt x="65564" y="40508"/>
                  </a:cubicBezTo>
                  <a:cubicBezTo>
                    <a:pt x="64160" y="45975"/>
                    <a:pt x="61353" y="50999"/>
                    <a:pt x="57216" y="55505"/>
                  </a:cubicBezTo>
                  <a:cubicBezTo>
                    <a:pt x="53079" y="60012"/>
                    <a:pt x="48350" y="63188"/>
                    <a:pt x="43031" y="65035"/>
                  </a:cubicBezTo>
                  <a:close/>
                  <a:moveTo>
                    <a:pt x="48129" y="34376"/>
                  </a:moveTo>
                  <a:cubicBezTo>
                    <a:pt x="47833" y="30609"/>
                    <a:pt x="45839" y="27063"/>
                    <a:pt x="42145" y="23590"/>
                  </a:cubicBezTo>
                  <a:cubicBezTo>
                    <a:pt x="38451" y="20118"/>
                    <a:pt x="34683" y="18419"/>
                    <a:pt x="30989" y="18419"/>
                  </a:cubicBezTo>
                  <a:cubicBezTo>
                    <a:pt x="27296" y="18419"/>
                    <a:pt x="24193" y="19749"/>
                    <a:pt x="21681" y="22482"/>
                  </a:cubicBezTo>
                  <a:cubicBezTo>
                    <a:pt x="19169" y="25216"/>
                    <a:pt x="18061" y="28466"/>
                    <a:pt x="18356" y="32086"/>
                  </a:cubicBezTo>
                  <a:cubicBezTo>
                    <a:pt x="18652" y="35706"/>
                    <a:pt x="20720" y="39326"/>
                    <a:pt x="24488" y="42798"/>
                  </a:cubicBezTo>
                  <a:cubicBezTo>
                    <a:pt x="28256" y="46197"/>
                    <a:pt x="31950" y="47970"/>
                    <a:pt x="35570" y="48044"/>
                  </a:cubicBezTo>
                  <a:cubicBezTo>
                    <a:pt x="39190" y="48118"/>
                    <a:pt x="42293" y="46788"/>
                    <a:pt x="44804" y="44054"/>
                  </a:cubicBezTo>
                  <a:cubicBezTo>
                    <a:pt x="47316" y="41321"/>
                    <a:pt x="48424" y="38144"/>
                    <a:pt x="48129" y="34376"/>
                  </a:cubicBezTo>
                  <a:close/>
                </a:path>
              </a:pathLst>
            </a:custGeom>
            <a:solidFill>
              <a:srgbClr val="EC4A79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3" name="Freeform: Shape 171">
              <a:extLst>
                <a:ext uri="{FF2B5EF4-FFF2-40B4-BE49-F238E27FC236}">
                  <a16:creationId xmlns:a16="http://schemas.microsoft.com/office/drawing/2014/main" id="{AFB84AB4-D1C5-1BF7-D87E-FC2EE1D9F530}"/>
                </a:ext>
              </a:extLst>
            </p:cNvPr>
            <p:cNvSpPr/>
            <p:nvPr/>
          </p:nvSpPr>
          <p:spPr>
            <a:xfrm>
              <a:off x="10542564" y="6394808"/>
              <a:ext cx="88504" cy="79598"/>
            </a:xfrm>
            <a:custGeom>
              <a:avLst/>
              <a:gdLst>
                <a:gd name="connsiteX0" fmla="*/ 46838 w 88504"/>
                <a:gd name="connsiteY0" fmla="*/ 107 h 79598"/>
                <a:gd name="connsiteX1" fmla="*/ 64642 w 88504"/>
                <a:gd name="connsiteY1" fmla="*/ 11041 h 79598"/>
                <a:gd name="connsiteX2" fmla="*/ 88504 w 88504"/>
                <a:gd name="connsiteY2" fmla="*/ 39336 h 79598"/>
                <a:gd name="connsiteX3" fmla="*/ 73877 w 88504"/>
                <a:gd name="connsiteY3" fmla="*/ 51673 h 79598"/>
                <a:gd name="connsiteX4" fmla="*/ 51714 w 88504"/>
                <a:gd name="connsiteY4" fmla="*/ 25373 h 79598"/>
                <a:gd name="connsiteX5" fmla="*/ 42849 w 88504"/>
                <a:gd name="connsiteY5" fmla="*/ 19906 h 79598"/>
                <a:gd name="connsiteX6" fmla="*/ 33910 w 88504"/>
                <a:gd name="connsiteY6" fmla="*/ 22861 h 79598"/>
                <a:gd name="connsiteX7" fmla="*/ 29477 w 88504"/>
                <a:gd name="connsiteY7" fmla="*/ 31209 h 79598"/>
                <a:gd name="connsiteX8" fmla="*/ 33392 w 88504"/>
                <a:gd name="connsiteY8" fmla="*/ 40887 h 79598"/>
                <a:gd name="connsiteX9" fmla="*/ 55555 w 88504"/>
                <a:gd name="connsiteY9" fmla="*/ 67187 h 79598"/>
                <a:gd name="connsiteX10" fmla="*/ 40854 w 88504"/>
                <a:gd name="connsiteY10" fmla="*/ 79599 h 79598"/>
                <a:gd name="connsiteX11" fmla="*/ 0 w 88504"/>
                <a:gd name="connsiteY11" fmla="*/ 31135 h 79598"/>
                <a:gd name="connsiteX12" fmla="*/ 14701 w 88504"/>
                <a:gd name="connsiteY12" fmla="*/ 18724 h 79598"/>
                <a:gd name="connsiteX13" fmla="*/ 20095 w 88504"/>
                <a:gd name="connsiteY13" fmla="*/ 25151 h 79598"/>
                <a:gd name="connsiteX14" fmla="*/ 21794 w 88504"/>
                <a:gd name="connsiteY14" fmla="*/ 15030 h 79598"/>
                <a:gd name="connsiteX15" fmla="*/ 28738 w 88504"/>
                <a:gd name="connsiteY15" fmla="*/ 6017 h 79598"/>
                <a:gd name="connsiteX16" fmla="*/ 46838 w 88504"/>
                <a:gd name="connsiteY16" fmla="*/ 181 h 79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8504" h="79598">
                  <a:moveTo>
                    <a:pt x="46838" y="107"/>
                  </a:moveTo>
                  <a:cubicBezTo>
                    <a:pt x="53265" y="994"/>
                    <a:pt x="59249" y="4614"/>
                    <a:pt x="64642" y="11041"/>
                  </a:cubicBezTo>
                  <a:lnTo>
                    <a:pt x="88504" y="39336"/>
                  </a:lnTo>
                  <a:lnTo>
                    <a:pt x="73877" y="51673"/>
                  </a:lnTo>
                  <a:lnTo>
                    <a:pt x="51714" y="25373"/>
                  </a:lnTo>
                  <a:cubicBezTo>
                    <a:pt x="48980" y="22122"/>
                    <a:pt x="46025" y="20275"/>
                    <a:pt x="42849" y="19906"/>
                  </a:cubicBezTo>
                  <a:cubicBezTo>
                    <a:pt x="39672" y="19537"/>
                    <a:pt x="36717" y="20497"/>
                    <a:pt x="33910" y="22861"/>
                  </a:cubicBezTo>
                  <a:cubicBezTo>
                    <a:pt x="31102" y="25225"/>
                    <a:pt x="29625" y="28033"/>
                    <a:pt x="29477" y="31209"/>
                  </a:cubicBezTo>
                  <a:cubicBezTo>
                    <a:pt x="29329" y="34386"/>
                    <a:pt x="30659" y="37637"/>
                    <a:pt x="33392" y="40887"/>
                  </a:cubicBezTo>
                  <a:lnTo>
                    <a:pt x="55555" y="67187"/>
                  </a:lnTo>
                  <a:lnTo>
                    <a:pt x="40854" y="79599"/>
                  </a:lnTo>
                  <a:lnTo>
                    <a:pt x="0" y="31135"/>
                  </a:lnTo>
                  <a:lnTo>
                    <a:pt x="14701" y="18724"/>
                  </a:lnTo>
                  <a:lnTo>
                    <a:pt x="20095" y="25151"/>
                  </a:lnTo>
                  <a:cubicBezTo>
                    <a:pt x="19799" y="21753"/>
                    <a:pt x="20390" y="18355"/>
                    <a:pt x="21794" y="15030"/>
                  </a:cubicBezTo>
                  <a:cubicBezTo>
                    <a:pt x="23197" y="11706"/>
                    <a:pt x="25561" y="8677"/>
                    <a:pt x="28738" y="6017"/>
                  </a:cubicBezTo>
                  <a:cubicBezTo>
                    <a:pt x="34353" y="1289"/>
                    <a:pt x="40411" y="-632"/>
                    <a:pt x="46838" y="181"/>
                  </a:cubicBezTo>
                  <a:close/>
                </a:path>
              </a:pathLst>
            </a:custGeom>
            <a:solidFill>
              <a:srgbClr val="EC4A79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4" name="Freeform: Shape 172">
              <a:extLst>
                <a:ext uri="{FF2B5EF4-FFF2-40B4-BE49-F238E27FC236}">
                  <a16:creationId xmlns:a16="http://schemas.microsoft.com/office/drawing/2014/main" id="{1ADB39AC-034F-5850-CC3B-A9D25A8252BF}"/>
                </a:ext>
              </a:extLst>
            </p:cNvPr>
            <p:cNvSpPr/>
            <p:nvPr/>
          </p:nvSpPr>
          <p:spPr>
            <a:xfrm>
              <a:off x="10605950" y="6349079"/>
              <a:ext cx="86731" cy="78637"/>
            </a:xfrm>
            <a:custGeom>
              <a:avLst/>
              <a:gdLst>
                <a:gd name="connsiteX0" fmla="*/ 50753 w 86731"/>
                <a:gd name="connsiteY0" fmla="*/ 771 h 78637"/>
                <a:gd name="connsiteX1" fmla="*/ 66932 w 86731"/>
                <a:gd name="connsiteY1" fmla="*/ 13995 h 78637"/>
                <a:gd name="connsiteX2" fmla="*/ 86732 w 86731"/>
                <a:gd name="connsiteY2" fmla="*/ 45319 h 78637"/>
                <a:gd name="connsiteX3" fmla="*/ 70552 w 86731"/>
                <a:gd name="connsiteY3" fmla="*/ 55514 h 78637"/>
                <a:gd name="connsiteX4" fmla="*/ 52157 w 86731"/>
                <a:gd name="connsiteY4" fmla="*/ 26407 h 78637"/>
                <a:gd name="connsiteX5" fmla="*/ 44105 w 86731"/>
                <a:gd name="connsiteY5" fmla="*/ 19758 h 78637"/>
                <a:gd name="connsiteX6" fmla="*/ 34796 w 86731"/>
                <a:gd name="connsiteY6" fmla="*/ 21457 h 78637"/>
                <a:gd name="connsiteX7" fmla="*/ 29255 w 86731"/>
                <a:gd name="connsiteY7" fmla="*/ 29140 h 78637"/>
                <a:gd name="connsiteX8" fmla="*/ 31767 w 86731"/>
                <a:gd name="connsiteY8" fmla="*/ 39261 h 78637"/>
                <a:gd name="connsiteX9" fmla="*/ 50162 w 86731"/>
                <a:gd name="connsiteY9" fmla="*/ 68369 h 78637"/>
                <a:gd name="connsiteX10" fmla="*/ 33909 w 86731"/>
                <a:gd name="connsiteY10" fmla="*/ 78638 h 78637"/>
                <a:gd name="connsiteX11" fmla="*/ 0 w 86731"/>
                <a:gd name="connsiteY11" fmla="*/ 25077 h 78637"/>
                <a:gd name="connsiteX12" fmla="*/ 16253 w 86731"/>
                <a:gd name="connsiteY12" fmla="*/ 14808 h 78637"/>
                <a:gd name="connsiteX13" fmla="*/ 20759 w 86731"/>
                <a:gd name="connsiteY13" fmla="*/ 21900 h 78637"/>
                <a:gd name="connsiteX14" fmla="*/ 23862 w 86731"/>
                <a:gd name="connsiteY14" fmla="*/ 12075 h 78637"/>
                <a:gd name="connsiteX15" fmla="*/ 31989 w 86731"/>
                <a:gd name="connsiteY15" fmla="*/ 4096 h 78637"/>
                <a:gd name="connsiteX16" fmla="*/ 50753 w 86731"/>
                <a:gd name="connsiteY16" fmla="*/ 771 h 78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731" h="78637">
                  <a:moveTo>
                    <a:pt x="50753" y="771"/>
                  </a:moveTo>
                  <a:cubicBezTo>
                    <a:pt x="57033" y="2470"/>
                    <a:pt x="62426" y="6903"/>
                    <a:pt x="66932" y="13995"/>
                  </a:cubicBezTo>
                  <a:lnTo>
                    <a:pt x="86732" y="45319"/>
                  </a:lnTo>
                  <a:lnTo>
                    <a:pt x="70552" y="55514"/>
                  </a:lnTo>
                  <a:lnTo>
                    <a:pt x="52157" y="26407"/>
                  </a:lnTo>
                  <a:cubicBezTo>
                    <a:pt x="49867" y="22787"/>
                    <a:pt x="47207" y="20644"/>
                    <a:pt x="44105" y="19758"/>
                  </a:cubicBezTo>
                  <a:cubicBezTo>
                    <a:pt x="41002" y="18871"/>
                    <a:pt x="37899" y="19536"/>
                    <a:pt x="34796" y="21457"/>
                  </a:cubicBezTo>
                  <a:cubicBezTo>
                    <a:pt x="31693" y="23378"/>
                    <a:pt x="29846" y="25963"/>
                    <a:pt x="29255" y="29140"/>
                  </a:cubicBezTo>
                  <a:cubicBezTo>
                    <a:pt x="28664" y="32317"/>
                    <a:pt x="29551" y="35641"/>
                    <a:pt x="31767" y="39261"/>
                  </a:cubicBezTo>
                  <a:lnTo>
                    <a:pt x="50162" y="68369"/>
                  </a:lnTo>
                  <a:lnTo>
                    <a:pt x="33909" y="78638"/>
                  </a:lnTo>
                  <a:lnTo>
                    <a:pt x="0" y="25077"/>
                  </a:lnTo>
                  <a:lnTo>
                    <a:pt x="16253" y="14808"/>
                  </a:lnTo>
                  <a:lnTo>
                    <a:pt x="20759" y="21900"/>
                  </a:lnTo>
                  <a:cubicBezTo>
                    <a:pt x="20907" y="18502"/>
                    <a:pt x="21941" y="15251"/>
                    <a:pt x="23862" y="12075"/>
                  </a:cubicBezTo>
                  <a:cubicBezTo>
                    <a:pt x="25783" y="8972"/>
                    <a:pt x="28443" y="6238"/>
                    <a:pt x="31989" y="4096"/>
                  </a:cubicBezTo>
                  <a:cubicBezTo>
                    <a:pt x="38194" y="180"/>
                    <a:pt x="44474" y="-928"/>
                    <a:pt x="50753" y="771"/>
                  </a:cubicBezTo>
                  <a:close/>
                </a:path>
              </a:pathLst>
            </a:custGeom>
            <a:solidFill>
              <a:srgbClr val="EC4A79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5" name="Freeform: Shape 173">
              <a:extLst>
                <a:ext uri="{FF2B5EF4-FFF2-40B4-BE49-F238E27FC236}">
                  <a16:creationId xmlns:a16="http://schemas.microsoft.com/office/drawing/2014/main" id="{074F29EE-A343-69F9-2B78-2A547B6D08B9}"/>
                </a:ext>
              </a:extLst>
            </p:cNvPr>
            <p:cNvSpPr/>
            <p:nvPr/>
          </p:nvSpPr>
          <p:spPr>
            <a:xfrm>
              <a:off x="10681999" y="6315945"/>
              <a:ext cx="64463" cy="65892"/>
            </a:xfrm>
            <a:custGeom>
              <a:avLst/>
              <a:gdLst>
                <a:gd name="connsiteX0" fmla="*/ 62470 w 64463"/>
                <a:gd name="connsiteY0" fmla="*/ 24301 h 65892"/>
                <a:gd name="connsiteX1" fmla="*/ 22946 w 64463"/>
                <a:gd name="connsiteY1" fmla="*/ 42475 h 65892"/>
                <a:gd name="connsiteX2" fmla="*/ 30112 w 64463"/>
                <a:gd name="connsiteY2" fmla="*/ 49124 h 65892"/>
                <a:gd name="connsiteX3" fmla="*/ 38830 w 64463"/>
                <a:gd name="connsiteY3" fmla="*/ 48533 h 65892"/>
                <a:gd name="connsiteX4" fmla="*/ 45331 w 64463"/>
                <a:gd name="connsiteY4" fmla="*/ 38781 h 65892"/>
                <a:gd name="connsiteX5" fmla="*/ 63948 w 64463"/>
                <a:gd name="connsiteY5" fmla="*/ 30211 h 65892"/>
                <a:gd name="connsiteX6" fmla="*/ 63504 w 64463"/>
                <a:gd name="connsiteY6" fmla="*/ 42770 h 65892"/>
                <a:gd name="connsiteX7" fmla="*/ 57447 w 64463"/>
                <a:gd name="connsiteY7" fmla="*/ 54221 h 65892"/>
                <a:gd name="connsiteX8" fmla="*/ 46070 w 64463"/>
                <a:gd name="connsiteY8" fmla="*/ 62569 h 65892"/>
                <a:gd name="connsiteX9" fmla="*/ 29521 w 64463"/>
                <a:gd name="connsiteY9" fmla="*/ 65820 h 65892"/>
                <a:gd name="connsiteX10" fmla="*/ 14524 w 64463"/>
                <a:gd name="connsiteY10" fmla="*/ 60205 h 65892"/>
                <a:gd name="connsiteX11" fmla="*/ 3664 w 64463"/>
                <a:gd name="connsiteY11" fmla="*/ 46169 h 65892"/>
                <a:gd name="connsiteX12" fmla="*/ 44 w 64463"/>
                <a:gd name="connsiteY12" fmla="*/ 28808 h 65892"/>
                <a:gd name="connsiteX13" fmla="*/ 5437 w 64463"/>
                <a:gd name="connsiteY13" fmla="*/ 13811 h 65892"/>
                <a:gd name="connsiteX14" fmla="*/ 18809 w 64463"/>
                <a:gd name="connsiteY14" fmla="*/ 3320 h 65892"/>
                <a:gd name="connsiteX15" fmla="*/ 35136 w 64463"/>
                <a:gd name="connsiteY15" fmla="*/ 69 h 65892"/>
                <a:gd name="connsiteX16" fmla="*/ 49837 w 64463"/>
                <a:gd name="connsiteY16" fmla="*/ 5462 h 65892"/>
                <a:gd name="connsiteX17" fmla="*/ 60476 w 64463"/>
                <a:gd name="connsiteY17" fmla="*/ 18982 h 65892"/>
                <a:gd name="connsiteX18" fmla="*/ 62544 w 64463"/>
                <a:gd name="connsiteY18" fmla="*/ 24301 h 65892"/>
                <a:gd name="connsiteX19" fmla="*/ 40381 w 64463"/>
                <a:gd name="connsiteY19" fmla="*/ 22602 h 65892"/>
                <a:gd name="connsiteX20" fmla="*/ 33954 w 64463"/>
                <a:gd name="connsiteY20" fmla="*/ 16766 h 65892"/>
                <a:gd name="connsiteX21" fmla="*/ 25089 w 64463"/>
                <a:gd name="connsiteY21" fmla="*/ 17578 h 65892"/>
                <a:gd name="connsiteX22" fmla="*/ 18883 w 64463"/>
                <a:gd name="connsiteY22" fmla="*/ 23562 h 65892"/>
                <a:gd name="connsiteX23" fmla="*/ 18513 w 64463"/>
                <a:gd name="connsiteY23" fmla="*/ 32575 h 65892"/>
                <a:gd name="connsiteX24" fmla="*/ 40381 w 64463"/>
                <a:gd name="connsiteY24" fmla="*/ 22528 h 65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4463" h="65892">
                  <a:moveTo>
                    <a:pt x="62470" y="24301"/>
                  </a:moveTo>
                  <a:lnTo>
                    <a:pt x="22946" y="42475"/>
                  </a:lnTo>
                  <a:cubicBezTo>
                    <a:pt x="24867" y="45947"/>
                    <a:pt x="27231" y="48163"/>
                    <a:pt x="30112" y="49124"/>
                  </a:cubicBezTo>
                  <a:cubicBezTo>
                    <a:pt x="32993" y="50084"/>
                    <a:pt x="35874" y="49936"/>
                    <a:pt x="38830" y="48533"/>
                  </a:cubicBezTo>
                  <a:cubicBezTo>
                    <a:pt x="43188" y="46538"/>
                    <a:pt x="45331" y="43287"/>
                    <a:pt x="45331" y="38781"/>
                  </a:cubicBezTo>
                  <a:lnTo>
                    <a:pt x="63948" y="30211"/>
                  </a:lnTo>
                  <a:cubicBezTo>
                    <a:pt x="64760" y="34422"/>
                    <a:pt x="64613" y="38633"/>
                    <a:pt x="63504" y="42770"/>
                  </a:cubicBezTo>
                  <a:cubicBezTo>
                    <a:pt x="62396" y="46981"/>
                    <a:pt x="60402" y="50749"/>
                    <a:pt x="57447" y="54221"/>
                  </a:cubicBezTo>
                  <a:cubicBezTo>
                    <a:pt x="54491" y="57693"/>
                    <a:pt x="50724" y="60427"/>
                    <a:pt x="46070" y="62569"/>
                  </a:cubicBezTo>
                  <a:cubicBezTo>
                    <a:pt x="40455" y="65155"/>
                    <a:pt x="34988" y="66189"/>
                    <a:pt x="29521" y="65820"/>
                  </a:cubicBezTo>
                  <a:cubicBezTo>
                    <a:pt x="24054" y="65450"/>
                    <a:pt x="19031" y="63530"/>
                    <a:pt x="14524" y="60205"/>
                  </a:cubicBezTo>
                  <a:cubicBezTo>
                    <a:pt x="10018" y="56881"/>
                    <a:pt x="6398" y="52226"/>
                    <a:pt x="3664" y="46169"/>
                  </a:cubicBezTo>
                  <a:cubicBezTo>
                    <a:pt x="931" y="40185"/>
                    <a:pt x="-251" y="34422"/>
                    <a:pt x="44" y="28808"/>
                  </a:cubicBezTo>
                  <a:cubicBezTo>
                    <a:pt x="414" y="23193"/>
                    <a:pt x="2187" y="18243"/>
                    <a:pt x="5437" y="13811"/>
                  </a:cubicBezTo>
                  <a:cubicBezTo>
                    <a:pt x="8688" y="9378"/>
                    <a:pt x="13120" y="5906"/>
                    <a:pt x="18809" y="3320"/>
                  </a:cubicBezTo>
                  <a:cubicBezTo>
                    <a:pt x="24350" y="808"/>
                    <a:pt x="29743" y="-300"/>
                    <a:pt x="35136" y="69"/>
                  </a:cubicBezTo>
                  <a:cubicBezTo>
                    <a:pt x="40529" y="439"/>
                    <a:pt x="45405" y="2212"/>
                    <a:pt x="49837" y="5462"/>
                  </a:cubicBezTo>
                  <a:cubicBezTo>
                    <a:pt x="54270" y="8713"/>
                    <a:pt x="57816" y="13219"/>
                    <a:pt x="60476" y="18982"/>
                  </a:cubicBezTo>
                  <a:cubicBezTo>
                    <a:pt x="61214" y="20607"/>
                    <a:pt x="61953" y="22380"/>
                    <a:pt x="62544" y="24301"/>
                  </a:cubicBezTo>
                  <a:close/>
                  <a:moveTo>
                    <a:pt x="40381" y="22602"/>
                  </a:moveTo>
                  <a:cubicBezTo>
                    <a:pt x="38977" y="19573"/>
                    <a:pt x="36835" y="17652"/>
                    <a:pt x="33954" y="16766"/>
                  </a:cubicBezTo>
                  <a:cubicBezTo>
                    <a:pt x="31073" y="15953"/>
                    <a:pt x="28118" y="16175"/>
                    <a:pt x="25089" y="17578"/>
                  </a:cubicBezTo>
                  <a:cubicBezTo>
                    <a:pt x="22133" y="18908"/>
                    <a:pt x="20065" y="20903"/>
                    <a:pt x="18883" y="23562"/>
                  </a:cubicBezTo>
                  <a:cubicBezTo>
                    <a:pt x="17627" y="26222"/>
                    <a:pt x="17553" y="29251"/>
                    <a:pt x="18513" y="32575"/>
                  </a:cubicBezTo>
                  <a:lnTo>
                    <a:pt x="40381" y="22528"/>
                  </a:lnTo>
                  <a:close/>
                </a:path>
              </a:pathLst>
            </a:custGeom>
            <a:solidFill>
              <a:srgbClr val="EC4A79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6" name="Freeform: Shape 174">
              <a:extLst>
                <a:ext uri="{FF2B5EF4-FFF2-40B4-BE49-F238E27FC236}">
                  <a16:creationId xmlns:a16="http://schemas.microsoft.com/office/drawing/2014/main" id="{41955C30-7864-0E8A-5C17-AEF381CBBC64}"/>
                </a:ext>
              </a:extLst>
            </p:cNvPr>
            <p:cNvSpPr/>
            <p:nvPr/>
          </p:nvSpPr>
          <p:spPr>
            <a:xfrm>
              <a:off x="10748288" y="6290748"/>
              <a:ext cx="63410" cy="65727"/>
            </a:xfrm>
            <a:custGeom>
              <a:avLst/>
              <a:gdLst>
                <a:gd name="connsiteX0" fmla="*/ 540 w 63410"/>
                <a:gd name="connsiteY0" fmla="*/ 24675 h 65727"/>
                <a:gd name="connsiteX1" fmla="*/ 7706 w 63410"/>
                <a:gd name="connsiteY1" fmla="*/ 10491 h 65727"/>
                <a:gd name="connsiteX2" fmla="*/ 22112 w 63410"/>
                <a:gd name="connsiteY2" fmla="*/ 1773 h 65727"/>
                <a:gd name="connsiteX3" fmla="*/ 42797 w 63410"/>
                <a:gd name="connsiteY3" fmla="*/ 1773 h 65727"/>
                <a:gd name="connsiteX4" fmla="*/ 58016 w 63410"/>
                <a:gd name="connsiteY4" fmla="*/ 15440 h 65727"/>
                <a:gd name="connsiteX5" fmla="*/ 38513 w 63410"/>
                <a:gd name="connsiteY5" fmla="*/ 21646 h 65727"/>
                <a:gd name="connsiteX6" fmla="*/ 26766 w 63410"/>
                <a:gd name="connsiteY6" fmla="*/ 17730 h 65727"/>
                <a:gd name="connsiteX7" fmla="*/ 19970 w 63410"/>
                <a:gd name="connsiteY7" fmla="*/ 24232 h 65727"/>
                <a:gd name="connsiteX8" fmla="*/ 20561 w 63410"/>
                <a:gd name="connsiteY8" fmla="*/ 36495 h 65727"/>
                <a:gd name="connsiteX9" fmla="*/ 27136 w 63410"/>
                <a:gd name="connsiteY9" fmla="*/ 46838 h 65727"/>
                <a:gd name="connsiteX10" fmla="*/ 36444 w 63410"/>
                <a:gd name="connsiteY10" fmla="*/ 48242 h 65727"/>
                <a:gd name="connsiteX11" fmla="*/ 43758 w 63410"/>
                <a:gd name="connsiteY11" fmla="*/ 38268 h 65727"/>
                <a:gd name="connsiteX12" fmla="*/ 63261 w 63410"/>
                <a:gd name="connsiteY12" fmla="*/ 32063 h 65727"/>
                <a:gd name="connsiteX13" fmla="*/ 58607 w 63410"/>
                <a:gd name="connsiteY13" fmla="*/ 51935 h 65727"/>
                <a:gd name="connsiteX14" fmla="*/ 41763 w 63410"/>
                <a:gd name="connsiteY14" fmla="*/ 63977 h 65727"/>
                <a:gd name="connsiteX15" fmla="*/ 24993 w 63410"/>
                <a:gd name="connsiteY15" fmla="*/ 65159 h 65727"/>
                <a:gd name="connsiteX16" fmla="*/ 10957 w 63410"/>
                <a:gd name="connsiteY16" fmla="*/ 57698 h 65727"/>
                <a:gd name="connsiteX17" fmla="*/ 1944 w 63410"/>
                <a:gd name="connsiteY17" fmla="*/ 42405 h 65727"/>
                <a:gd name="connsiteX18" fmla="*/ 540 w 63410"/>
                <a:gd name="connsiteY18" fmla="*/ 24749 h 65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3410" h="65727">
                  <a:moveTo>
                    <a:pt x="540" y="24675"/>
                  </a:moveTo>
                  <a:cubicBezTo>
                    <a:pt x="1574" y="19208"/>
                    <a:pt x="3938" y="14480"/>
                    <a:pt x="7706" y="10491"/>
                  </a:cubicBezTo>
                  <a:cubicBezTo>
                    <a:pt x="11400" y="6501"/>
                    <a:pt x="16202" y="3620"/>
                    <a:pt x="22112" y="1773"/>
                  </a:cubicBezTo>
                  <a:cubicBezTo>
                    <a:pt x="29574" y="-591"/>
                    <a:pt x="36518" y="-591"/>
                    <a:pt x="42797" y="1773"/>
                  </a:cubicBezTo>
                  <a:cubicBezTo>
                    <a:pt x="49077" y="4137"/>
                    <a:pt x="54175" y="8717"/>
                    <a:pt x="58016" y="15440"/>
                  </a:cubicBezTo>
                  <a:lnTo>
                    <a:pt x="38513" y="21646"/>
                  </a:lnTo>
                  <a:cubicBezTo>
                    <a:pt x="35410" y="17583"/>
                    <a:pt x="31494" y="16253"/>
                    <a:pt x="26766" y="17730"/>
                  </a:cubicBezTo>
                  <a:cubicBezTo>
                    <a:pt x="23442" y="18765"/>
                    <a:pt x="21152" y="20981"/>
                    <a:pt x="19970" y="24232"/>
                  </a:cubicBezTo>
                  <a:cubicBezTo>
                    <a:pt x="18787" y="27482"/>
                    <a:pt x="19009" y="31619"/>
                    <a:pt x="20561" y="36495"/>
                  </a:cubicBezTo>
                  <a:cubicBezTo>
                    <a:pt x="22112" y="41445"/>
                    <a:pt x="24328" y="44843"/>
                    <a:pt x="27136" y="46838"/>
                  </a:cubicBezTo>
                  <a:cubicBezTo>
                    <a:pt x="29943" y="48833"/>
                    <a:pt x="33046" y="49276"/>
                    <a:pt x="36444" y="48242"/>
                  </a:cubicBezTo>
                  <a:cubicBezTo>
                    <a:pt x="41172" y="46764"/>
                    <a:pt x="43610" y="43440"/>
                    <a:pt x="43758" y="38268"/>
                  </a:cubicBezTo>
                  <a:lnTo>
                    <a:pt x="63261" y="32063"/>
                  </a:lnTo>
                  <a:cubicBezTo>
                    <a:pt x="63926" y="39672"/>
                    <a:pt x="62375" y="46247"/>
                    <a:pt x="58607" y="51935"/>
                  </a:cubicBezTo>
                  <a:cubicBezTo>
                    <a:pt x="54839" y="57624"/>
                    <a:pt x="49225" y="61613"/>
                    <a:pt x="41763" y="63977"/>
                  </a:cubicBezTo>
                  <a:cubicBezTo>
                    <a:pt x="35927" y="65824"/>
                    <a:pt x="30312" y="66194"/>
                    <a:pt x="24993" y="65159"/>
                  </a:cubicBezTo>
                  <a:cubicBezTo>
                    <a:pt x="19674" y="64051"/>
                    <a:pt x="14946" y="61613"/>
                    <a:pt x="10957" y="57698"/>
                  </a:cubicBezTo>
                  <a:cubicBezTo>
                    <a:pt x="6967" y="53782"/>
                    <a:pt x="3938" y="48759"/>
                    <a:pt x="1944" y="42405"/>
                  </a:cubicBezTo>
                  <a:cubicBezTo>
                    <a:pt x="-51" y="36052"/>
                    <a:pt x="-494" y="30216"/>
                    <a:pt x="540" y="24749"/>
                  </a:cubicBezTo>
                  <a:close/>
                </a:path>
              </a:pathLst>
            </a:custGeom>
            <a:solidFill>
              <a:srgbClr val="EC4A79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7" name="Freeform: Shape 175">
              <a:extLst>
                <a:ext uri="{FF2B5EF4-FFF2-40B4-BE49-F238E27FC236}">
                  <a16:creationId xmlns:a16="http://schemas.microsoft.com/office/drawing/2014/main" id="{6613654E-F140-8A77-A748-E2ABBA136C69}"/>
                </a:ext>
              </a:extLst>
            </p:cNvPr>
            <p:cNvSpPr/>
            <p:nvPr/>
          </p:nvSpPr>
          <p:spPr>
            <a:xfrm>
              <a:off x="10809111" y="6261419"/>
              <a:ext cx="51787" cy="77405"/>
            </a:xfrm>
            <a:custGeom>
              <a:avLst/>
              <a:gdLst>
                <a:gd name="connsiteX0" fmla="*/ 48389 w 51787"/>
                <a:gd name="connsiteY0" fmla="*/ 58510 h 77405"/>
                <a:gd name="connsiteX1" fmla="*/ 51788 w 51787"/>
                <a:gd name="connsiteY1" fmla="*/ 74616 h 77405"/>
                <a:gd name="connsiteX2" fmla="*/ 42258 w 51787"/>
                <a:gd name="connsiteY2" fmla="*/ 76610 h 77405"/>
                <a:gd name="connsiteX3" fmla="*/ 25266 w 51787"/>
                <a:gd name="connsiteY3" fmla="*/ 74911 h 77405"/>
                <a:gd name="connsiteX4" fmla="*/ 16031 w 51787"/>
                <a:gd name="connsiteY4" fmla="*/ 59619 h 77405"/>
                <a:gd name="connsiteX5" fmla="*/ 10786 w 51787"/>
                <a:gd name="connsiteY5" fmla="*/ 34944 h 77405"/>
                <a:gd name="connsiteX6" fmla="*/ 3324 w 51787"/>
                <a:gd name="connsiteY6" fmla="*/ 36495 h 77405"/>
                <a:gd name="connsiteX7" fmla="*/ 0 w 51787"/>
                <a:gd name="connsiteY7" fmla="*/ 20686 h 77405"/>
                <a:gd name="connsiteX8" fmla="*/ 7462 w 51787"/>
                <a:gd name="connsiteY8" fmla="*/ 19134 h 77405"/>
                <a:gd name="connsiteX9" fmla="*/ 4285 w 51787"/>
                <a:gd name="connsiteY9" fmla="*/ 3989 h 77405"/>
                <a:gd name="connsiteX10" fmla="*/ 23124 w 51787"/>
                <a:gd name="connsiteY10" fmla="*/ 0 h 77405"/>
                <a:gd name="connsiteX11" fmla="*/ 26300 w 51787"/>
                <a:gd name="connsiteY11" fmla="*/ 15145 h 77405"/>
                <a:gd name="connsiteX12" fmla="*/ 38638 w 51787"/>
                <a:gd name="connsiteY12" fmla="*/ 12559 h 77405"/>
                <a:gd name="connsiteX13" fmla="*/ 41962 w 51787"/>
                <a:gd name="connsiteY13" fmla="*/ 28369 h 77405"/>
                <a:gd name="connsiteX14" fmla="*/ 29625 w 51787"/>
                <a:gd name="connsiteY14" fmla="*/ 30954 h 77405"/>
                <a:gd name="connsiteX15" fmla="*/ 34870 w 51787"/>
                <a:gd name="connsiteY15" fmla="*/ 55851 h 77405"/>
                <a:gd name="connsiteX16" fmla="*/ 37012 w 51787"/>
                <a:gd name="connsiteY16" fmla="*/ 59545 h 77405"/>
                <a:gd name="connsiteX17" fmla="*/ 41667 w 51787"/>
                <a:gd name="connsiteY17" fmla="*/ 59840 h 77405"/>
                <a:gd name="connsiteX18" fmla="*/ 48389 w 51787"/>
                <a:gd name="connsiteY18" fmla="*/ 58437 h 7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1787" h="77405">
                  <a:moveTo>
                    <a:pt x="48389" y="58510"/>
                  </a:moveTo>
                  <a:lnTo>
                    <a:pt x="51788" y="74616"/>
                  </a:lnTo>
                  <a:lnTo>
                    <a:pt x="42258" y="76610"/>
                  </a:lnTo>
                  <a:cubicBezTo>
                    <a:pt x="35461" y="78088"/>
                    <a:pt x="29772" y="77497"/>
                    <a:pt x="25266" y="74911"/>
                  </a:cubicBezTo>
                  <a:cubicBezTo>
                    <a:pt x="20759" y="72325"/>
                    <a:pt x="17657" y="67228"/>
                    <a:pt x="16031" y="59619"/>
                  </a:cubicBezTo>
                  <a:lnTo>
                    <a:pt x="10786" y="34944"/>
                  </a:lnTo>
                  <a:lnTo>
                    <a:pt x="3324" y="36495"/>
                  </a:lnTo>
                  <a:lnTo>
                    <a:pt x="0" y="20686"/>
                  </a:lnTo>
                  <a:lnTo>
                    <a:pt x="7462" y="19134"/>
                  </a:lnTo>
                  <a:lnTo>
                    <a:pt x="4285" y="3989"/>
                  </a:lnTo>
                  <a:lnTo>
                    <a:pt x="23124" y="0"/>
                  </a:lnTo>
                  <a:lnTo>
                    <a:pt x="26300" y="15145"/>
                  </a:lnTo>
                  <a:lnTo>
                    <a:pt x="38638" y="12559"/>
                  </a:lnTo>
                  <a:lnTo>
                    <a:pt x="41962" y="28369"/>
                  </a:lnTo>
                  <a:lnTo>
                    <a:pt x="29625" y="30954"/>
                  </a:lnTo>
                  <a:lnTo>
                    <a:pt x="34870" y="55851"/>
                  </a:lnTo>
                  <a:cubicBezTo>
                    <a:pt x="35239" y="57698"/>
                    <a:pt x="35978" y="58954"/>
                    <a:pt x="37012" y="59545"/>
                  </a:cubicBezTo>
                  <a:cubicBezTo>
                    <a:pt x="38047" y="60210"/>
                    <a:pt x="39598" y="60284"/>
                    <a:pt x="41667" y="59840"/>
                  </a:cubicBezTo>
                  <a:lnTo>
                    <a:pt x="48389" y="58437"/>
                  </a:lnTo>
                  <a:close/>
                </a:path>
              </a:pathLst>
            </a:custGeom>
            <a:solidFill>
              <a:srgbClr val="EC4A79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8" name="Freeform: Shape 177">
              <a:extLst>
                <a:ext uri="{FF2B5EF4-FFF2-40B4-BE49-F238E27FC236}">
                  <a16:creationId xmlns:a16="http://schemas.microsoft.com/office/drawing/2014/main" id="{CD079F03-766A-D8CE-FDAB-79922A0E3276}"/>
                </a:ext>
              </a:extLst>
            </p:cNvPr>
            <p:cNvSpPr/>
            <p:nvPr/>
          </p:nvSpPr>
          <p:spPr>
            <a:xfrm>
              <a:off x="10861863" y="6266932"/>
              <a:ext cx="63086" cy="65213"/>
            </a:xfrm>
            <a:custGeom>
              <a:avLst/>
              <a:gdLst>
                <a:gd name="connsiteX0" fmla="*/ 63087 w 63086"/>
                <a:gd name="connsiteY0" fmla="*/ 33716 h 65213"/>
                <a:gd name="connsiteX1" fmla="*/ 19869 w 63086"/>
                <a:gd name="connsiteY1" fmla="*/ 38665 h 65213"/>
                <a:gd name="connsiteX2" fmla="*/ 24671 w 63086"/>
                <a:gd name="connsiteY2" fmla="*/ 47235 h 65213"/>
                <a:gd name="connsiteX3" fmla="*/ 33093 w 63086"/>
                <a:gd name="connsiteY3" fmla="*/ 49377 h 65213"/>
                <a:gd name="connsiteX4" fmla="*/ 42328 w 63086"/>
                <a:gd name="connsiteY4" fmla="*/ 42138 h 65213"/>
                <a:gd name="connsiteX5" fmla="*/ 62644 w 63086"/>
                <a:gd name="connsiteY5" fmla="*/ 39773 h 65213"/>
                <a:gd name="connsiteX6" fmla="*/ 58285 w 63086"/>
                <a:gd name="connsiteY6" fmla="*/ 51594 h 65213"/>
                <a:gd name="connsiteX7" fmla="*/ 48977 w 63086"/>
                <a:gd name="connsiteY7" fmla="*/ 60533 h 65213"/>
                <a:gd name="connsiteX8" fmla="*/ 35531 w 63086"/>
                <a:gd name="connsiteY8" fmla="*/ 64965 h 65213"/>
                <a:gd name="connsiteX9" fmla="*/ 18761 w 63086"/>
                <a:gd name="connsiteY9" fmla="*/ 62897 h 65213"/>
                <a:gd name="connsiteX10" fmla="*/ 6276 w 63086"/>
                <a:gd name="connsiteY10" fmla="*/ 52924 h 65213"/>
                <a:gd name="connsiteX11" fmla="*/ 292 w 63086"/>
                <a:gd name="connsiteY11" fmla="*/ 36227 h 65213"/>
                <a:gd name="connsiteX12" fmla="*/ 2286 w 63086"/>
                <a:gd name="connsiteY12" fmla="*/ 18645 h 65213"/>
                <a:gd name="connsiteX13" fmla="*/ 12112 w 63086"/>
                <a:gd name="connsiteY13" fmla="*/ 6086 h 65213"/>
                <a:gd name="connsiteX14" fmla="*/ 28069 w 63086"/>
                <a:gd name="connsiteY14" fmla="*/ 249 h 65213"/>
                <a:gd name="connsiteX15" fmla="*/ 44618 w 63086"/>
                <a:gd name="connsiteY15" fmla="*/ 2244 h 65213"/>
                <a:gd name="connsiteX16" fmla="*/ 56881 w 63086"/>
                <a:gd name="connsiteY16" fmla="*/ 11922 h 65213"/>
                <a:gd name="connsiteX17" fmla="*/ 62791 w 63086"/>
                <a:gd name="connsiteY17" fmla="*/ 28027 h 65213"/>
                <a:gd name="connsiteX18" fmla="*/ 63087 w 63086"/>
                <a:gd name="connsiteY18" fmla="*/ 33716 h 65213"/>
                <a:gd name="connsiteX19" fmla="*/ 42623 w 63086"/>
                <a:gd name="connsiteY19" fmla="*/ 25220 h 65213"/>
                <a:gd name="connsiteX20" fmla="*/ 38338 w 63086"/>
                <a:gd name="connsiteY20" fmla="*/ 17684 h 65213"/>
                <a:gd name="connsiteX21" fmla="*/ 29621 w 63086"/>
                <a:gd name="connsiteY21" fmla="*/ 15690 h 65213"/>
                <a:gd name="connsiteX22" fmla="*/ 21864 w 63086"/>
                <a:gd name="connsiteY22" fmla="*/ 19457 h 65213"/>
                <a:gd name="connsiteX23" fmla="*/ 18687 w 63086"/>
                <a:gd name="connsiteY23" fmla="*/ 27953 h 65213"/>
                <a:gd name="connsiteX24" fmla="*/ 42549 w 63086"/>
                <a:gd name="connsiteY24" fmla="*/ 25220 h 65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3086" h="65213">
                  <a:moveTo>
                    <a:pt x="63087" y="33716"/>
                  </a:moveTo>
                  <a:lnTo>
                    <a:pt x="19869" y="38665"/>
                  </a:lnTo>
                  <a:cubicBezTo>
                    <a:pt x="20608" y="42507"/>
                    <a:pt x="22233" y="45388"/>
                    <a:pt x="24671" y="47235"/>
                  </a:cubicBezTo>
                  <a:cubicBezTo>
                    <a:pt x="27109" y="49082"/>
                    <a:pt x="29916" y="49747"/>
                    <a:pt x="33093" y="49377"/>
                  </a:cubicBezTo>
                  <a:cubicBezTo>
                    <a:pt x="37821" y="48860"/>
                    <a:pt x="40924" y="46422"/>
                    <a:pt x="42328" y="42138"/>
                  </a:cubicBezTo>
                  <a:lnTo>
                    <a:pt x="62644" y="39773"/>
                  </a:lnTo>
                  <a:cubicBezTo>
                    <a:pt x="62053" y="44058"/>
                    <a:pt x="60649" y="47974"/>
                    <a:pt x="58285" y="51594"/>
                  </a:cubicBezTo>
                  <a:cubicBezTo>
                    <a:pt x="55921" y="55214"/>
                    <a:pt x="52818" y="58243"/>
                    <a:pt x="48977" y="60533"/>
                  </a:cubicBezTo>
                  <a:cubicBezTo>
                    <a:pt x="45135" y="62823"/>
                    <a:pt x="40628" y="64374"/>
                    <a:pt x="35531" y="64965"/>
                  </a:cubicBezTo>
                  <a:cubicBezTo>
                    <a:pt x="29399" y="65630"/>
                    <a:pt x="23858" y="64965"/>
                    <a:pt x="18761" y="62897"/>
                  </a:cubicBezTo>
                  <a:cubicBezTo>
                    <a:pt x="13663" y="60828"/>
                    <a:pt x="9526" y="57504"/>
                    <a:pt x="6276" y="52924"/>
                  </a:cubicBezTo>
                  <a:cubicBezTo>
                    <a:pt x="3025" y="48343"/>
                    <a:pt x="1030" y="42802"/>
                    <a:pt x="292" y="36227"/>
                  </a:cubicBezTo>
                  <a:cubicBezTo>
                    <a:pt x="-447" y="29652"/>
                    <a:pt x="218" y="23816"/>
                    <a:pt x="2286" y="18645"/>
                  </a:cubicBezTo>
                  <a:cubicBezTo>
                    <a:pt x="4355" y="13473"/>
                    <a:pt x="7605" y="9262"/>
                    <a:pt x="12112" y="6086"/>
                  </a:cubicBezTo>
                  <a:cubicBezTo>
                    <a:pt x="16545" y="2909"/>
                    <a:pt x="21864" y="988"/>
                    <a:pt x="28069" y="249"/>
                  </a:cubicBezTo>
                  <a:cubicBezTo>
                    <a:pt x="34127" y="-416"/>
                    <a:pt x="39594" y="249"/>
                    <a:pt x="44618" y="2244"/>
                  </a:cubicBezTo>
                  <a:cubicBezTo>
                    <a:pt x="49568" y="4239"/>
                    <a:pt x="53705" y="7489"/>
                    <a:pt x="56881" y="11922"/>
                  </a:cubicBezTo>
                  <a:cubicBezTo>
                    <a:pt x="60058" y="16354"/>
                    <a:pt x="62053" y="21748"/>
                    <a:pt x="62791" y="28027"/>
                  </a:cubicBezTo>
                  <a:cubicBezTo>
                    <a:pt x="63013" y="29800"/>
                    <a:pt x="63087" y="31721"/>
                    <a:pt x="63087" y="33716"/>
                  </a:cubicBezTo>
                  <a:close/>
                  <a:moveTo>
                    <a:pt x="42623" y="25220"/>
                  </a:moveTo>
                  <a:cubicBezTo>
                    <a:pt x="42254" y="21895"/>
                    <a:pt x="40850" y="19383"/>
                    <a:pt x="38338" y="17684"/>
                  </a:cubicBezTo>
                  <a:cubicBezTo>
                    <a:pt x="35900" y="15985"/>
                    <a:pt x="32945" y="15320"/>
                    <a:pt x="29621" y="15690"/>
                  </a:cubicBezTo>
                  <a:cubicBezTo>
                    <a:pt x="26444" y="16059"/>
                    <a:pt x="23858" y="17315"/>
                    <a:pt x="21864" y="19457"/>
                  </a:cubicBezTo>
                  <a:cubicBezTo>
                    <a:pt x="19869" y="21600"/>
                    <a:pt x="18835" y="24407"/>
                    <a:pt x="18687" y="27953"/>
                  </a:cubicBezTo>
                  <a:lnTo>
                    <a:pt x="42549" y="25220"/>
                  </a:lnTo>
                  <a:close/>
                </a:path>
              </a:pathLst>
            </a:custGeom>
            <a:solidFill>
              <a:srgbClr val="EC4A79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9" name="Freeform: Shape 178">
              <a:extLst>
                <a:ext uri="{FF2B5EF4-FFF2-40B4-BE49-F238E27FC236}">
                  <a16:creationId xmlns:a16="http://schemas.microsoft.com/office/drawing/2014/main" id="{6F93FCDC-2FEF-0092-D041-8ABD5C074F5A}"/>
                </a:ext>
              </a:extLst>
            </p:cNvPr>
            <p:cNvSpPr/>
            <p:nvPr/>
          </p:nvSpPr>
          <p:spPr>
            <a:xfrm>
              <a:off x="10932557" y="6242728"/>
              <a:ext cx="66344" cy="85106"/>
            </a:xfrm>
            <a:custGeom>
              <a:avLst/>
              <a:gdLst>
                <a:gd name="connsiteX0" fmla="*/ 3549 w 66344"/>
                <a:gd name="connsiteY0" fmla="*/ 35387 h 85106"/>
                <a:gd name="connsiteX1" fmla="*/ 13449 w 66344"/>
                <a:gd name="connsiteY1" fmla="*/ 23936 h 85106"/>
                <a:gd name="connsiteX2" fmla="*/ 27485 w 66344"/>
                <a:gd name="connsiteY2" fmla="*/ 19873 h 85106"/>
                <a:gd name="connsiteX3" fmla="*/ 38788 w 66344"/>
                <a:gd name="connsiteY3" fmla="*/ 22385 h 85106"/>
                <a:gd name="connsiteX4" fmla="*/ 46841 w 66344"/>
                <a:gd name="connsiteY4" fmla="*/ 29403 h 85106"/>
                <a:gd name="connsiteX5" fmla="*/ 46693 w 66344"/>
                <a:gd name="connsiteY5" fmla="*/ 0 h 85106"/>
                <a:gd name="connsiteX6" fmla="*/ 65901 w 66344"/>
                <a:gd name="connsiteY6" fmla="*/ 0 h 85106"/>
                <a:gd name="connsiteX7" fmla="*/ 66345 w 66344"/>
                <a:gd name="connsiteY7" fmla="*/ 83998 h 85106"/>
                <a:gd name="connsiteX8" fmla="*/ 47137 w 66344"/>
                <a:gd name="connsiteY8" fmla="*/ 83998 h 85106"/>
                <a:gd name="connsiteX9" fmla="*/ 47137 w 66344"/>
                <a:gd name="connsiteY9" fmla="*/ 74985 h 85106"/>
                <a:gd name="connsiteX10" fmla="*/ 39453 w 66344"/>
                <a:gd name="connsiteY10" fmla="*/ 82299 h 85106"/>
                <a:gd name="connsiteX11" fmla="*/ 27855 w 66344"/>
                <a:gd name="connsiteY11" fmla="*/ 85106 h 85106"/>
                <a:gd name="connsiteX12" fmla="*/ 13818 w 66344"/>
                <a:gd name="connsiteY12" fmla="*/ 81117 h 85106"/>
                <a:gd name="connsiteX13" fmla="*/ 3771 w 66344"/>
                <a:gd name="connsiteY13" fmla="*/ 69666 h 85106"/>
                <a:gd name="connsiteX14" fmla="*/ 3 w 66344"/>
                <a:gd name="connsiteY14" fmla="*/ 52453 h 85106"/>
                <a:gd name="connsiteX15" fmla="*/ 3549 w 66344"/>
                <a:gd name="connsiteY15" fmla="*/ 35239 h 85106"/>
                <a:gd name="connsiteX16" fmla="*/ 42926 w 66344"/>
                <a:gd name="connsiteY16" fmla="*/ 40928 h 85106"/>
                <a:gd name="connsiteX17" fmla="*/ 33174 w 66344"/>
                <a:gd name="connsiteY17" fmla="*/ 36791 h 85106"/>
                <a:gd name="connsiteX18" fmla="*/ 23496 w 66344"/>
                <a:gd name="connsiteY18" fmla="*/ 41002 h 85106"/>
                <a:gd name="connsiteX19" fmla="*/ 19581 w 66344"/>
                <a:gd name="connsiteY19" fmla="*/ 52453 h 85106"/>
                <a:gd name="connsiteX20" fmla="*/ 23644 w 66344"/>
                <a:gd name="connsiteY20" fmla="*/ 63977 h 85106"/>
                <a:gd name="connsiteX21" fmla="*/ 33395 w 66344"/>
                <a:gd name="connsiteY21" fmla="*/ 68188 h 85106"/>
                <a:gd name="connsiteX22" fmla="*/ 43073 w 66344"/>
                <a:gd name="connsiteY22" fmla="*/ 63904 h 85106"/>
                <a:gd name="connsiteX23" fmla="*/ 46989 w 66344"/>
                <a:gd name="connsiteY23" fmla="*/ 52379 h 85106"/>
                <a:gd name="connsiteX24" fmla="*/ 42926 w 66344"/>
                <a:gd name="connsiteY24" fmla="*/ 40928 h 85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6344" h="85106">
                  <a:moveTo>
                    <a:pt x="3549" y="35387"/>
                  </a:moveTo>
                  <a:cubicBezTo>
                    <a:pt x="5987" y="30437"/>
                    <a:pt x="9238" y="26670"/>
                    <a:pt x="13449" y="23936"/>
                  </a:cubicBezTo>
                  <a:cubicBezTo>
                    <a:pt x="17660" y="21277"/>
                    <a:pt x="22314" y="19947"/>
                    <a:pt x="27485" y="19873"/>
                  </a:cubicBezTo>
                  <a:cubicBezTo>
                    <a:pt x="31622" y="19873"/>
                    <a:pt x="35390" y="20686"/>
                    <a:pt x="38788" y="22385"/>
                  </a:cubicBezTo>
                  <a:cubicBezTo>
                    <a:pt x="42187" y="24084"/>
                    <a:pt x="44920" y="26448"/>
                    <a:pt x="46841" y="29403"/>
                  </a:cubicBezTo>
                  <a:lnTo>
                    <a:pt x="46693" y="0"/>
                  </a:lnTo>
                  <a:lnTo>
                    <a:pt x="65901" y="0"/>
                  </a:lnTo>
                  <a:cubicBezTo>
                    <a:pt x="65901" y="0"/>
                    <a:pt x="66345" y="83998"/>
                    <a:pt x="66345" y="83998"/>
                  </a:cubicBezTo>
                  <a:lnTo>
                    <a:pt x="47137" y="83998"/>
                  </a:lnTo>
                  <a:cubicBezTo>
                    <a:pt x="47137" y="83998"/>
                    <a:pt x="47137" y="74985"/>
                    <a:pt x="47137" y="74985"/>
                  </a:cubicBezTo>
                  <a:cubicBezTo>
                    <a:pt x="45364" y="78014"/>
                    <a:pt x="42778" y="80452"/>
                    <a:pt x="39453" y="82299"/>
                  </a:cubicBezTo>
                  <a:cubicBezTo>
                    <a:pt x="36129" y="84146"/>
                    <a:pt x="32287" y="85106"/>
                    <a:pt x="27855" y="85106"/>
                  </a:cubicBezTo>
                  <a:cubicBezTo>
                    <a:pt x="22683" y="85106"/>
                    <a:pt x="18029" y="83850"/>
                    <a:pt x="13818" y="81117"/>
                  </a:cubicBezTo>
                  <a:cubicBezTo>
                    <a:pt x="9607" y="78457"/>
                    <a:pt x="6283" y="74616"/>
                    <a:pt x="3771" y="69666"/>
                  </a:cubicBezTo>
                  <a:cubicBezTo>
                    <a:pt x="1333" y="64716"/>
                    <a:pt x="77" y="58954"/>
                    <a:pt x="3" y="52453"/>
                  </a:cubicBezTo>
                  <a:cubicBezTo>
                    <a:pt x="-71" y="45951"/>
                    <a:pt x="1185" y="40189"/>
                    <a:pt x="3549" y="35239"/>
                  </a:cubicBezTo>
                  <a:close/>
                  <a:moveTo>
                    <a:pt x="42926" y="40928"/>
                  </a:moveTo>
                  <a:cubicBezTo>
                    <a:pt x="40266" y="38120"/>
                    <a:pt x="37015" y="36717"/>
                    <a:pt x="33174" y="36791"/>
                  </a:cubicBezTo>
                  <a:cubicBezTo>
                    <a:pt x="29332" y="36865"/>
                    <a:pt x="26082" y="38194"/>
                    <a:pt x="23496" y="41002"/>
                  </a:cubicBezTo>
                  <a:cubicBezTo>
                    <a:pt x="20836" y="43809"/>
                    <a:pt x="19507" y="47577"/>
                    <a:pt x="19581" y="52453"/>
                  </a:cubicBezTo>
                  <a:cubicBezTo>
                    <a:pt x="19581" y="57328"/>
                    <a:pt x="20984" y="61170"/>
                    <a:pt x="23644" y="63977"/>
                  </a:cubicBezTo>
                  <a:cubicBezTo>
                    <a:pt x="26303" y="66785"/>
                    <a:pt x="29554" y="68188"/>
                    <a:pt x="33395" y="68188"/>
                  </a:cubicBezTo>
                  <a:cubicBezTo>
                    <a:pt x="37237" y="68188"/>
                    <a:pt x="40488" y="66711"/>
                    <a:pt x="43073" y="63904"/>
                  </a:cubicBezTo>
                  <a:cubicBezTo>
                    <a:pt x="45733" y="61096"/>
                    <a:pt x="47063" y="57255"/>
                    <a:pt x="46989" y="52379"/>
                  </a:cubicBezTo>
                  <a:cubicBezTo>
                    <a:pt x="46989" y="47503"/>
                    <a:pt x="45585" y="43735"/>
                    <a:pt x="42926" y="40928"/>
                  </a:cubicBezTo>
                  <a:close/>
                </a:path>
              </a:pathLst>
            </a:custGeom>
            <a:solidFill>
              <a:srgbClr val="EC4A79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0" name="Freeform: Shape 179">
              <a:extLst>
                <a:ext uri="{FF2B5EF4-FFF2-40B4-BE49-F238E27FC236}">
                  <a16:creationId xmlns:a16="http://schemas.microsoft.com/office/drawing/2014/main" id="{3237F19C-F22E-2A31-E441-7C6D652E08E5}"/>
                </a:ext>
              </a:extLst>
            </p:cNvPr>
            <p:cNvSpPr/>
            <p:nvPr/>
          </p:nvSpPr>
          <p:spPr>
            <a:xfrm>
              <a:off x="11032367" y="6252406"/>
              <a:ext cx="70566" cy="82077"/>
            </a:xfrm>
            <a:custGeom>
              <a:avLst/>
              <a:gdLst>
                <a:gd name="connsiteX0" fmla="*/ 64347 w 70566"/>
                <a:gd name="connsiteY0" fmla="*/ 49276 h 82077"/>
                <a:gd name="connsiteX1" fmla="*/ 52970 w 70566"/>
                <a:gd name="connsiteY1" fmla="*/ 56368 h 82077"/>
                <a:gd name="connsiteX2" fmla="*/ 36421 w 70566"/>
                <a:gd name="connsiteY2" fmla="*/ 56516 h 82077"/>
                <a:gd name="connsiteX3" fmla="*/ 24749 w 70566"/>
                <a:gd name="connsiteY3" fmla="*/ 54078 h 82077"/>
                <a:gd name="connsiteX4" fmla="*/ 18839 w 70566"/>
                <a:gd name="connsiteY4" fmla="*/ 82077 h 82077"/>
                <a:gd name="connsiteX5" fmla="*/ 0 w 70566"/>
                <a:gd name="connsiteY5" fmla="*/ 78088 h 82077"/>
                <a:gd name="connsiteX6" fmla="*/ 16401 w 70566"/>
                <a:gd name="connsiteY6" fmla="*/ 0 h 82077"/>
                <a:gd name="connsiteX7" fmla="*/ 46838 w 70566"/>
                <a:gd name="connsiteY7" fmla="*/ 6427 h 82077"/>
                <a:gd name="connsiteX8" fmla="*/ 61761 w 70566"/>
                <a:gd name="connsiteY8" fmla="*/ 12928 h 82077"/>
                <a:gd name="connsiteX9" fmla="*/ 69444 w 70566"/>
                <a:gd name="connsiteY9" fmla="*/ 23862 h 82077"/>
                <a:gd name="connsiteX10" fmla="*/ 69887 w 70566"/>
                <a:gd name="connsiteY10" fmla="*/ 37529 h 82077"/>
                <a:gd name="connsiteX11" fmla="*/ 64199 w 70566"/>
                <a:gd name="connsiteY11" fmla="*/ 49276 h 82077"/>
                <a:gd name="connsiteX12" fmla="*/ 46764 w 70566"/>
                <a:gd name="connsiteY12" fmla="*/ 40189 h 82077"/>
                <a:gd name="connsiteX13" fmla="*/ 50901 w 70566"/>
                <a:gd name="connsiteY13" fmla="*/ 33540 h 82077"/>
                <a:gd name="connsiteX14" fmla="*/ 49793 w 70566"/>
                <a:gd name="connsiteY14" fmla="*/ 25783 h 82077"/>
                <a:gd name="connsiteX15" fmla="*/ 42331 w 70566"/>
                <a:gd name="connsiteY15" fmla="*/ 21498 h 82077"/>
                <a:gd name="connsiteX16" fmla="*/ 32136 w 70566"/>
                <a:gd name="connsiteY16" fmla="*/ 19356 h 82077"/>
                <a:gd name="connsiteX17" fmla="*/ 27999 w 70566"/>
                <a:gd name="connsiteY17" fmla="*/ 38933 h 82077"/>
                <a:gd name="connsiteX18" fmla="*/ 38194 w 70566"/>
                <a:gd name="connsiteY18" fmla="*/ 41076 h 82077"/>
                <a:gd name="connsiteX19" fmla="*/ 46764 w 70566"/>
                <a:gd name="connsiteY19" fmla="*/ 40189 h 82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0566" h="82077">
                  <a:moveTo>
                    <a:pt x="64347" y="49276"/>
                  </a:moveTo>
                  <a:cubicBezTo>
                    <a:pt x="61539" y="52600"/>
                    <a:pt x="57698" y="54964"/>
                    <a:pt x="52970" y="56368"/>
                  </a:cubicBezTo>
                  <a:cubicBezTo>
                    <a:pt x="48242" y="57772"/>
                    <a:pt x="42701" y="57846"/>
                    <a:pt x="36421" y="56516"/>
                  </a:cubicBezTo>
                  <a:lnTo>
                    <a:pt x="24749" y="54078"/>
                  </a:lnTo>
                  <a:lnTo>
                    <a:pt x="18839" y="82077"/>
                  </a:lnTo>
                  <a:lnTo>
                    <a:pt x="0" y="78088"/>
                  </a:lnTo>
                  <a:lnTo>
                    <a:pt x="16401" y="0"/>
                  </a:lnTo>
                  <a:lnTo>
                    <a:pt x="46838" y="6427"/>
                  </a:lnTo>
                  <a:cubicBezTo>
                    <a:pt x="52970" y="7683"/>
                    <a:pt x="57993" y="9900"/>
                    <a:pt x="61761" y="12928"/>
                  </a:cubicBezTo>
                  <a:cubicBezTo>
                    <a:pt x="65529" y="15957"/>
                    <a:pt x="68114" y="19577"/>
                    <a:pt x="69444" y="23862"/>
                  </a:cubicBezTo>
                  <a:cubicBezTo>
                    <a:pt x="70774" y="28147"/>
                    <a:pt x="70922" y="32654"/>
                    <a:pt x="69887" y="37529"/>
                  </a:cubicBezTo>
                  <a:cubicBezTo>
                    <a:pt x="68927" y="42036"/>
                    <a:pt x="67080" y="45951"/>
                    <a:pt x="64199" y="49276"/>
                  </a:cubicBezTo>
                  <a:close/>
                  <a:moveTo>
                    <a:pt x="46764" y="40189"/>
                  </a:moveTo>
                  <a:cubicBezTo>
                    <a:pt x="48906" y="38859"/>
                    <a:pt x="50236" y="36643"/>
                    <a:pt x="50901" y="33540"/>
                  </a:cubicBezTo>
                  <a:cubicBezTo>
                    <a:pt x="51566" y="30437"/>
                    <a:pt x="51197" y="27852"/>
                    <a:pt x="49793" y="25783"/>
                  </a:cubicBezTo>
                  <a:cubicBezTo>
                    <a:pt x="48389" y="23714"/>
                    <a:pt x="45877" y="22311"/>
                    <a:pt x="42331" y="21498"/>
                  </a:cubicBezTo>
                  <a:lnTo>
                    <a:pt x="32136" y="19356"/>
                  </a:lnTo>
                  <a:lnTo>
                    <a:pt x="27999" y="38933"/>
                  </a:lnTo>
                  <a:lnTo>
                    <a:pt x="38194" y="41076"/>
                  </a:lnTo>
                  <a:cubicBezTo>
                    <a:pt x="41814" y="41814"/>
                    <a:pt x="44622" y="41519"/>
                    <a:pt x="46764" y="40189"/>
                  </a:cubicBezTo>
                  <a:close/>
                </a:path>
              </a:pathLst>
            </a:custGeom>
            <a:solidFill>
              <a:srgbClr val="EC4A79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1" name="Freeform: Shape 180">
              <a:extLst>
                <a:ext uri="{FF2B5EF4-FFF2-40B4-BE49-F238E27FC236}">
                  <a16:creationId xmlns:a16="http://schemas.microsoft.com/office/drawing/2014/main" id="{128DA0A1-16B3-9F39-566F-8CE80FD1994F}"/>
                </a:ext>
              </a:extLst>
            </p:cNvPr>
            <p:cNvSpPr/>
            <p:nvPr/>
          </p:nvSpPr>
          <p:spPr>
            <a:xfrm>
              <a:off x="11099004" y="6265409"/>
              <a:ext cx="42848" cy="86066"/>
            </a:xfrm>
            <a:custGeom>
              <a:avLst/>
              <a:gdLst>
                <a:gd name="connsiteX0" fmla="*/ 42849 w 42848"/>
                <a:gd name="connsiteY0" fmla="*/ 5615 h 86066"/>
                <a:gd name="connsiteX1" fmla="*/ 18395 w 42848"/>
                <a:gd name="connsiteY1" fmla="*/ 86067 h 86066"/>
                <a:gd name="connsiteX2" fmla="*/ 0 w 42848"/>
                <a:gd name="connsiteY2" fmla="*/ 80452 h 86066"/>
                <a:gd name="connsiteX3" fmla="*/ 24453 w 42848"/>
                <a:gd name="connsiteY3" fmla="*/ 0 h 86066"/>
                <a:gd name="connsiteX4" fmla="*/ 42849 w 42848"/>
                <a:gd name="connsiteY4" fmla="*/ 5615 h 86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48" h="86066">
                  <a:moveTo>
                    <a:pt x="42849" y="5615"/>
                  </a:moveTo>
                  <a:lnTo>
                    <a:pt x="18395" y="86067"/>
                  </a:lnTo>
                  <a:lnTo>
                    <a:pt x="0" y="80452"/>
                  </a:lnTo>
                  <a:lnTo>
                    <a:pt x="24453" y="0"/>
                  </a:lnTo>
                  <a:lnTo>
                    <a:pt x="42849" y="5615"/>
                  </a:lnTo>
                  <a:close/>
                </a:path>
              </a:pathLst>
            </a:custGeom>
            <a:solidFill>
              <a:srgbClr val="EC4A79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2" name="Freeform: Shape 183">
              <a:extLst>
                <a:ext uri="{FF2B5EF4-FFF2-40B4-BE49-F238E27FC236}">
                  <a16:creationId xmlns:a16="http://schemas.microsoft.com/office/drawing/2014/main" id="{C214BBBB-35AC-E751-2EB4-20E6718686DC}"/>
                </a:ext>
              </a:extLst>
            </p:cNvPr>
            <p:cNvSpPr/>
            <p:nvPr/>
          </p:nvSpPr>
          <p:spPr>
            <a:xfrm>
              <a:off x="11134688" y="6302003"/>
              <a:ext cx="76387" cy="76067"/>
            </a:xfrm>
            <a:custGeom>
              <a:avLst/>
              <a:gdLst>
                <a:gd name="connsiteX0" fmla="*/ 13001 w 76387"/>
                <a:gd name="connsiteY0" fmla="*/ 7214 h 76067"/>
                <a:gd name="connsiteX1" fmla="*/ 26521 w 76387"/>
                <a:gd name="connsiteY1" fmla="*/ 418 h 76067"/>
                <a:gd name="connsiteX2" fmla="*/ 41001 w 76387"/>
                <a:gd name="connsiteY2" fmla="*/ 2043 h 76067"/>
                <a:gd name="connsiteX3" fmla="*/ 50752 w 76387"/>
                <a:gd name="connsiteY3" fmla="*/ 8913 h 76067"/>
                <a:gd name="connsiteX4" fmla="*/ 55185 w 76387"/>
                <a:gd name="connsiteY4" fmla="*/ 18444 h 76067"/>
                <a:gd name="connsiteX5" fmla="*/ 58583 w 76387"/>
                <a:gd name="connsiteY5" fmla="*/ 10096 h 76067"/>
                <a:gd name="connsiteX6" fmla="*/ 76388 w 76387"/>
                <a:gd name="connsiteY6" fmla="*/ 17335 h 76067"/>
                <a:gd name="connsiteX7" fmla="*/ 52452 w 76387"/>
                <a:gd name="connsiteY7" fmla="*/ 76068 h 76067"/>
                <a:gd name="connsiteX8" fmla="*/ 34647 w 76387"/>
                <a:gd name="connsiteY8" fmla="*/ 68828 h 76067"/>
                <a:gd name="connsiteX9" fmla="*/ 38046 w 76387"/>
                <a:gd name="connsiteY9" fmla="*/ 60480 h 76067"/>
                <a:gd name="connsiteX10" fmla="*/ 28146 w 76387"/>
                <a:gd name="connsiteY10" fmla="*/ 64173 h 76067"/>
                <a:gd name="connsiteX11" fmla="*/ 16326 w 76387"/>
                <a:gd name="connsiteY11" fmla="*/ 62326 h 76067"/>
                <a:gd name="connsiteX12" fmla="*/ 4949 w 76387"/>
                <a:gd name="connsiteY12" fmla="*/ 53313 h 76067"/>
                <a:gd name="connsiteX13" fmla="*/ 73 w 76387"/>
                <a:gd name="connsiteY13" fmla="*/ 38907 h 76067"/>
                <a:gd name="connsiteX14" fmla="*/ 3176 w 76387"/>
                <a:gd name="connsiteY14" fmla="*/ 21620 h 76067"/>
                <a:gd name="connsiteX15" fmla="*/ 13001 w 76387"/>
                <a:gd name="connsiteY15" fmla="*/ 7140 h 76067"/>
                <a:gd name="connsiteX16" fmla="*/ 47280 w 76387"/>
                <a:gd name="connsiteY16" fmla="*/ 27383 h 76067"/>
                <a:gd name="connsiteX17" fmla="*/ 39893 w 76387"/>
                <a:gd name="connsiteY17" fmla="*/ 19847 h 76067"/>
                <a:gd name="connsiteX18" fmla="*/ 29328 w 76387"/>
                <a:gd name="connsiteY18" fmla="*/ 19995 h 76067"/>
                <a:gd name="connsiteX19" fmla="*/ 21349 w 76387"/>
                <a:gd name="connsiteY19" fmla="*/ 29082 h 76067"/>
                <a:gd name="connsiteX20" fmla="*/ 20685 w 76387"/>
                <a:gd name="connsiteY20" fmla="*/ 41272 h 76067"/>
                <a:gd name="connsiteX21" fmla="*/ 28072 w 76387"/>
                <a:gd name="connsiteY21" fmla="*/ 48881 h 76067"/>
                <a:gd name="connsiteX22" fmla="*/ 38637 w 76387"/>
                <a:gd name="connsiteY22" fmla="*/ 48659 h 76067"/>
                <a:gd name="connsiteX23" fmla="*/ 46689 w 76387"/>
                <a:gd name="connsiteY23" fmla="*/ 39499 h 76067"/>
                <a:gd name="connsiteX24" fmla="*/ 47280 w 76387"/>
                <a:gd name="connsiteY24" fmla="*/ 27383 h 76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6387" h="76067">
                  <a:moveTo>
                    <a:pt x="13001" y="7214"/>
                  </a:moveTo>
                  <a:cubicBezTo>
                    <a:pt x="17138" y="3594"/>
                    <a:pt x="21645" y="1304"/>
                    <a:pt x="26521" y="418"/>
                  </a:cubicBezTo>
                  <a:cubicBezTo>
                    <a:pt x="31397" y="-469"/>
                    <a:pt x="36273" y="48"/>
                    <a:pt x="41001" y="2043"/>
                  </a:cubicBezTo>
                  <a:cubicBezTo>
                    <a:pt x="45064" y="3668"/>
                    <a:pt x="48315" y="6032"/>
                    <a:pt x="50752" y="8913"/>
                  </a:cubicBezTo>
                  <a:cubicBezTo>
                    <a:pt x="53190" y="11869"/>
                    <a:pt x="54668" y="15045"/>
                    <a:pt x="55185" y="18444"/>
                  </a:cubicBezTo>
                  <a:lnTo>
                    <a:pt x="58583" y="10096"/>
                  </a:lnTo>
                  <a:lnTo>
                    <a:pt x="76388" y="17335"/>
                  </a:lnTo>
                  <a:lnTo>
                    <a:pt x="52452" y="76068"/>
                  </a:lnTo>
                  <a:lnTo>
                    <a:pt x="34647" y="68828"/>
                  </a:lnTo>
                  <a:lnTo>
                    <a:pt x="38046" y="60480"/>
                  </a:lnTo>
                  <a:cubicBezTo>
                    <a:pt x="35164" y="62548"/>
                    <a:pt x="31914" y="63730"/>
                    <a:pt x="28146" y="64173"/>
                  </a:cubicBezTo>
                  <a:cubicBezTo>
                    <a:pt x="24378" y="64617"/>
                    <a:pt x="20463" y="63952"/>
                    <a:pt x="16326" y="62326"/>
                  </a:cubicBezTo>
                  <a:cubicBezTo>
                    <a:pt x="11598" y="60406"/>
                    <a:pt x="7830" y="57377"/>
                    <a:pt x="4949" y="53313"/>
                  </a:cubicBezTo>
                  <a:cubicBezTo>
                    <a:pt x="2068" y="49250"/>
                    <a:pt x="442" y="44448"/>
                    <a:pt x="73" y="38907"/>
                  </a:cubicBezTo>
                  <a:cubicBezTo>
                    <a:pt x="-296" y="33367"/>
                    <a:pt x="738" y="27604"/>
                    <a:pt x="3176" y="21620"/>
                  </a:cubicBezTo>
                  <a:cubicBezTo>
                    <a:pt x="5614" y="15562"/>
                    <a:pt x="8938" y="10760"/>
                    <a:pt x="13001" y="7140"/>
                  </a:cubicBezTo>
                  <a:close/>
                  <a:moveTo>
                    <a:pt x="47280" y="27383"/>
                  </a:moveTo>
                  <a:cubicBezTo>
                    <a:pt x="45877" y="23763"/>
                    <a:pt x="43365" y="21251"/>
                    <a:pt x="39893" y="19847"/>
                  </a:cubicBezTo>
                  <a:cubicBezTo>
                    <a:pt x="36346" y="18444"/>
                    <a:pt x="32800" y="18444"/>
                    <a:pt x="29328" y="19995"/>
                  </a:cubicBezTo>
                  <a:cubicBezTo>
                    <a:pt x="25856" y="21546"/>
                    <a:pt x="23196" y="24575"/>
                    <a:pt x="21349" y="29082"/>
                  </a:cubicBezTo>
                  <a:cubicBezTo>
                    <a:pt x="19502" y="33588"/>
                    <a:pt x="19281" y="37652"/>
                    <a:pt x="20685" y="41272"/>
                  </a:cubicBezTo>
                  <a:cubicBezTo>
                    <a:pt x="22088" y="44892"/>
                    <a:pt x="24526" y="47477"/>
                    <a:pt x="28072" y="48881"/>
                  </a:cubicBezTo>
                  <a:cubicBezTo>
                    <a:pt x="31618" y="50358"/>
                    <a:pt x="35164" y="50211"/>
                    <a:pt x="38637" y="48659"/>
                  </a:cubicBezTo>
                  <a:cubicBezTo>
                    <a:pt x="42183" y="47034"/>
                    <a:pt x="44842" y="44005"/>
                    <a:pt x="46689" y="39499"/>
                  </a:cubicBezTo>
                  <a:cubicBezTo>
                    <a:pt x="48536" y="34992"/>
                    <a:pt x="48758" y="30929"/>
                    <a:pt x="47280" y="27383"/>
                  </a:cubicBezTo>
                  <a:close/>
                </a:path>
              </a:pathLst>
            </a:custGeom>
            <a:solidFill>
              <a:srgbClr val="EC4A79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3" name="Freeform: Shape 190">
              <a:extLst>
                <a:ext uri="{FF2B5EF4-FFF2-40B4-BE49-F238E27FC236}">
                  <a16:creationId xmlns:a16="http://schemas.microsoft.com/office/drawing/2014/main" id="{23DD6700-BDDE-32F8-E7F1-2E42274BB297}"/>
                </a:ext>
              </a:extLst>
            </p:cNvPr>
            <p:cNvSpPr/>
            <p:nvPr/>
          </p:nvSpPr>
          <p:spPr>
            <a:xfrm>
              <a:off x="11207133" y="6315793"/>
              <a:ext cx="51224" cy="84662"/>
            </a:xfrm>
            <a:custGeom>
              <a:avLst/>
              <a:gdLst>
                <a:gd name="connsiteX0" fmla="*/ 29283 w 51224"/>
                <a:gd name="connsiteY0" fmla="*/ 70109 h 84662"/>
                <a:gd name="connsiteX1" fmla="*/ 21526 w 51224"/>
                <a:gd name="connsiteY1" fmla="*/ 84663 h 84662"/>
                <a:gd name="connsiteX2" fmla="*/ 12882 w 51224"/>
                <a:gd name="connsiteY2" fmla="*/ 80083 h 84662"/>
                <a:gd name="connsiteX3" fmla="*/ 914 w 51224"/>
                <a:gd name="connsiteY3" fmla="*/ 67819 h 84662"/>
                <a:gd name="connsiteX4" fmla="*/ 3721 w 51224"/>
                <a:gd name="connsiteY4" fmla="*/ 50162 h 84662"/>
                <a:gd name="connsiteX5" fmla="*/ 15615 w 51224"/>
                <a:gd name="connsiteY5" fmla="*/ 27925 h 84662"/>
                <a:gd name="connsiteX6" fmla="*/ 8893 w 51224"/>
                <a:gd name="connsiteY6" fmla="*/ 24305 h 84662"/>
                <a:gd name="connsiteX7" fmla="*/ 16502 w 51224"/>
                <a:gd name="connsiteY7" fmla="*/ 10047 h 84662"/>
                <a:gd name="connsiteX8" fmla="*/ 23225 w 51224"/>
                <a:gd name="connsiteY8" fmla="*/ 13667 h 84662"/>
                <a:gd name="connsiteX9" fmla="*/ 30539 w 51224"/>
                <a:gd name="connsiteY9" fmla="*/ 0 h 84662"/>
                <a:gd name="connsiteX10" fmla="*/ 47456 w 51224"/>
                <a:gd name="connsiteY10" fmla="*/ 9013 h 84662"/>
                <a:gd name="connsiteX11" fmla="*/ 40143 w 51224"/>
                <a:gd name="connsiteY11" fmla="*/ 22680 h 84662"/>
                <a:gd name="connsiteX12" fmla="*/ 51224 w 51224"/>
                <a:gd name="connsiteY12" fmla="*/ 28590 h 84662"/>
                <a:gd name="connsiteX13" fmla="*/ 43615 w 51224"/>
                <a:gd name="connsiteY13" fmla="*/ 42849 h 84662"/>
                <a:gd name="connsiteX14" fmla="*/ 32533 w 51224"/>
                <a:gd name="connsiteY14" fmla="*/ 36938 h 84662"/>
                <a:gd name="connsiteX15" fmla="*/ 20565 w 51224"/>
                <a:gd name="connsiteY15" fmla="*/ 59397 h 84662"/>
                <a:gd name="connsiteX16" fmla="*/ 19826 w 51224"/>
                <a:gd name="connsiteY16" fmla="*/ 63608 h 84662"/>
                <a:gd name="connsiteX17" fmla="*/ 23225 w 51224"/>
                <a:gd name="connsiteY17" fmla="*/ 66859 h 84662"/>
                <a:gd name="connsiteX18" fmla="*/ 29283 w 51224"/>
                <a:gd name="connsiteY18" fmla="*/ 70109 h 8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1224" h="84662">
                  <a:moveTo>
                    <a:pt x="29283" y="70109"/>
                  </a:moveTo>
                  <a:lnTo>
                    <a:pt x="21526" y="84663"/>
                  </a:lnTo>
                  <a:lnTo>
                    <a:pt x="12882" y="80083"/>
                  </a:lnTo>
                  <a:cubicBezTo>
                    <a:pt x="6750" y="76832"/>
                    <a:pt x="2761" y="72695"/>
                    <a:pt x="914" y="67819"/>
                  </a:cubicBezTo>
                  <a:cubicBezTo>
                    <a:pt x="-933" y="62943"/>
                    <a:pt x="27" y="57033"/>
                    <a:pt x="3721" y="50162"/>
                  </a:cubicBezTo>
                  <a:lnTo>
                    <a:pt x="15615" y="27925"/>
                  </a:lnTo>
                  <a:lnTo>
                    <a:pt x="8893" y="24305"/>
                  </a:lnTo>
                  <a:lnTo>
                    <a:pt x="16502" y="10047"/>
                  </a:lnTo>
                  <a:lnTo>
                    <a:pt x="23225" y="13667"/>
                  </a:lnTo>
                  <a:lnTo>
                    <a:pt x="30539" y="0"/>
                  </a:lnTo>
                  <a:lnTo>
                    <a:pt x="47456" y="9013"/>
                  </a:lnTo>
                  <a:lnTo>
                    <a:pt x="40143" y="22680"/>
                  </a:lnTo>
                  <a:lnTo>
                    <a:pt x="51224" y="28590"/>
                  </a:lnTo>
                  <a:lnTo>
                    <a:pt x="43615" y="42849"/>
                  </a:lnTo>
                  <a:lnTo>
                    <a:pt x="32533" y="36938"/>
                  </a:lnTo>
                  <a:lnTo>
                    <a:pt x="20565" y="59397"/>
                  </a:lnTo>
                  <a:cubicBezTo>
                    <a:pt x="19679" y="61096"/>
                    <a:pt x="19457" y="62500"/>
                    <a:pt x="19826" y="63608"/>
                  </a:cubicBezTo>
                  <a:cubicBezTo>
                    <a:pt x="20196" y="64790"/>
                    <a:pt x="21378" y="65824"/>
                    <a:pt x="23225" y="66859"/>
                  </a:cubicBezTo>
                  <a:lnTo>
                    <a:pt x="29283" y="70109"/>
                  </a:lnTo>
                  <a:close/>
                </a:path>
              </a:pathLst>
            </a:custGeom>
            <a:solidFill>
              <a:srgbClr val="EC4A79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4" name="Freeform: Shape 194">
              <a:extLst>
                <a:ext uri="{FF2B5EF4-FFF2-40B4-BE49-F238E27FC236}">
                  <a16:creationId xmlns:a16="http://schemas.microsoft.com/office/drawing/2014/main" id="{E4AE8B94-EA30-6EF5-C789-1B02D9798D00}"/>
                </a:ext>
              </a:extLst>
            </p:cNvPr>
            <p:cNvSpPr/>
            <p:nvPr/>
          </p:nvSpPr>
          <p:spPr>
            <a:xfrm>
              <a:off x="11237967" y="6339362"/>
              <a:ext cx="72325" cy="77124"/>
            </a:xfrm>
            <a:custGeom>
              <a:avLst/>
              <a:gdLst>
                <a:gd name="connsiteX0" fmla="*/ 50310 w 72325"/>
                <a:gd name="connsiteY0" fmla="*/ 42772 h 77124"/>
                <a:gd name="connsiteX1" fmla="*/ 41593 w 72325"/>
                <a:gd name="connsiteY1" fmla="*/ 37231 h 77124"/>
                <a:gd name="connsiteX2" fmla="*/ 16253 w 72325"/>
                <a:gd name="connsiteY2" fmla="*/ 77124 h 77124"/>
                <a:gd name="connsiteX3" fmla="*/ 0 w 72325"/>
                <a:gd name="connsiteY3" fmla="*/ 66856 h 77124"/>
                <a:gd name="connsiteX4" fmla="*/ 25340 w 72325"/>
                <a:gd name="connsiteY4" fmla="*/ 26962 h 77124"/>
                <a:gd name="connsiteX5" fmla="*/ 19430 w 72325"/>
                <a:gd name="connsiteY5" fmla="*/ 23194 h 77124"/>
                <a:gd name="connsiteX6" fmla="*/ 28073 w 72325"/>
                <a:gd name="connsiteY6" fmla="*/ 9601 h 77124"/>
                <a:gd name="connsiteX7" fmla="*/ 33983 w 72325"/>
                <a:gd name="connsiteY7" fmla="*/ 13295 h 77124"/>
                <a:gd name="connsiteX8" fmla="*/ 34944 w 72325"/>
                <a:gd name="connsiteY8" fmla="*/ 11743 h 77124"/>
                <a:gd name="connsiteX9" fmla="*/ 50089 w 72325"/>
                <a:gd name="connsiteY9" fmla="*/ 293 h 77124"/>
                <a:gd name="connsiteX10" fmla="*/ 69740 w 72325"/>
                <a:gd name="connsiteY10" fmla="*/ 5538 h 77124"/>
                <a:gd name="connsiteX11" fmla="*/ 72325 w 72325"/>
                <a:gd name="connsiteY11" fmla="*/ 7311 h 77124"/>
                <a:gd name="connsiteX12" fmla="*/ 63534 w 72325"/>
                <a:gd name="connsiteY12" fmla="*/ 21200 h 77124"/>
                <a:gd name="connsiteX13" fmla="*/ 56146 w 72325"/>
                <a:gd name="connsiteY13" fmla="*/ 18392 h 77124"/>
                <a:gd name="connsiteX14" fmla="*/ 50532 w 72325"/>
                <a:gd name="connsiteY14" fmla="*/ 23047 h 77124"/>
                <a:gd name="connsiteX15" fmla="*/ 50236 w 72325"/>
                <a:gd name="connsiteY15" fmla="*/ 23564 h 77124"/>
                <a:gd name="connsiteX16" fmla="*/ 58954 w 72325"/>
                <a:gd name="connsiteY16" fmla="*/ 29105 h 77124"/>
                <a:gd name="connsiteX17" fmla="*/ 50310 w 72325"/>
                <a:gd name="connsiteY17" fmla="*/ 42698 h 77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2325" h="77124">
                  <a:moveTo>
                    <a:pt x="50310" y="42772"/>
                  </a:moveTo>
                  <a:lnTo>
                    <a:pt x="41593" y="37231"/>
                  </a:lnTo>
                  <a:lnTo>
                    <a:pt x="16253" y="77124"/>
                  </a:lnTo>
                  <a:lnTo>
                    <a:pt x="0" y="66856"/>
                  </a:lnTo>
                  <a:lnTo>
                    <a:pt x="25340" y="26962"/>
                  </a:lnTo>
                  <a:lnTo>
                    <a:pt x="19430" y="23194"/>
                  </a:lnTo>
                  <a:lnTo>
                    <a:pt x="28073" y="9601"/>
                  </a:lnTo>
                  <a:lnTo>
                    <a:pt x="33983" y="13295"/>
                  </a:lnTo>
                  <a:lnTo>
                    <a:pt x="34944" y="11743"/>
                  </a:lnTo>
                  <a:cubicBezTo>
                    <a:pt x="39155" y="5168"/>
                    <a:pt x="44178" y="1327"/>
                    <a:pt x="50089" y="293"/>
                  </a:cubicBezTo>
                  <a:cubicBezTo>
                    <a:pt x="55999" y="-742"/>
                    <a:pt x="62574" y="957"/>
                    <a:pt x="69740" y="5538"/>
                  </a:cubicBezTo>
                  <a:cubicBezTo>
                    <a:pt x="70922" y="6277"/>
                    <a:pt x="71808" y="6868"/>
                    <a:pt x="72325" y="7311"/>
                  </a:cubicBezTo>
                  <a:lnTo>
                    <a:pt x="63534" y="21200"/>
                  </a:lnTo>
                  <a:cubicBezTo>
                    <a:pt x="60579" y="19057"/>
                    <a:pt x="58067" y="18097"/>
                    <a:pt x="56146" y="18392"/>
                  </a:cubicBezTo>
                  <a:cubicBezTo>
                    <a:pt x="54152" y="18688"/>
                    <a:pt x="52305" y="20239"/>
                    <a:pt x="50532" y="23047"/>
                  </a:cubicBezTo>
                  <a:lnTo>
                    <a:pt x="50236" y="23564"/>
                  </a:lnTo>
                  <a:lnTo>
                    <a:pt x="58954" y="29105"/>
                  </a:lnTo>
                  <a:lnTo>
                    <a:pt x="50310" y="42698"/>
                  </a:lnTo>
                  <a:close/>
                </a:path>
              </a:pathLst>
            </a:custGeom>
            <a:solidFill>
              <a:srgbClr val="EC4A79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5" name="Freeform: Shape 196">
              <a:extLst>
                <a:ext uri="{FF2B5EF4-FFF2-40B4-BE49-F238E27FC236}">
                  <a16:creationId xmlns:a16="http://schemas.microsoft.com/office/drawing/2014/main" id="{9B288FEB-D258-55DE-683D-CD57F6E4C6F3}"/>
                </a:ext>
              </a:extLst>
            </p:cNvPr>
            <p:cNvSpPr/>
            <p:nvPr/>
          </p:nvSpPr>
          <p:spPr>
            <a:xfrm>
              <a:off x="11277909" y="6385234"/>
              <a:ext cx="66465" cy="66322"/>
            </a:xfrm>
            <a:custGeom>
              <a:avLst/>
              <a:gdLst>
                <a:gd name="connsiteX0" fmla="*/ 2463 w 66465"/>
                <a:gd name="connsiteY0" fmla="*/ 45437 h 66322"/>
                <a:gd name="connsiteX1" fmla="*/ 321 w 66465"/>
                <a:gd name="connsiteY1" fmla="*/ 29332 h 66322"/>
                <a:gd name="connsiteX2" fmla="*/ 7634 w 66465"/>
                <a:gd name="connsiteY2" fmla="*/ 13153 h 66322"/>
                <a:gd name="connsiteX3" fmla="*/ 21597 w 66465"/>
                <a:gd name="connsiteY3" fmla="*/ 2219 h 66322"/>
                <a:gd name="connsiteX4" fmla="*/ 37850 w 66465"/>
                <a:gd name="connsiteY4" fmla="*/ 446 h 66322"/>
                <a:gd name="connsiteX5" fmla="*/ 53364 w 66465"/>
                <a:gd name="connsiteY5" fmla="*/ 7538 h 66322"/>
                <a:gd name="connsiteX6" fmla="*/ 64002 w 66465"/>
                <a:gd name="connsiteY6" fmla="*/ 20910 h 66322"/>
                <a:gd name="connsiteX7" fmla="*/ 66145 w 66465"/>
                <a:gd name="connsiteY7" fmla="*/ 37089 h 66322"/>
                <a:gd name="connsiteX8" fmla="*/ 58905 w 66465"/>
                <a:gd name="connsiteY8" fmla="*/ 53268 h 66322"/>
                <a:gd name="connsiteX9" fmla="*/ 44868 w 66465"/>
                <a:gd name="connsiteY9" fmla="*/ 64128 h 66322"/>
                <a:gd name="connsiteX10" fmla="*/ 28542 w 66465"/>
                <a:gd name="connsiteY10" fmla="*/ 65827 h 66322"/>
                <a:gd name="connsiteX11" fmla="*/ 12953 w 66465"/>
                <a:gd name="connsiteY11" fmla="*/ 58661 h 66322"/>
                <a:gd name="connsiteX12" fmla="*/ 2389 w 66465"/>
                <a:gd name="connsiteY12" fmla="*/ 45289 h 66322"/>
                <a:gd name="connsiteX13" fmla="*/ 33344 w 66465"/>
                <a:gd name="connsiteY13" fmla="*/ 48096 h 66322"/>
                <a:gd name="connsiteX14" fmla="*/ 43612 w 66465"/>
                <a:gd name="connsiteY14" fmla="*/ 41300 h 66322"/>
                <a:gd name="connsiteX15" fmla="*/ 47897 w 66465"/>
                <a:gd name="connsiteY15" fmla="*/ 29775 h 66322"/>
                <a:gd name="connsiteX16" fmla="*/ 43095 w 66465"/>
                <a:gd name="connsiteY16" fmla="*/ 20836 h 66322"/>
                <a:gd name="connsiteX17" fmla="*/ 33270 w 66465"/>
                <a:gd name="connsiteY17" fmla="*/ 18250 h 66322"/>
                <a:gd name="connsiteX18" fmla="*/ 23075 w 66465"/>
                <a:gd name="connsiteY18" fmla="*/ 25195 h 66322"/>
                <a:gd name="connsiteX19" fmla="*/ 18716 w 66465"/>
                <a:gd name="connsiteY19" fmla="*/ 36646 h 66322"/>
                <a:gd name="connsiteX20" fmla="*/ 23370 w 66465"/>
                <a:gd name="connsiteY20" fmla="*/ 45511 h 66322"/>
                <a:gd name="connsiteX21" fmla="*/ 33270 w 66465"/>
                <a:gd name="connsiteY21" fmla="*/ 48096 h 66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6465" h="66322">
                  <a:moveTo>
                    <a:pt x="2463" y="45437"/>
                  </a:moveTo>
                  <a:cubicBezTo>
                    <a:pt x="247" y="40339"/>
                    <a:pt x="-492" y="34946"/>
                    <a:pt x="321" y="29332"/>
                  </a:cubicBezTo>
                  <a:cubicBezTo>
                    <a:pt x="1133" y="23717"/>
                    <a:pt x="3571" y="18324"/>
                    <a:pt x="7634" y="13153"/>
                  </a:cubicBezTo>
                  <a:cubicBezTo>
                    <a:pt x="11624" y="8055"/>
                    <a:pt x="16278" y="4361"/>
                    <a:pt x="21597" y="2219"/>
                  </a:cubicBezTo>
                  <a:cubicBezTo>
                    <a:pt x="26916" y="77"/>
                    <a:pt x="32309" y="-515"/>
                    <a:pt x="37850" y="446"/>
                  </a:cubicBezTo>
                  <a:cubicBezTo>
                    <a:pt x="43391" y="1406"/>
                    <a:pt x="48562" y="3770"/>
                    <a:pt x="53364" y="7538"/>
                  </a:cubicBezTo>
                  <a:cubicBezTo>
                    <a:pt x="58166" y="11306"/>
                    <a:pt x="61712" y="15812"/>
                    <a:pt x="64002" y="20910"/>
                  </a:cubicBezTo>
                  <a:cubicBezTo>
                    <a:pt x="66219" y="26081"/>
                    <a:pt x="66958" y="31474"/>
                    <a:pt x="66145" y="37089"/>
                  </a:cubicBezTo>
                  <a:cubicBezTo>
                    <a:pt x="65332" y="42777"/>
                    <a:pt x="62894" y="48170"/>
                    <a:pt x="58905" y="53268"/>
                  </a:cubicBezTo>
                  <a:cubicBezTo>
                    <a:pt x="54916" y="58365"/>
                    <a:pt x="50187" y="61985"/>
                    <a:pt x="44868" y="64128"/>
                  </a:cubicBezTo>
                  <a:cubicBezTo>
                    <a:pt x="39549" y="66270"/>
                    <a:pt x="34082" y="66861"/>
                    <a:pt x="28542" y="65827"/>
                  </a:cubicBezTo>
                  <a:cubicBezTo>
                    <a:pt x="23001" y="64867"/>
                    <a:pt x="17756" y="62429"/>
                    <a:pt x="12953" y="58661"/>
                  </a:cubicBezTo>
                  <a:cubicBezTo>
                    <a:pt x="8078" y="54893"/>
                    <a:pt x="4605" y="50387"/>
                    <a:pt x="2389" y="45289"/>
                  </a:cubicBezTo>
                  <a:close/>
                  <a:moveTo>
                    <a:pt x="33344" y="48096"/>
                  </a:moveTo>
                  <a:cubicBezTo>
                    <a:pt x="37037" y="47579"/>
                    <a:pt x="40510" y="45289"/>
                    <a:pt x="43612" y="41300"/>
                  </a:cubicBezTo>
                  <a:cubicBezTo>
                    <a:pt x="46715" y="37310"/>
                    <a:pt x="48193" y="33469"/>
                    <a:pt x="47897" y="29775"/>
                  </a:cubicBezTo>
                  <a:cubicBezTo>
                    <a:pt x="47602" y="26081"/>
                    <a:pt x="45976" y="23126"/>
                    <a:pt x="43095" y="20836"/>
                  </a:cubicBezTo>
                  <a:cubicBezTo>
                    <a:pt x="40140" y="18546"/>
                    <a:pt x="36890" y="17659"/>
                    <a:pt x="33270" y="18250"/>
                  </a:cubicBezTo>
                  <a:cubicBezTo>
                    <a:pt x="29650" y="18841"/>
                    <a:pt x="26251" y="21131"/>
                    <a:pt x="23075" y="25195"/>
                  </a:cubicBezTo>
                  <a:cubicBezTo>
                    <a:pt x="19972" y="29184"/>
                    <a:pt x="18494" y="33026"/>
                    <a:pt x="18716" y="36646"/>
                  </a:cubicBezTo>
                  <a:cubicBezTo>
                    <a:pt x="18938" y="40266"/>
                    <a:pt x="20489" y="43221"/>
                    <a:pt x="23370" y="45511"/>
                  </a:cubicBezTo>
                  <a:cubicBezTo>
                    <a:pt x="26251" y="47801"/>
                    <a:pt x="29576" y="48614"/>
                    <a:pt x="33270" y="48096"/>
                  </a:cubicBezTo>
                  <a:close/>
                </a:path>
              </a:pathLst>
            </a:custGeom>
            <a:solidFill>
              <a:srgbClr val="EC4A79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6" name="Freeform: Shape 197">
              <a:extLst>
                <a:ext uri="{FF2B5EF4-FFF2-40B4-BE49-F238E27FC236}">
                  <a16:creationId xmlns:a16="http://schemas.microsoft.com/office/drawing/2014/main" id="{EFF4E98F-A082-2AE8-2656-02B9493E6396}"/>
                </a:ext>
              </a:extLst>
            </p:cNvPr>
            <p:cNvSpPr/>
            <p:nvPr/>
          </p:nvSpPr>
          <p:spPr>
            <a:xfrm>
              <a:off x="11323073" y="6424096"/>
              <a:ext cx="72473" cy="58806"/>
            </a:xfrm>
            <a:custGeom>
              <a:avLst/>
              <a:gdLst>
                <a:gd name="connsiteX0" fmla="*/ 62278 w 72473"/>
                <a:gd name="connsiteY0" fmla="*/ 20981 h 58806"/>
                <a:gd name="connsiteX1" fmla="*/ 72473 w 72473"/>
                <a:gd name="connsiteY1" fmla="*/ 26670 h 58806"/>
                <a:gd name="connsiteX2" fmla="*/ 58141 w 72473"/>
                <a:gd name="connsiteY2" fmla="*/ 41445 h 58806"/>
                <a:gd name="connsiteX3" fmla="*/ 54373 w 72473"/>
                <a:gd name="connsiteY3" fmla="*/ 37751 h 58806"/>
                <a:gd name="connsiteX4" fmla="*/ 44474 w 72473"/>
                <a:gd name="connsiteY4" fmla="*/ 32432 h 58806"/>
                <a:gd name="connsiteX5" fmla="*/ 34279 w 72473"/>
                <a:gd name="connsiteY5" fmla="*/ 37751 h 58806"/>
                <a:gd name="connsiteX6" fmla="*/ 13741 w 72473"/>
                <a:gd name="connsiteY6" fmla="*/ 58806 h 58806"/>
                <a:gd name="connsiteX7" fmla="*/ 0 w 72473"/>
                <a:gd name="connsiteY7" fmla="*/ 45434 h 58806"/>
                <a:gd name="connsiteX8" fmla="*/ 44252 w 72473"/>
                <a:gd name="connsiteY8" fmla="*/ 0 h 58806"/>
                <a:gd name="connsiteX9" fmla="*/ 57993 w 72473"/>
                <a:gd name="connsiteY9" fmla="*/ 13372 h 58806"/>
                <a:gd name="connsiteX10" fmla="*/ 50606 w 72473"/>
                <a:gd name="connsiteY10" fmla="*/ 20981 h 58806"/>
                <a:gd name="connsiteX11" fmla="*/ 62352 w 72473"/>
                <a:gd name="connsiteY11" fmla="*/ 20981 h 5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2473" h="58806">
                  <a:moveTo>
                    <a:pt x="62278" y="20981"/>
                  </a:moveTo>
                  <a:cubicBezTo>
                    <a:pt x="66120" y="21868"/>
                    <a:pt x="69518" y="23788"/>
                    <a:pt x="72473" y="26670"/>
                  </a:cubicBezTo>
                  <a:lnTo>
                    <a:pt x="58141" y="41445"/>
                  </a:lnTo>
                  <a:lnTo>
                    <a:pt x="54373" y="37751"/>
                  </a:lnTo>
                  <a:cubicBezTo>
                    <a:pt x="50975" y="34427"/>
                    <a:pt x="47651" y="32654"/>
                    <a:pt x="44474" y="32432"/>
                  </a:cubicBezTo>
                  <a:cubicBezTo>
                    <a:pt x="41297" y="32284"/>
                    <a:pt x="37899" y="34057"/>
                    <a:pt x="34279" y="37751"/>
                  </a:cubicBezTo>
                  <a:lnTo>
                    <a:pt x="13741" y="58806"/>
                  </a:lnTo>
                  <a:lnTo>
                    <a:pt x="0" y="45434"/>
                  </a:lnTo>
                  <a:lnTo>
                    <a:pt x="44252" y="0"/>
                  </a:lnTo>
                  <a:lnTo>
                    <a:pt x="57993" y="13372"/>
                  </a:lnTo>
                  <a:lnTo>
                    <a:pt x="50606" y="20981"/>
                  </a:lnTo>
                  <a:cubicBezTo>
                    <a:pt x="54669" y="20021"/>
                    <a:pt x="58584" y="20021"/>
                    <a:pt x="62352" y="20981"/>
                  </a:cubicBezTo>
                  <a:close/>
                </a:path>
              </a:pathLst>
            </a:custGeom>
            <a:solidFill>
              <a:srgbClr val="EC4A79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" name="Freeform: Shape 198">
              <a:extLst>
                <a:ext uri="{FF2B5EF4-FFF2-40B4-BE49-F238E27FC236}">
                  <a16:creationId xmlns:a16="http://schemas.microsoft.com/office/drawing/2014/main" id="{BC595F03-F251-444C-A132-BEB477F5067F}"/>
                </a:ext>
              </a:extLst>
            </p:cNvPr>
            <p:cNvSpPr/>
            <p:nvPr/>
          </p:nvSpPr>
          <p:spPr>
            <a:xfrm>
              <a:off x="11356982" y="6461847"/>
              <a:ext cx="105405" cy="122266"/>
            </a:xfrm>
            <a:custGeom>
              <a:avLst/>
              <a:gdLst>
                <a:gd name="connsiteX0" fmla="*/ 104905 w 105405"/>
                <a:gd name="connsiteY0" fmla="*/ 82225 h 122266"/>
                <a:gd name="connsiteX1" fmla="*/ 93306 w 105405"/>
                <a:gd name="connsiteY1" fmla="*/ 99808 h 122266"/>
                <a:gd name="connsiteX2" fmla="*/ 63830 w 105405"/>
                <a:gd name="connsiteY2" fmla="*/ 122266 h 122266"/>
                <a:gd name="connsiteX3" fmla="*/ 52231 w 105405"/>
                <a:gd name="connsiteY3" fmla="*/ 107048 h 122266"/>
                <a:gd name="connsiteX4" fmla="*/ 79639 w 105405"/>
                <a:gd name="connsiteY4" fmla="*/ 86140 h 122266"/>
                <a:gd name="connsiteX5" fmla="*/ 85254 w 105405"/>
                <a:gd name="connsiteY5" fmla="*/ 77866 h 122266"/>
                <a:gd name="connsiteX6" fmla="*/ 82594 w 105405"/>
                <a:gd name="connsiteY6" fmla="*/ 68853 h 122266"/>
                <a:gd name="connsiteX7" fmla="*/ 74616 w 105405"/>
                <a:gd name="connsiteY7" fmla="*/ 63904 h 122266"/>
                <a:gd name="connsiteX8" fmla="*/ 65159 w 105405"/>
                <a:gd name="connsiteY8" fmla="*/ 67080 h 122266"/>
                <a:gd name="connsiteX9" fmla="*/ 37751 w 105405"/>
                <a:gd name="connsiteY9" fmla="*/ 87987 h 122266"/>
                <a:gd name="connsiteX10" fmla="*/ 26152 w 105405"/>
                <a:gd name="connsiteY10" fmla="*/ 72769 h 122266"/>
                <a:gd name="connsiteX11" fmla="*/ 53561 w 105405"/>
                <a:gd name="connsiteY11" fmla="*/ 51862 h 122266"/>
                <a:gd name="connsiteX12" fmla="*/ 59175 w 105405"/>
                <a:gd name="connsiteY12" fmla="*/ 43587 h 122266"/>
                <a:gd name="connsiteX13" fmla="*/ 56516 w 105405"/>
                <a:gd name="connsiteY13" fmla="*/ 34574 h 122266"/>
                <a:gd name="connsiteX14" fmla="*/ 48537 w 105405"/>
                <a:gd name="connsiteY14" fmla="*/ 29625 h 122266"/>
                <a:gd name="connsiteX15" fmla="*/ 39081 w 105405"/>
                <a:gd name="connsiteY15" fmla="*/ 32801 h 122266"/>
                <a:gd name="connsiteX16" fmla="*/ 11673 w 105405"/>
                <a:gd name="connsiteY16" fmla="*/ 53708 h 122266"/>
                <a:gd name="connsiteX17" fmla="*/ 0 w 105405"/>
                <a:gd name="connsiteY17" fmla="*/ 38416 h 122266"/>
                <a:gd name="connsiteX18" fmla="*/ 50458 w 105405"/>
                <a:gd name="connsiteY18" fmla="*/ 0 h 122266"/>
                <a:gd name="connsiteX19" fmla="*/ 62130 w 105405"/>
                <a:gd name="connsiteY19" fmla="*/ 15293 h 122266"/>
                <a:gd name="connsiteX20" fmla="*/ 55777 w 105405"/>
                <a:gd name="connsiteY20" fmla="*/ 20095 h 122266"/>
                <a:gd name="connsiteX21" fmla="*/ 65455 w 105405"/>
                <a:gd name="connsiteY21" fmla="*/ 22385 h 122266"/>
                <a:gd name="connsiteX22" fmla="*/ 73803 w 105405"/>
                <a:gd name="connsiteY22" fmla="*/ 29477 h 122266"/>
                <a:gd name="connsiteX23" fmla="*/ 79048 w 105405"/>
                <a:gd name="connsiteY23" fmla="*/ 41371 h 122266"/>
                <a:gd name="connsiteX24" fmla="*/ 77349 w 105405"/>
                <a:gd name="connsiteY24" fmla="*/ 53635 h 122266"/>
                <a:gd name="connsiteX25" fmla="*/ 89539 w 105405"/>
                <a:gd name="connsiteY25" fmla="*/ 55555 h 122266"/>
                <a:gd name="connsiteX26" fmla="*/ 99586 w 105405"/>
                <a:gd name="connsiteY26" fmla="*/ 63313 h 122266"/>
                <a:gd name="connsiteX27" fmla="*/ 105127 w 105405"/>
                <a:gd name="connsiteY27" fmla="*/ 82447 h 122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5405" h="122266">
                  <a:moveTo>
                    <a:pt x="104905" y="82225"/>
                  </a:moveTo>
                  <a:cubicBezTo>
                    <a:pt x="103871" y="88800"/>
                    <a:pt x="100029" y="94636"/>
                    <a:pt x="93306" y="99808"/>
                  </a:cubicBezTo>
                  <a:lnTo>
                    <a:pt x="63830" y="122266"/>
                  </a:lnTo>
                  <a:lnTo>
                    <a:pt x="52231" y="107048"/>
                  </a:lnTo>
                  <a:lnTo>
                    <a:pt x="79639" y="86140"/>
                  </a:lnTo>
                  <a:cubicBezTo>
                    <a:pt x="82890" y="83629"/>
                    <a:pt x="84737" y="80895"/>
                    <a:pt x="85254" y="77866"/>
                  </a:cubicBezTo>
                  <a:cubicBezTo>
                    <a:pt x="85771" y="74837"/>
                    <a:pt x="84811" y="71808"/>
                    <a:pt x="82594" y="68853"/>
                  </a:cubicBezTo>
                  <a:cubicBezTo>
                    <a:pt x="80378" y="65898"/>
                    <a:pt x="77645" y="64199"/>
                    <a:pt x="74616" y="63904"/>
                  </a:cubicBezTo>
                  <a:cubicBezTo>
                    <a:pt x="71587" y="63608"/>
                    <a:pt x="68410" y="64642"/>
                    <a:pt x="65159" y="67080"/>
                  </a:cubicBezTo>
                  <a:lnTo>
                    <a:pt x="37751" y="87987"/>
                  </a:lnTo>
                  <a:lnTo>
                    <a:pt x="26152" y="72769"/>
                  </a:lnTo>
                  <a:lnTo>
                    <a:pt x="53561" y="51862"/>
                  </a:lnTo>
                  <a:cubicBezTo>
                    <a:pt x="56811" y="49350"/>
                    <a:pt x="58658" y="46616"/>
                    <a:pt x="59175" y="43587"/>
                  </a:cubicBezTo>
                  <a:cubicBezTo>
                    <a:pt x="59693" y="40558"/>
                    <a:pt x="58732" y="37529"/>
                    <a:pt x="56516" y="34574"/>
                  </a:cubicBezTo>
                  <a:cubicBezTo>
                    <a:pt x="54226" y="31619"/>
                    <a:pt x="51566" y="29920"/>
                    <a:pt x="48537" y="29625"/>
                  </a:cubicBezTo>
                  <a:cubicBezTo>
                    <a:pt x="45434" y="29255"/>
                    <a:pt x="42331" y="30363"/>
                    <a:pt x="39081" y="32801"/>
                  </a:cubicBezTo>
                  <a:lnTo>
                    <a:pt x="11673" y="53708"/>
                  </a:lnTo>
                  <a:lnTo>
                    <a:pt x="0" y="38416"/>
                  </a:lnTo>
                  <a:lnTo>
                    <a:pt x="50458" y="0"/>
                  </a:lnTo>
                  <a:lnTo>
                    <a:pt x="62130" y="15293"/>
                  </a:lnTo>
                  <a:lnTo>
                    <a:pt x="55777" y="20095"/>
                  </a:lnTo>
                  <a:cubicBezTo>
                    <a:pt x="59102" y="20095"/>
                    <a:pt x="62278" y="20759"/>
                    <a:pt x="65455" y="22385"/>
                  </a:cubicBezTo>
                  <a:cubicBezTo>
                    <a:pt x="68558" y="23936"/>
                    <a:pt x="71365" y="26300"/>
                    <a:pt x="73803" y="29477"/>
                  </a:cubicBezTo>
                  <a:cubicBezTo>
                    <a:pt x="76684" y="33245"/>
                    <a:pt x="78383" y="37234"/>
                    <a:pt x="79048" y="41371"/>
                  </a:cubicBezTo>
                  <a:cubicBezTo>
                    <a:pt x="79713" y="45508"/>
                    <a:pt x="79048" y="49645"/>
                    <a:pt x="77349" y="53635"/>
                  </a:cubicBezTo>
                  <a:cubicBezTo>
                    <a:pt x="81412" y="53265"/>
                    <a:pt x="85475" y="53856"/>
                    <a:pt x="89539" y="55555"/>
                  </a:cubicBezTo>
                  <a:cubicBezTo>
                    <a:pt x="93528" y="57181"/>
                    <a:pt x="96926" y="59766"/>
                    <a:pt x="99586" y="63313"/>
                  </a:cubicBezTo>
                  <a:cubicBezTo>
                    <a:pt x="104314" y="69518"/>
                    <a:pt x="106161" y="75872"/>
                    <a:pt x="105127" y="82447"/>
                  </a:cubicBezTo>
                  <a:close/>
                </a:path>
              </a:pathLst>
            </a:custGeom>
            <a:solidFill>
              <a:srgbClr val="EC4A79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grpSp>
        <p:nvGrpSpPr>
          <p:cNvPr id="97" name="Graphic 369">
            <a:extLst>
              <a:ext uri="{FF2B5EF4-FFF2-40B4-BE49-F238E27FC236}">
                <a16:creationId xmlns:a16="http://schemas.microsoft.com/office/drawing/2014/main" id="{27D57C4B-20DD-FC65-C19D-9B4EA395B70F}"/>
              </a:ext>
            </a:extLst>
          </p:cNvPr>
          <p:cNvGrpSpPr/>
          <p:nvPr/>
        </p:nvGrpSpPr>
        <p:grpSpPr>
          <a:xfrm>
            <a:off x="6947203" y="3042538"/>
            <a:ext cx="375106" cy="1366475"/>
            <a:chOff x="9636553" y="7162865"/>
            <a:chExt cx="225338" cy="825216"/>
          </a:xfrm>
          <a:solidFill>
            <a:srgbClr val="5259F1"/>
          </a:solidFill>
        </p:grpSpPr>
        <p:sp>
          <p:nvSpPr>
            <p:cNvPr id="149" name="Freeform: Shape 1084">
              <a:extLst>
                <a:ext uri="{FF2B5EF4-FFF2-40B4-BE49-F238E27FC236}">
                  <a16:creationId xmlns:a16="http://schemas.microsoft.com/office/drawing/2014/main" id="{4D145EA1-D3D4-EBEB-C0FE-5F84DBC0F812}"/>
                </a:ext>
              </a:extLst>
            </p:cNvPr>
            <p:cNvSpPr/>
            <p:nvPr/>
          </p:nvSpPr>
          <p:spPr>
            <a:xfrm>
              <a:off x="9783000" y="7909510"/>
              <a:ext cx="78891" cy="78571"/>
            </a:xfrm>
            <a:custGeom>
              <a:avLst/>
              <a:gdLst>
                <a:gd name="connsiteX0" fmla="*/ 77385 w 78891"/>
                <a:gd name="connsiteY0" fmla="*/ 24999 h 78571"/>
                <a:gd name="connsiteX1" fmla="*/ 78345 w 78891"/>
                <a:gd name="connsiteY1" fmla="*/ 38814 h 78571"/>
                <a:gd name="connsiteX2" fmla="*/ 71179 w 78891"/>
                <a:gd name="connsiteY2" fmla="*/ 50930 h 78571"/>
                <a:gd name="connsiteX3" fmla="*/ 57659 w 78891"/>
                <a:gd name="connsiteY3" fmla="*/ 35563 h 78571"/>
                <a:gd name="connsiteX4" fmla="*/ 60762 w 78891"/>
                <a:gd name="connsiteY4" fmla="*/ 28767 h 78571"/>
                <a:gd name="connsiteX5" fmla="*/ 58029 w 78891"/>
                <a:gd name="connsiteY5" fmla="*/ 22192 h 78571"/>
                <a:gd name="connsiteX6" fmla="*/ 52045 w 78891"/>
                <a:gd name="connsiteY6" fmla="*/ 18424 h 78571"/>
                <a:gd name="connsiteX7" fmla="*/ 46282 w 78891"/>
                <a:gd name="connsiteY7" fmla="*/ 20197 h 78571"/>
                <a:gd name="connsiteX8" fmla="*/ 43918 w 78891"/>
                <a:gd name="connsiteY8" fmla="*/ 24925 h 78571"/>
                <a:gd name="connsiteX9" fmla="*/ 44731 w 78891"/>
                <a:gd name="connsiteY9" fmla="*/ 30614 h 78571"/>
                <a:gd name="connsiteX10" fmla="*/ 47982 w 78891"/>
                <a:gd name="connsiteY10" fmla="*/ 38592 h 78571"/>
                <a:gd name="connsiteX11" fmla="*/ 52636 w 78891"/>
                <a:gd name="connsiteY11" fmla="*/ 51077 h 78571"/>
                <a:gd name="connsiteX12" fmla="*/ 52857 w 78891"/>
                <a:gd name="connsiteY12" fmla="*/ 62011 h 78571"/>
                <a:gd name="connsiteX13" fmla="*/ 46061 w 78891"/>
                <a:gd name="connsiteY13" fmla="*/ 72650 h 78571"/>
                <a:gd name="connsiteX14" fmla="*/ 27665 w 78891"/>
                <a:gd name="connsiteY14" fmla="*/ 78190 h 78571"/>
                <a:gd name="connsiteX15" fmla="*/ 9196 w 78891"/>
                <a:gd name="connsiteY15" fmla="*/ 66739 h 78571"/>
                <a:gd name="connsiteX16" fmla="*/ 36 w 78891"/>
                <a:gd name="connsiteY16" fmla="*/ 46793 h 78571"/>
                <a:gd name="connsiteX17" fmla="*/ 7571 w 78891"/>
                <a:gd name="connsiteY17" fmla="*/ 28767 h 78571"/>
                <a:gd name="connsiteX18" fmla="*/ 21312 w 78891"/>
                <a:gd name="connsiteY18" fmla="*/ 44355 h 78571"/>
                <a:gd name="connsiteX19" fmla="*/ 18579 w 78891"/>
                <a:gd name="connsiteY19" fmla="*/ 50487 h 78571"/>
                <a:gd name="connsiteX20" fmla="*/ 21312 w 78891"/>
                <a:gd name="connsiteY20" fmla="*/ 56914 h 78571"/>
                <a:gd name="connsiteX21" fmla="*/ 26410 w 78891"/>
                <a:gd name="connsiteY21" fmla="*/ 59869 h 78571"/>
                <a:gd name="connsiteX22" fmla="*/ 31876 w 78891"/>
                <a:gd name="connsiteY22" fmla="*/ 57874 h 78571"/>
                <a:gd name="connsiteX23" fmla="*/ 34019 w 78891"/>
                <a:gd name="connsiteY23" fmla="*/ 51225 h 78571"/>
                <a:gd name="connsiteX24" fmla="*/ 30103 w 78891"/>
                <a:gd name="connsiteY24" fmla="*/ 39700 h 78571"/>
                <a:gd name="connsiteX25" fmla="*/ 25671 w 78891"/>
                <a:gd name="connsiteY25" fmla="*/ 27067 h 78571"/>
                <a:gd name="connsiteX26" fmla="*/ 25375 w 78891"/>
                <a:gd name="connsiteY26" fmla="*/ 16281 h 78571"/>
                <a:gd name="connsiteX27" fmla="*/ 31876 w 78891"/>
                <a:gd name="connsiteY27" fmla="*/ 5939 h 78571"/>
                <a:gd name="connsiteX28" fmla="*/ 43475 w 78891"/>
                <a:gd name="connsiteY28" fmla="*/ 324 h 78571"/>
                <a:gd name="connsiteX29" fmla="*/ 56699 w 78891"/>
                <a:gd name="connsiteY29" fmla="*/ 1949 h 78571"/>
                <a:gd name="connsiteX30" fmla="*/ 69332 w 78891"/>
                <a:gd name="connsiteY30" fmla="*/ 11332 h 78571"/>
                <a:gd name="connsiteX31" fmla="*/ 77458 w 78891"/>
                <a:gd name="connsiteY31" fmla="*/ 24851 h 78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8891" h="78571">
                  <a:moveTo>
                    <a:pt x="77385" y="24999"/>
                  </a:moveTo>
                  <a:cubicBezTo>
                    <a:pt x="79010" y="29653"/>
                    <a:pt x="79305" y="34234"/>
                    <a:pt x="78345" y="38814"/>
                  </a:cubicBezTo>
                  <a:cubicBezTo>
                    <a:pt x="77385" y="43320"/>
                    <a:pt x="74947" y="47384"/>
                    <a:pt x="71179" y="50930"/>
                  </a:cubicBezTo>
                  <a:lnTo>
                    <a:pt x="57659" y="35563"/>
                  </a:lnTo>
                  <a:cubicBezTo>
                    <a:pt x="59654" y="33421"/>
                    <a:pt x="60688" y="31131"/>
                    <a:pt x="60762" y="28767"/>
                  </a:cubicBezTo>
                  <a:cubicBezTo>
                    <a:pt x="60762" y="26477"/>
                    <a:pt x="59876" y="24260"/>
                    <a:pt x="58029" y="22192"/>
                  </a:cubicBezTo>
                  <a:cubicBezTo>
                    <a:pt x="56182" y="20049"/>
                    <a:pt x="54187" y="18793"/>
                    <a:pt x="52045" y="18424"/>
                  </a:cubicBezTo>
                  <a:cubicBezTo>
                    <a:pt x="49976" y="18055"/>
                    <a:pt x="48055" y="18645"/>
                    <a:pt x="46282" y="20197"/>
                  </a:cubicBezTo>
                  <a:cubicBezTo>
                    <a:pt x="44805" y="21527"/>
                    <a:pt x="43992" y="23078"/>
                    <a:pt x="43918" y="24925"/>
                  </a:cubicBezTo>
                  <a:cubicBezTo>
                    <a:pt x="43845" y="26772"/>
                    <a:pt x="44066" y="28693"/>
                    <a:pt x="44731" y="30614"/>
                  </a:cubicBezTo>
                  <a:cubicBezTo>
                    <a:pt x="45396" y="32608"/>
                    <a:pt x="46430" y="35268"/>
                    <a:pt x="47982" y="38592"/>
                  </a:cubicBezTo>
                  <a:cubicBezTo>
                    <a:pt x="50124" y="43468"/>
                    <a:pt x="51675" y="47605"/>
                    <a:pt x="52636" y="51077"/>
                  </a:cubicBezTo>
                  <a:cubicBezTo>
                    <a:pt x="53596" y="54550"/>
                    <a:pt x="53670" y="58170"/>
                    <a:pt x="52857" y="62011"/>
                  </a:cubicBezTo>
                  <a:cubicBezTo>
                    <a:pt x="52045" y="65779"/>
                    <a:pt x="49829" y="69325"/>
                    <a:pt x="46061" y="72650"/>
                  </a:cubicBezTo>
                  <a:cubicBezTo>
                    <a:pt x="40520" y="77599"/>
                    <a:pt x="34388" y="79446"/>
                    <a:pt x="27665" y="78190"/>
                  </a:cubicBezTo>
                  <a:cubicBezTo>
                    <a:pt x="21017" y="77008"/>
                    <a:pt x="14811" y="73167"/>
                    <a:pt x="9196" y="66739"/>
                  </a:cubicBezTo>
                  <a:cubicBezTo>
                    <a:pt x="3434" y="60238"/>
                    <a:pt x="405" y="53589"/>
                    <a:pt x="36" y="46793"/>
                  </a:cubicBezTo>
                  <a:cubicBezTo>
                    <a:pt x="-334" y="39996"/>
                    <a:pt x="2178" y="34012"/>
                    <a:pt x="7571" y="28767"/>
                  </a:cubicBezTo>
                  <a:lnTo>
                    <a:pt x="21312" y="44355"/>
                  </a:lnTo>
                  <a:cubicBezTo>
                    <a:pt x="19465" y="46202"/>
                    <a:pt x="18579" y="48196"/>
                    <a:pt x="18579" y="50487"/>
                  </a:cubicBezTo>
                  <a:cubicBezTo>
                    <a:pt x="18579" y="52777"/>
                    <a:pt x="19539" y="54919"/>
                    <a:pt x="21312" y="56914"/>
                  </a:cubicBezTo>
                  <a:cubicBezTo>
                    <a:pt x="22863" y="58687"/>
                    <a:pt x="24563" y="59647"/>
                    <a:pt x="26410" y="59869"/>
                  </a:cubicBezTo>
                  <a:cubicBezTo>
                    <a:pt x="28256" y="60090"/>
                    <a:pt x="30103" y="59426"/>
                    <a:pt x="31876" y="57874"/>
                  </a:cubicBezTo>
                  <a:cubicBezTo>
                    <a:pt x="33797" y="56175"/>
                    <a:pt x="34536" y="53959"/>
                    <a:pt x="34019" y="51225"/>
                  </a:cubicBezTo>
                  <a:cubicBezTo>
                    <a:pt x="33502" y="48492"/>
                    <a:pt x="32172" y="44650"/>
                    <a:pt x="30103" y="39700"/>
                  </a:cubicBezTo>
                  <a:cubicBezTo>
                    <a:pt x="28035" y="34751"/>
                    <a:pt x="26557" y="30540"/>
                    <a:pt x="25671" y="27067"/>
                  </a:cubicBezTo>
                  <a:cubicBezTo>
                    <a:pt x="24784" y="23595"/>
                    <a:pt x="24637" y="20049"/>
                    <a:pt x="25375" y="16281"/>
                  </a:cubicBezTo>
                  <a:cubicBezTo>
                    <a:pt x="26114" y="12514"/>
                    <a:pt x="28256" y="9115"/>
                    <a:pt x="31876" y="5939"/>
                  </a:cubicBezTo>
                  <a:cubicBezTo>
                    <a:pt x="35275" y="2910"/>
                    <a:pt x="39116" y="1063"/>
                    <a:pt x="43475" y="324"/>
                  </a:cubicBezTo>
                  <a:cubicBezTo>
                    <a:pt x="47834" y="-415"/>
                    <a:pt x="52193" y="102"/>
                    <a:pt x="56699" y="1949"/>
                  </a:cubicBezTo>
                  <a:cubicBezTo>
                    <a:pt x="61206" y="3796"/>
                    <a:pt x="65417" y="6899"/>
                    <a:pt x="69332" y="11332"/>
                  </a:cubicBezTo>
                  <a:cubicBezTo>
                    <a:pt x="73174" y="15617"/>
                    <a:pt x="75833" y="20197"/>
                    <a:pt x="77458" y="24851"/>
                  </a:cubicBezTo>
                  <a:close/>
                </a:path>
              </a:pathLst>
            </a:custGeom>
            <a:solidFill>
              <a:srgbClr val="22BDEF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>
                <a:solidFill>
                  <a:srgbClr val="5259F1"/>
                </a:solidFill>
              </a:endParaRPr>
            </a:p>
          </p:txBody>
        </p:sp>
        <p:sp>
          <p:nvSpPr>
            <p:cNvPr id="150" name="Freeform: Shape 1085">
              <a:extLst>
                <a:ext uri="{FF2B5EF4-FFF2-40B4-BE49-F238E27FC236}">
                  <a16:creationId xmlns:a16="http://schemas.microsoft.com/office/drawing/2014/main" id="{8E919864-5129-0187-1556-6221001A3C04}"/>
                </a:ext>
              </a:extLst>
            </p:cNvPr>
            <p:cNvSpPr/>
            <p:nvPr/>
          </p:nvSpPr>
          <p:spPr>
            <a:xfrm>
              <a:off x="9724870" y="7804264"/>
              <a:ext cx="100866" cy="122931"/>
            </a:xfrm>
            <a:custGeom>
              <a:avLst/>
              <a:gdLst>
                <a:gd name="connsiteX0" fmla="*/ 763 w 100866"/>
                <a:gd name="connsiteY0" fmla="*/ 35756 h 122931"/>
                <a:gd name="connsiteX1" fmla="*/ 14061 w 100866"/>
                <a:gd name="connsiteY1" fmla="*/ 19430 h 122931"/>
                <a:gd name="connsiteX2" fmla="*/ 45606 w 100866"/>
                <a:gd name="connsiteY2" fmla="*/ 0 h 122931"/>
                <a:gd name="connsiteX3" fmla="*/ 55654 w 100866"/>
                <a:gd name="connsiteY3" fmla="*/ 16253 h 122931"/>
                <a:gd name="connsiteX4" fmla="*/ 26325 w 100866"/>
                <a:gd name="connsiteY4" fmla="*/ 34353 h 122931"/>
                <a:gd name="connsiteX5" fmla="*/ 19897 w 100866"/>
                <a:gd name="connsiteY5" fmla="*/ 42036 h 122931"/>
                <a:gd name="connsiteX6" fmla="*/ 21670 w 100866"/>
                <a:gd name="connsiteY6" fmla="*/ 51271 h 122931"/>
                <a:gd name="connsiteX7" fmla="*/ 29132 w 100866"/>
                <a:gd name="connsiteY7" fmla="*/ 57033 h 122931"/>
                <a:gd name="connsiteX8" fmla="*/ 38884 w 100866"/>
                <a:gd name="connsiteY8" fmla="*/ 54817 h 122931"/>
                <a:gd name="connsiteX9" fmla="*/ 68213 w 100866"/>
                <a:gd name="connsiteY9" fmla="*/ 36717 h 122931"/>
                <a:gd name="connsiteX10" fmla="*/ 78260 w 100866"/>
                <a:gd name="connsiteY10" fmla="*/ 52970 h 122931"/>
                <a:gd name="connsiteX11" fmla="*/ 48931 w 100866"/>
                <a:gd name="connsiteY11" fmla="*/ 70996 h 122931"/>
                <a:gd name="connsiteX12" fmla="*/ 42504 w 100866"/>
                <a:gd name="connsiteY12" fmla="*/ 78679 h 122931"/>
                <a:gd name="connsiteX13" fmla="*/ 44277 w 100866"/>
                <a:gd name="connsiteY13" fmla="*/ 87913 h 122931"/>
                <a:gd name="connsiteX14" fmla="*/ 51738 w 100866"/>
                <a:gd name="connsiteY14" fmla="*/ 93676 h 122931"/>
                <a:gd name="connsiteX15" fmla="*/ 61490 w 100866"/>
                <a:gd name="connsiteY15" fmla="*/ 91460 h 122931"/>
                <a:gd name="connsiteX16" fmla="*/ 90819 w 100866"/>
                <a:gd name="connsiteY16" fmla="*/ 73360 h 122931"/>
                <a:gd name="connsiteX17" fmla="*/ 100866 w 100866"/>
                <a:gd name="connsiteY17" fmla="*/ 89687 h 122931"/>
                <a:gd name="connsiteX18" fmla="*/ 46862 w 100866"/>
                <a:gd name="connsiteY18" fmla="*/ 122931 h 122931"/>
                <a:gd name="connsiteX19" fmla="*/ 36815 w 100866"/>
                <a:gd name="connsiteY19" fmla="*/ 106604 h 122931"/>
                <a:gd name="connsiteX20" fmla="*/ 43612 w 100866"/>
                <a:gd name="connsiteY20" fmla="*/ 102393 h 122931"/>
                <a:gd name="connsiteX21" fmla="*/ 34229 w 100866"/>
                <a:gd name="connsiteY21" fmla="*/ 99217 h 122931"/>
                <a:gd name="connsiteX22" fmla="*/ 26620 w 100866"/>
                <a:gd name="connsiteY22" fmla="*/ 91386 h 122931"/>
                <a:gd name="connsiteX23" fmla="*/ 22631 w 100866"/>
                <a:gd name="connsiteY23" fmla="*/ 78974 h 122931"/>
                <a:gd name="connsiteX24" fmla="*/ 25512 w 100866"/>
                <a:gd name="connsiteY24" fmla="*/ 67006 h 122931"/>
                <a:gd name="connsiteX25" fmla="*/ 13618 w 100866"/>
                <a:gd name="connsiteY25" fmla="*/ 63903 h 122931"/>
                <a:gd name="connsiteX26" fmla="*/ 4383 w 100866"/>
                <a:gd name="connsiteY26" fmla="*/ 55186 h 122931"/>
                <a:gd name="connsiteX27" fmla="*/ 689 w 100866"/>
                <a:gd name="connsiteY27" fmla="*/ 35609 h 12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0866" h="122931">
                  <a:moveTo>
                    <a:pt x="763" y="35756"/>
                  </a:moveTo>
                  <a:cubicBezTo>
                    <a:pt x="2388" y="29329"/>
                    <a:pt x="6821" y="23862"/>
                    <a:pt x="14061" y="19430"/>
                  </a:cubicBezTo>
                  <a:lnTo>
                    <a:pt x="45606" y="0"/>
                  </a:lnTo>
                  <a:lnTo>
                    <a:pt x="55654" y="16253"/>
                  </a:lnTo>
                  <a:lnTo>
                    <a:pt x="26325" y="34353"/>
                  </a:lnTo>
                  <a:cubicBezTo>
                    <a:pt x="22852" y="36495"/>
                    <a:pt x="20710" y="39081"/>
                    <a:pt x="19897" y="42036"/>
                  </a:cubicBezTo>
                  <a:cubicBezTo>
                    <a:pt x="19085" y="44991"/>
                    <a:pt x="19676" y="48094"/>
                    <a:pt x="21670" y="51271"/>
                  </a:cubicBezTo>
                  <a:cubicBezTo>
                    <a:pt x="23665" y="54447"/>
                    <a:pt x="26103" y="56368"/>
                    <a:pt x="29132" y="57033"/>
                  </a:cubicBezTo>
                  <a:cubicBezTo>
                    <a:pt x="32161" y="57698"/>
                    <a:pt x="35411" y="56959"/>
                    <a:pt x="38884" y="54817"/>
                  </a:cubicBezTo>
                  <a:lnTo>
                    <a:pt x="68213" y="36717"/>
                  </a:lnTo>
                  <a:lnTo>
                    <a:pt x="78260" y="52970"/>
                  </a:lnTo>
                  <a:lnTo>
                    <a:pt x="48931" y="70996"/>
                  </a:lnTo>
                  <a:cubicBezTo>
                    <a:pt x="45459" y="73138"/>
                    <a:pt x="43316" y="75724"/>
                    <a:pt x="42504" y="78679"/>
                  </a:cubicBezTo>
                  <a:cubicBezTo>
                    <a:pt x="41691" y="81634"/>
                    <a:pt x="42282" y="84737"/>
                    <a:pt x="44277" y="87913"/>
                  </a:cubicBezTo>
                  <a:cubicBezTo>
                    <a:pt x="46271" y="91090"/>
                    <a:pt x="48709" y="93011"/>
                    <a:pt x="51738" y="93676"/>
                  </a:cubicBezTo>
                  <a:cubicBezTo>
                    <a:pt x="54767" y="94341"/>
                    <a:pt x="58018" y="93602"/>
                    <a:pt x="61490" y="91460"/>
                  </a:cubicBezTo>
                  <a:lnTo>
                    <a:pt x="90819" y="73360"/>
                  </a:lnTo>
                  <a:lnTo>
                    <a:pt x="100866" y="89687"/>
                  </a:lnTo>
                  <a:lnTo>
                    <a:pt x="46862" y="122931"/>
                  </a:lnTo>
                  <a:lnTo>
                    <a:pt x="36815" y="106604"/>
                  </a:lnTo>
                  <a:lnTo>
                    <a:pt x="43612" y="102393"/>
                  </a:lnTo>
                  <a:cubicBezTo>
                    <a:pt x="40361" y="102098"/>
                    <a:pt x="37184" y="101064"/>
                    <a:pt x="34229" y="99217"/>
                  </a:cubicBezTo>
                  <a:cubicBezTo>
                    <a:pt x="31274" y="97370"/>
                    <a:pt x="28689" y="94710"/>
                    <a:pt x="26620" y="91386"/>
                  </a:cubicBezTo>
                  <a:cubicBezTo>
                    <a:pt x="24182" y="87396"/>
                    <a:pt x="22778" y="83259"/>
                    <a:pt x="22631" y="78974"/>
                  </a:cubicBezTo>
                  <a:cubicBezTo>
                    <a:pt x="22409" y="74763"/>
                    <a:pt x="23369" y="70700"/>
                    <a:pt x="25512" y="67006"/>
                  </a:cubicBezTo>
                  <a:cubicBezTo>
                    <a:pt x="21375" y="67006"/>
                    <a:pt x="17459" y="65972"/>
                    <a:pt x="13618" y="63903"/>
                  </a:cubicBezTo>
                  <a:cubicBezTo>
                    <a:pt x="9776" y="61835"/>
                    <a:pt x="6673" y="58954"/>
                    <a:pt x="4383" y="55186"/>
                  </a:cubicBezTo>
                  <a:cubicBezTo>
                    <a:pt x="320" y="48537"/>
                    <a:pt x="-936" y="42036"/>
                    <a:pt x="689" y="35609"/>
                  </a:cubicBezTo>
                  <a:close/>
                </a:path>
              </a:pathLst>
            </a:custGeom>
            <a:solidFill>
              <a:srgbClr val="22BDEF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>
                <a:solidFill>
                  <a:srgbClr val="5259F1"/>
                </a:solidFill>
              </a:endParaRPr>
            </a:p>
          </p:txBody>
        </p:sp>
        <p:sp>
          <p:nvSpPr>
            <p:cNvPr id="151" name="Freeform: Shape 1086">
              <a:extLst>
                <a:ext uri="{FF2B5EF4-FFF2-40B4-BE49-F238E27FC236}">
                  <a16:creationId xmlns:a16="http://schemas.microsoft.com/office/drawing/2014/main" id="{147830CA-FE95-346D-14A7-F1057C1CF657}"/>
                </a:ext>
              </a:extLst>
            </p:cNvPr>
            <p:cNvSpPr/>
            <p:nvPr/>
          </p:nvSpPr>
          <p:spPr>
            <a:xfrm>
              <a:off x="9685887" y="7736297"/>
              <a:ext cx="75847" cy="76198"/>
            </a:xfrm>
            <a:custGeom>
              <a:avLst/>
              <a:gdLst>
                <a:gd name="connsiteX0" fmla="*/ 36274 w 75847"/>
                <a:gd name="connsiteY0" fmla="*/ 76093 h 76198"/>
                <a:gd name="connsiteX1" fmla="*/ 22089 w 75847"/>
                <a:gd name="connsiteY1" fmla="*/ 70996 h 76198"/>
                <a:gd name="connsiteX2" fmla="*/ 13224 w 75847"/>
                <a:gd name="connsiteY2" fmla="*/ 59397 h 76198"/>
                <a:gd name="connsiteX3" fmla="*/ 11525 w 75847"/>
                <a:gd name="connsiteY3" fmla="*/ 47577 h 76198"/>
                <a:gd name="connsiteX4" fmla="*/ 15366 w 75847"/>
                <a:gd name="connsiteY4" fmla="*/ 37825 h 76198"/>
                <a:gd name="connsiteX5" fmla="*/ 7018 w 75847"/>
                <a:gd name="connsiteY5" fmla="*/ 41076 h 76198"/>
                <a:gd name="connsiteX6" fmla="*/ 0 w 75847"/>
                <a:gd name="connsiteY6" fmla="*/ 23197 h 76198"/>
                <a:gd name="connsiteX7" fmla="*/ 59028 w 75847"/>
                <a:gd name="connsiteY7" fmla="*/ 0 h 76198"/>
                <a:gd name="connsiteX8" fmla="*/ 66046 w 75847"/>
                <a:gd name="connsiteY8" fmla="*/ 17878 h 76198"/>
                <a:gd name="connsiteX9" fmla="*/ 57698 w 75847"/>
                <a:gd name="connsiteY9" fmla="*/ 21129 h 76198"/>
                <a:gd name="connsiteX10" fmla="*/ 67228 w 75847"/>
                <a:gd name="connsiteY10" fmla="*/ 25783 h 76198"/>
                <a:gd name="connsiteX11" fmla="*/ 74025 w 75847"/>
                <a:gd name="connsiteY11" fmla="*/ 35609 h 76198"/>
                <a:gd name="connsiteX12" fmla="*/ 75354 w 75847"/>
                <a:gd name="connsiteY12" fmla="*/ 50089 h 76198"/>
                <a:gd name="connsiteX13" fmla="*/ 68336 w 75847"/>
                <a:gd name="connsiteY13" fmla="*/ 63534 h 76198"/>
                <a:gd name="connsiteX14" fmla="*/ 53635 w 75847"/>
                <a:gd name="connsiteY14" fmla="*/ 73212 h 76198"/>
                <a:gd name="connsiteX15" fmla="*/ 36347 w 75847"/>
                <a:gd name="connsiteY15" fmla="*/ 76093 h 76198"/>
                <a:gd name="connsiteX16" fmla="*/ 27261 w 75847"/>
                <a:gd name="connsiteY16" fmla="*/ 37382 h 76198"/>
                <a:gd name="connsiteX17" fmla="*/ 26891 w 75847"/>
                <a:gd name="connsiteY17" fmla="*/ 47946 h 76198"/>
                <a:gd name="connsiteX18" fmla="*/ 34279 w 75847"/>
                <a:gd name="connsiteY18" fmla="*/ 55482 h 76198"/>
                <a:gd name="connsiteX19" fmla="*/ 46395 w 75847"/>
                <a:gd name="connsiteY19" fmla="*/ 55038 h 76198"/>
                <a:gd name="connsiteX20" fmla="*/ 55703 w 75847"/>
                <a:gd name="connsiteY20" fmla="*/ 47133 h 76198"/>
                <a:gd name="connsiteX21" fmla="*/ 56146 w 75847"/>
                <a:gd name="connsiteY21" fmla="*/ 36495 h 76198"/>
                <a:gd name="connsiteX22" fmla="*/ 48685 w 75847"/>
                <a:gd name="connsiteY22" fmla="*/ 28960 h 76198"/>
                <a:gd name="connsiteX23" fmla="*/ 36569 w 75847"/>
                <a:gd name="connsiteY23" fmla="*/ 29477 h 76198"/>
                <a:gd name="connsiteX24" fmla="*/ 27334 w 75847"/>
                <a:gd name="connsiteY24" fmla="*/ 37382 h 76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847" h="76198">
                  <a:moveTo>
                    <a:pt x="36274" y="76093"/>
                  </a:moveTo>
                  <a:cubicBezTo>
                    <a:pt x="30807" y="75650"/>
                    <a:pt x="26079" y="73951"/>
                    <a:pt x="22089" y="70996"/>
                  </a:cubicBezTo>
                  <a:cubicBezTo>
                    <a:pt x="18100" y="68041"/>
                    <a:pt x="15145" y="64199"/>
                    <a:pt x="13224" y="59397"/>
                  </a:cubicBezTo>
                  <a:cubicBezTo>
                    <a:pt x="11599" y="55260"/>
                    <a:pt x="11008" y="51345"/>
                    <a:pt x="11525" y="47577"/>
                  </a:cubicBezTo>
                  <a:cubicBezTo>
                    <a:pt x="11968" y="43809"/>
                    <a:pt x="13298" y="40558"/>
                    <a:pt x="15366" y="37825"/>
                  </a:cubicBezTo>
                  <a:lnTo>
                    <a:pt x="7018" y="41076"/>
                  </a:lnTo>
                  <a:lnTo>
                    <a:pt x="0" y="23197"/>
                  </a:lnTo>
                  <a:lnTo>
                    <a:pt x="59028" y="0"/>
                  </a:lnTo>
                  <a:lnTo>
                    <a:pt x="66046" y="17878"/>
                  </a:lnTo>
                  <a:lnTo>
                    <a:pt x="57698" y="21129"/>
                  </a:lnTo>
                  <a:cubicBezTo>
                    <a:pt x="61170" y="21794"/>
                    <a:pt x="64347" y="23345"/>
                    <a:pt x="67228" y="25783"/>
                  </a:cubicBezTo>
                  <a:cubicBezTo>
                    <a:pt x="70109" y="28221"/>
                    <a:pt x="72399" y="31472"/>
                    <a:pt x="74025" y="35609"/>
                  </a:cubicBezTo>
                  <a:cubicBezTo>
                    <a:pt x="75872" y="40337"/>
                    <a:pt x="76315" y="45139"/>
                    <a:pt x="75354" y="50089"/>
                  </a:cubicBezTo>
                  <a:cubicBezTo>
                    <a:pt x="74394" y="54964"/>
                    <a:pt x="72030" y="59471"/>
                    <a:pt x="68336" y="63534"/>
                  </a:cubicBezTo>
                  <a:cubicBezTo>
                    <a:pt x="64642" y="67597"/>
                    <a:pt x="59693" y="70848"/>
                    <a:pt x="53635" y="73212"/>
                  </a:cubicBezTo>
                  <a:cubicBezTo>
                    <a:pt x="47577" y="75576"/>
                    <a:pt x="41814" y="76536"/>
                    <a:pt x="36347" y="76093"/>
                  </a:cubicBezTo>
                  <a:close/>
                  <a:moveTo>
                    <a:pt x="27261" y="37382"/>
                  </a:moveTo>
                  <a:cubicBezTo>
                    <a:pt x="25635" y="40854"/>
                    <a:pt x="25488" y="44400"/>
                    <a:pt x="26891" y="47946"/>
                  </a:cubicBezTo>
                  <a:cubicBezTo>
                    <a:pt x="28295" y="51492"/>
                    <a:pt x="30733" y="54004"/>
                    <a:pt x="34279" y="55482"/>
                  </a:cubicBezTo>
                  <a:cubicBezTo>
                    <a:pt x="37825" y="56959"/>
                    <a:pt x="41888" y="56811"/>
                    <a:pt x="46395" y="55038"/>
                  </a:cubicBezTo>
                  <a:cubicBezTo>
                    <a:pt x="50901" y="53265"/>
                    <a:pt x="54004" y="50606"/>
                    <a:pt x="55703" y="47133"/>
                  </a:cubicBezTo>
                  <a:cubicBezTo>
                    <a:pt x="57402" y="43661"/>
                    <a:pt x="57550" y="40115"/>
                    <a:pt x="56146" y="36495"/>
                  </a:cubicBezTo>
                  <a:cubicBezTo>
                    <a:pt x="54743" y="32949"/>
                    <a:pt x="52231" y="30437"/>
                    <a:pt x="48685" y="28960"/>
                  </a:cubicBezTo>
                  <a:cubicBezTo>
                    <a:pt x="45065" y="27482"/>
                    <a:pt x="41076" y="27704"/>
                    <a:pt x="36569" y="29477"/>
                  </a:cubicBezTo>
                  <a:cubicBezTo>
                    <a:pt x="32063" y="31250"/>
                    <a:pt x="28960" y="33910"/>
                    <a:pt x="27334" y="37382"/>
                  </a:cubicBezTo>
                  <a:close/>
                </a:path>
              </a:pathLst>
            </a:custGeom>
            <a:solidFill>
              <a:srgbClr val="22BDEF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>
                <a:solidFill>
                  <a:srgbClr val="5259F1"/>
                </a:solidFill>
              </a:endParaRPr>
            </a:p>
          </p:txBody>
        </p:sp>
        <p:sp>
          <p:nvSpPr>
            <p:cNvPr id="152" name="Freeform: Shape 127">
              <a:extLst>
                <a:ext uri="{FF2B5EF4-FFF2-40B4-BE49-F238E27FC236}">
                  <a16:creationId xmlns:a16="http://schemas.microsoft.com/office/drawing/2014/main" id="{F2956396-0671-A7A1-C8ED-BE547DF264B1}"/>
                </a:ext>
              </a:extLst>
            </p:cNvPr>
            <p:cNvSpPr/>
            <p:nvPr/>
          </p:nvSpPr>
          <p:spPr>
            <a:xfrm>
              <a:off x="9669856" y="7698472"/>
              <a:ext cx="72029" cy="42774"/>
            </a:xfrm>
            <a:custGeom>
              <a:avLst/>
              <a:gdLst>
                <a:gd name="connsiteX0" fmla="*/ 5836 w 72029"/>
                <a:gd name="connsiteY0" fmla="*/ 15440 h 42774"/>
                <a:gd name="connsiteX1" fmla="*/ 0 w 72029"/>
                <a:gd name="connsiteY1" fmla="*/ 5393 h 42774"/>
                <a:gd name="connsiteX2" fmla="*/ 19873 w 72029"/>
                <a:gd name="connsiteY2" fmla="*/ 0 h 42774"/>
                <a:gd name="connsiteX3" fmla="*/ 21277 w 72029"/>
                <a:gd name="connsiteY3" fmla="*/ 5098 h 42774"/>
                <a:gd name="connsiteX4" fmla="*/ 27113 w 72029"/>
                <a:gd name="connsiteY4" fmla="*/ 14702 h 42774"/>
                <a:gd name="connsiteX5" fmla="*/ 38638 w 72029"/>
                <a:gd name="connsiteY5" fmla="*/ 15293 h 42774"/>
                <a:gd name="connsiteX6" fmla="*/ 67006 w 72029"/>
                <a:gd name="connsiteY6" fmla="*/ 7609 h 42774"/>
                <a:gd name="connsiteX7" fmla="*/ 72030 w 72029"/>
                <a:gd name="connsiteY7" fmla="*/ 26152 h 42774"/>
                <a:gd name="connsiteX8" fmla="*/ 10860 w 72029"/>
                <a:gd name="connsiteY8" fmla="*/ 42775 h 42774"/>
                <a:gd name="connsiteX9" fmla="*/ 5836 w 72029"/>
                <a:gd name="connsiteY9" fmla="*/ 24232 h 42774"/>
                <a:gd name="connsiteX10" fmla="*/ 16031 w 72029"/>
                <a:gd name="connsiteY10" fmla="*/ 21498 h 42774"/>
                <a:gd name="connsiteX11" fmla="*/ 5836 w 72029"/>
                <a:gd name="connsiteY11" fmla="*/ 15514 h 42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2029" h="42774">
                  <a:moveTo>
                    <a:pt x="5836" y="15440"/>
                  </a:moveTo>
                  <a:cubicBezTo>
                    <a:pt x="3029" y="12707"/>
                    <a:pt x="1108" y="9382"/>
                    <a:pt x="0" y="5393"/>
                  </a:cubicBezTo>
                  <a:lnTo>
                    <a:pt x="19873" y="0"/>
                  </a:lnTo>
                  <a:lnTo>
                    <a:pt x="21277" y="5098"/>
                  </a:lnTo>
                  <a:cubicBezTo>
                    <a:pt x="22532" y="9752"/>
                    <a:pt x="24453" y="12928"/>
                    <a:pt x="27113" y="14702"/>
                  </a:cubicBezTo>
                  <a:cubicBezTo>
                    <a:pt x="29772" y="16475"/>
                    <a:pt x="33614" y="16696"/>
                    <a:pt x="38638" y="15293"/>
                  </a:cubicBezTo>
                  <a:lnTo>
                    <a:pt x="67006" y="7609"/>
                  </a:lnTo>
                  <a:lnTo>
                    <a:pt x="72030" y="26152"/>
                  </a:lnTo>
                  <a:lnTo>
                    <a:pt x="10860" y="42775"/>
                  </a:lnTo>
                  <a:lnTo>
                    <a:pt x="5836" y="24232"/>
                  </a:lnTo>
                  <a:lnTo>
                    <a:pt x="16031" y="21498"/>
                  </a:lnTo>
                  <a:cubicBezTo>
                    <a:pt x="12116" y="20242"/>
                    <a:pt x="8717" y="18248"/>
                    <a:pt x="5836" y="15514"/>
                  </a:cubicBezTo>
                  <a:close/>
                </a:path>
              </a:pathLst>
            </a:custGeom>
            <a:solidFill>
              <a:srgbClr val="22BDEF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>
                <a:solidFill>
                  <a:srgbClr val="5259F1"/>
                </a:solidFill>
              </a:endParaRPr>
            </a:p>
          </p:txBody>
        </p:sp>
        <p:sp>
          <p:nvSpPr>
            <p:cNvPr id="153" name="Freeform: Shape 128">
              <a:extLst>
                <a:ext uri="{FF2B5EF4-FFF2-40B4-BE49-F238E27FC236}">
                  <a16:creationId xmlns:a16="http://schemas.microsoft.com/office/drawing/2014/main" id="{B1E02651-5B6B-D9F9-8BD9-697F20621EA2}"/>
                </a:ext>
              </a:extLst>
            </p:cNvPr>
            <p:cNvSpPr/>
            <p:nvPr/>
          </p:nvSpPr>
          <p:spPr>
            <a:xfrm>
              <a:off x="9648506" y="7645281"/>
              <a:ext cx="77666" cy="50679"/>
            </a:xfrm>
            <a:custGeom>
              <a:avLst/>
              <a:gdLst>
                <a:gd name="connsiteX0" fmla="*/ 59028 w 77666"/>
                <a:gd name="connsiteY0" fmla="*/ 3029 h 50679"/>
                <a:gd name="connsiteX1" fmla="*/ 75207 w 77666"/>
                <a:gd name="connsiteY1" fmla="*/ 0 h 50679"/>
                <a:gd name="connsiteX2" fmla="*/ 77054 w 77666"/>
                <a:gd name="connsiteY2" fmla="*/ 9604 h 50679"/>
                <a:gd name="connsiteX3" fmla="*/ 74985 w 77666"/>
                <a:gd name="connsiteY3" fmla="*/ 26596 h 50679"/>
                <a:gd name="connsiteX4" fmla="*/ 59471 w 77666"/>
                <a:gd name="connsiteY4" fmla="*/ 35461 h 50679"/>
                <a:gd name="connsiteX5" fmla="*/ 34648 w 77666"/>
                <a:gd name="connsiteY5" fmla="*/ 40115 h 50679"/>
                <a:gd name="connsiteX6" fmla="*/ 36052 w 77666"/>
                <a:gd name="connsiteY6" fmla="*/ 47651 h 50679"/>
                <a:gd name="connsiteX7" fmla="*/ 20168 w 77666"/>
                <a:gd name="connsiteY7" fmla="*/ 50680 h 50679"/>
                <a:gd name="connsiteX8" fmla="*/ 18765 w 77666"/>
                <a:gd name="connsiteY8" fmla="*/ 43144 h 50679"/>
                <a:gd name="connsiteX9" fmla="*/ 3546 w 77666"/>
                <a:gd name="connsiteY9" fmla="*/ 46025 h 50679"/>
                <a:gd name="connsiteX10" fmla="*/ 0 w 77666"/>
                <a:gd name="connsiteY10" fmla="*/ 27113 h 50679"/>
                <a:gd name="connsiteX11" fmla="*/ 15219 w 77666"/>
                <a:gd name="connsiteY11" fmla="*/ 24232 h 50679"/>
                <a:gd name="connsiteX12" fmla="*/ 12855 w 77666"/>
                <a:gd name="connsiteY12" fmla="*/ 11894 h 50679"/>
                <a:gd name="connsiteX13" fmla="*/ 28738 w 77666"/>
                <a:gd name="connsiteY13" fmla="*/ 8865 h 50679"/>
                <a:gd name="connsiteX14" fmla="*/ 31102 w 77666"/>
                <a:gd name="connsiteY14" fmla="*/ 21203 h 50679"/>
                <a:gd name="connsiteX15" fmla="*/ 56146 w 77666"/>
                <a:gd name="connsiteY15" fmla="*/ 16475 h 50679"/>
                <a:gd name="connsiteX16" fmla="*/ 59914 w 77666"/>
                <a:gd name="connsiteY16" fmla="*/ 14406 h 50679"/>
                <a:gd name="connsiteX17" fmla="*/ 60284 w 77666"/>
                <a:gd name="connsiteY17" fmla="*/ 9752 h 50679"/>
                <a:gd name="connsiteX18" fmla="*/ 59028 w 77666"/>
                <a:gd name="connsiteY18" fmla="*/ 3029 h 50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7666" h="50679">
                  <a:moveTo>
                    <a:pt x="59028" y="3029"/>
                  </a:moveTo>
                  <a:lnTo>
                    <a:pt x="75207" y="0"/>
                  </a:lnTo>
                  <a:lnTo>
                    <a:pt x="77054" y="9604"/>
                  </a:lnTo>
                  <a:cubicBezTo>
                    <a:pt x="78310" y="16475"/>
                    <a:pt x="77645" y="22089"/>
                    <a:pt x="74985" y="26596"/>
                  </a:cubicBezTo>
                  <a:cubicBezTo>
                    <a:pt x="72325" y="31102"/>
                    <a:pt x="67154" y="33983"/>
                    <a:pt x="59471" y="35461"/>
                  </a:cubicBezTo>
                  <a:lnTo>
                    <a:pt x="34648" y="40115"/>
                  </a:lnTo>
                  <a:lnTo>
                    <a:pt x="36052" y="47651"/>
                  </a:lnTo>
                  <a:lnTo>
                    <a:pt x="20168" y="50680"/>
                  </a:lnTo>
                  <a:lnTo>
                    <a:pt x="18765" y="43144"/>
                  </a:lnTo>
                  <a:lnTo>
                    <a:pt x="3546" y="46025"/>
                  </a:lnTo>
                  <a:lnTo>
                    <a:pt x="0" y="27113"/>
                  </a:lnTo>
                  <a:lnTo>
                    <a:pt x="15219" y="24232"/>
                  </a:lnTo>
                  <a:lnTo>
                    <a:pt x="12855" y="11894"/>
                  </a:lnTo>
                  <a:lnTo>
                    <a:pt x="28738" y="8865"/>
                  </a:lnTo>
                  <a:lnTo>
                    <a:pt x="31102" y="21203"/>
                  </a:lnTo>
                  <a:lnTo>
                    <a:pt x="56146" y="16475"/>
                  </a:lnTo>
                  <a:cubicBezTo>
                    <a:pt x="57993" y="16105"/>
                    <a:pt x="59249" y="15440"/>
                    <a:pt x="59914" y="14406"/>
                  </a:cubicBezTo>
                  <a:cubicBezTo>
                    <a:pt x="60579" y="13372"/>
                    <a:pt x="60727" y="11820"/>
                    <a:pt x="60284" y="9752"/>
                  </a:cubicBezTo>
                  <a:lnTo>
                    <a:pt x="59028" y="3029"/>
                  </a:lnTo>
                  <a:close/>
                </a:path>
              </a:pathLst>
            </a:custGeom>
            <a:solidFill>
              <a:srgbClr val="22BDEF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>
                <a:solidFill>
                  <a:srgbClr val="5259F1"/>
                </a:solidFill>
              </a:endParaRPr>
            </a:p>
          </p:txBody>
        </p:sp>
        <p:sp>
          <p:nvSpPr>
            <p:cNvPr id="154" name="Freeform: Shape 130">
              <a:extLst>
                <a:ext uri="{FF2B5EF4-FFF2-40B4-BE49-F238E27FC236}">
                  <a16:creationId xmlns:a16="http://schemas.microsoft.com/office/drawing/2014/main" id="{3958A7C1-4809-1E22-3534-F99D924021F6}"/>
                </a:ext>
              </a:extLst>
            </p:cNvPr>
            <p:cNvSpPr/>
            <p:nvPr/>
          </p:nvSpPr>
          <p:spPr>
            <a:xfrm>
              <a:off x="9636553" y="7541041"/>
              <a:ext cx="81307" cy="77630"/>
            </a:xfrm>
            <a:custGeom>
              <a:avLst/>
              <a:gdLst>
                <a:gd name="connsiteX0" fmla="*/ 21335 w 81307"/>
                <a:gd name="connsiteY0" fmla="*/ 73655 h 77630"/>
                <a:gd name="connsiteX1" fmla="*/ 6190 w 81307"/>
                <a:gd name="connsiteY1" fmla="*/ 60284 h 77630"/>
                <a:gd name="connsiteX2" fmla="*/ 59 w 81307"/>
                <a:gd name="connsiteY2" fmla="*/ 40041 h 77630"/>
                <a:gd name="connsiteX3" fmla="*/ 6338 w 81307"/>
                <a:gd name="connsiteY3" fmla="*/ 15662 h 77630"/>
                <a:gd name="connsiteX4" fmla="*/ 26137 w 81307"/>
                <a:gd name="connsiteY4" fmla="*/ 1256 h 77630"/>
                <a:gd name="connsiteX5" fmla="*/ 27171 w 81307"/>
                <a:gd name="connsiteY5" fmla="*/ 22385 h 77630"/>
                <a:gd name="connsiteX6" fmla="*/ 19858 w 81307"/>
                <a:gd name="connsiteY6" fmla="*/ 29477 h 77630"/>
                <a:gd name="connsiteX7" fmla="*/ 17715 w 81307"/>
                <a:gd name="connsiteY7" fmla="*/ 39450 h 77630"/>
                <a:gd name="connsiteX8" fmla="*/ 24660 w 81307"/>
                <a:gd name="connsiteY8" fmla="*/ 53487 h 77630"/>
                <a:gd name="connsiteX9" fmla="*/ 41651 w 81307"/>
                <a:gd name="connsiteY9" fmla="*/ 58141 h 77630"/>
                <a:gd name="connsiteX10" fmla="*/ 58052 w 81307"/>
                <a:gd name="connsiteY10" fmla="*/ 51788 h 77630"/>
                <a:gd name="connsiteX11" fmla="*/ 63593 w 81307"/>
                <a:gd name="connsiteY11" fmla="*/ 37086 h 77630"/>
                <a:gd name="connsiteX12" fmla="*/ 60490 w 81307"/>
                <a:gd name="connsiteY12" fmla="*/ 27408 h 77630"/>
                <a:gd name="connsiteX13" fmla="*/ 52585 w 81307"/>
                <a:gd name="connsiteY13" fmla="*/ 21129 h 77630"/>
                <a:gd name="connsiteX14" fmla="*/ 51551 w 81307"/>
                <a:gd name="connsiteY14" fmla="*/ 0 h 77630"/>
                <a:gd name="connsiteX15" fmla="*/ 72606 w 81307"/>
                <a:gd name="connsiteY15" fmla="*/ 12337 h 77630"/>
                <a:gd name="connsiteX16" fmla="*/ 81249 w 81307"/>
                <a:gd name="connsiteY16" fmla="*/ 35978 h 77630"/>
                <a:gd name="connsiteX17" fmla="*/ 77112 w 81307"/>
                <a:gd name="connsiteY17" fmla="*/ 56737 h 77630"/>
                <a:gd name="connsiteX18" fmla="*/ 63445 w 81307"/>
                <a:gd name="connsiteY18" fmla="*/ 71513 h 77630"/>
                <a:gd name="connsiteX19" fmla="*/ 42686 w 81307"/>
                <a:gd name="connsiteY19" fmla="*/ 77571 h 77630"/>
                <a:gd name="connsiteX20" fmla="*/ 21409 w 81307"/>
                <a:gd name="connsiteY20" fmla="*/ 73581 h 77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1307" h="77630">
                  <a:moveTo>
                    <a:pt x="21335" y="73655"/>
                  </a:moveTo>
                  <a:cubicBezTo>
                    <a:pt x="14982" y="70552"/>
                    <a:pt x="9958" y="66120"/>
                    <a:pt x="6190" y="60284"/>
                  </a:cubicBezTo>
                  <a:cubicBezTo>
                    <a:pt x="2423" y="54447"/>
                    <a:pt x="428" y="47651"/>
                    <a:pt x="59" y="40041"/>
                  </a:cubicBezTo>
                  <a:cubicBezTo>
                    <a:pt x="-385" y="30659"/>
                    <a:pt x="1684" y="22532"/>
                    <a:pt x="6338" y="15662"/>
                  </a:cubicBezTo>
                  <a:cubicBezTo>
                    <a:pt x="10992" y="8717"/>
                    <a:pt x="17567" y="3989"/>
                    <a:pt x="26137" y="1256"/>
                  </a:cubicBezTo>
                  <a:lnTo>
                    <a:pt x="27171" y="22385"/>
                  </a:lnTo>
                  <a:cubicBezTo>
                    <a:pt x="23921" y="24158"/>
                    <a:pt x="21483" y="26448"/>
                    <a:pt x="19858" y="29477"/>
                  </a:cubicBezTo>
                  <a:cubicBezTo>
                    <a:pt x="18232" y="32432"/>
                    <a:pt x="17567" y="35756"/>
                    <a:pt x="17715" y="39450"/>
                  </a:cubicBezTo>
                  <a:cubicBezTo>
                    <a:pt x="18011" y="45360"/>
                    <a:pt x="20301" y="50015"/>
                    <a:pt x="24660" y="53487"/>
                  </a:cubicBezTo>
                  <a:cubicBezTo>
                    <a:pt x="29018" y="56959"/>
                    <a:pt x="34633" y="58510"/>
                    <a:pt x="41651" y="58141"/>
                  </a:cubicBezTo>
                  <a:cubicBezTo>
                    <a:pt x="48596" y="57772"/>
                    <a:pt x="54063" y="55703"/>
                    <a:pt x="58052" y="51788"/>
                  </a:cubicBezTo>
                  <a:cubicBezTo>
                    <a:pt x="62041" y="47946"/>
                    <a:pt x="63888" y="42996"/>
                    <a:pt x="63593" y="37086"/>
                  </a:cubicBezTo>
                  <a:cubicBezTo>
                    <a:pt x="63445" y="33392"/>
                    <a:pt x="62411" y="30216"/>
                    <a:pt x="60490" y="27408"/>
                  </a:cubicBezTo>
                  <a:cubicBezTo>
                    <a:pt x="58569" y="24601"/>
                    <a:pt x="55983" y="22532"/>
                    <a:pt x="52585" y="21129"/>
                  </a:cubicBezTo>
                  <a:lnTo>
                    <a:pt x="51551" y="0"/>
                  </a:lnTo>
                  <a:cubicBezTo>
                    <a:pt x="60268" y="1847"/>
                    <a:pt x="67287" y="5910"/>
                    <a:pt x="72606" y="12337"/>
                  </a:cubicBezTo>
                  <a:cubicBezTo>
                    <a:pt x="77925" y="18765"/>
                    <a:pt x="80732" y="26670"/>
                    <a:pt x="81249" y="35978"/>
                  </a:cubicBezTo>
                  <a:cubicBezTo>
                    <a:pt x="81619" y="43587"/>
                    <a:pt x="80215" y="50532"/>
                    <a:pt x="77112" y="56737"/>
                  </a:cubicBezTo>
                  <a:cubicBezTo>
                    <a:pt x="73936" y="62943"/>
                    <a:pt x="69429" y="67893"/>
                    <a:pt x="63445" y="71513"/>
                  </a:cubicBezTo>
                  <a:cubicBezTo>
                    <a:pt x="57461" y="75207"/>
                    <a:pt x="50590" y="77201"/>
                    <a:pt x="42686" y="77571"/>
                  </a:cubicBezTo>
                  <a:cubicBezTo>
                    <a:pt x="34781" y="77940"/>
                    <a:pt x="27689" y="76610"/>
                    <a:pt x="21409" y="73581"/>
                  </a:cubicBezTo>
                  <a:close/>
                </a:path>
              </a:pathLst>
            </a:custGeom>
            <a:solidFill>
              <a:srgbClr val="22BDEF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>
                <a:solidFill>
                  <a:srgbClr val="5259F1"/>
                </a:solidFill>
              </a:endParaRPr>
            </a:p>
          </p:txBody>
        </p:sp>
        <p:sp>
          <p:nvSpPr>
            <p:cNvPr id="155" name="Freeform: Shape 131">
              <a:extLst>
                <a:ext uri="{FF2B5EF4-FFF2-40B4-BE49-F238E27FC236}">
                  <a16:creationId xmlns:a16="http://schemas.microsoft.com/office/drawing/2014/main" id="{49F4AE31-EAD7-9884-C578-0F1A2499BCE2}"/>
                </a:ext>
              </a:extLst>
            </p:cNvPr>
            <p:cNvSpPr/>
            <p:nvPr/>
          </p:nvSpPr>
          <p:spPr>
            <a:xfrm>
              <a:off x="9655407" y="7465944"/>
              <a:ext cx="65286" cy="65385"/>
            </a:xfrm>
            <a:custGeom>
              <a:avLst/>
              <a:gdLst>
                <a:gd name="connsiteX0" fmla="*/ 58923 w 65286"/>
                <a:gd name="connsiteY0" fmla="*/ 53008 h 65385"/>
                <a:gd name="connsiteX1" fmla="*/ 46216 w 65286"/>
                <a:gd name="connsiteY1" fmla="*/ 63055 h 65385"/>
                <a:gd name="connsiteX2" fmla="*/ 28559 w 65286"/>
                <a:gd name="connsiteY2" fmla="*/ 65050 h 65385"/>
                <a:gd name="connsiteX3" fmla="*/ 12011 w 65286"/>
                <a:gd name="connsiteY3" fmla="*/ 58623 h 65385"/>
                <a:gd name="connsiteX4" fmla="*/ 2185 w 65286"/>
                <a:gd name="connsiteY4" fmla="*/ 45620 h 65385"/>
                <a:gd name="connsiteX5" fmla="*/ 338 w 65286"/>
                <a:gd name="connsiteY5" fmla="*/ 28629 h 65385"/>
                <a:gd name="connsiteX6" fmla="*/ 6396 w 65286"/>
                <a:gd name="connsiteY6" fmla="*/ 12597 h 65385"/>
                <a:gd name="connsiteX7" fmla="*/ 19177 w 65286"/>
                <a:gd name="connsiteY7" fmla="*/ 2402 h 65385"/>
                <a:gd name="connsiteX8" fmla="*/ 36760 w 65286"/>
                <a:gd name="connsiteY8" fmla="*/ 334 h 65385"/>
                <a:gd name="connsiteX9" fmla="*/ 53308 w 65286"/>
                <a:gd name="connsiteY9" fmla="*/ 6761 h 65385"/>
                <a:gd name="connsiteX10" fmla="*/ 63134 w 65286"/>
                <a:gd name="connsiteY10" fmla="*/ 19911 h 65385"/>
                <a:gd name="connsiteX11" fmla="*/ 64981 w 65286"/>
                <a:gd name="connsiteY11" fmla="*/ 36977 h 65385"/>
                <a:gd name="connsiteX12" fmla="*/ 58923 w 65286"/>
                <a:gd name="connsiteY12" fmla="*/ 52934 h 65385"/>
                <a:gd name="connsiteX13" fmla="*/ 45403 w 65286"/>
                <a:gd name="connsiteY13" fmla="*/ 25082 h 65385"/>
                <a:gd name="connsiteX14" fmla="*/ 34248 w 65286"/>
                <a:gd name="connsiteY14" fmla="*/ 19763 h 65385"/>
                <a:gd name="connsiteX15" fmla="*/ 22132 w 65286"/>
                <a:gd name="connsiteY15" fmla="*/ 22054 h 65385"/>
                <a:gd name="connsiteX16" fmla="*/ 16887 w 65286"/>
                <a:gd name="connsiteY16" fmla="*/ 30771 h 65385"/>
                <a:gd name="connsiteX17" fmla="*/ 19694 w 65286"/>
                <a:gd name="connsiteY17" fmla="*/ 40523 h 65385"/>
                <a:gd name="connsiteX18" fmla="*/ 30923 w 65286"/>
                <a:gd name="connsiteY18" fmla="*/ 45694 h 65385"/>
                <a:gd name="connsiteX19" fmla="*/ 42965 w 65286"/>
                <a:gd name="connsiteY19" fmla="*/ 43552 h 65385"/>
                <a:gd name="connsiteX20" fmla="*/ 48137 w 65286"/>
                <a:gd name="connsiteY20" fmla="*/ 34982 h 65385"/>
                <a:gd name="connsiteX21" fmla="*/ 45256 w 65286"/>
                <a:gd name="connsiteY21" fmla="*/ 25156 h 65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5286" h="65385">
                  <a:moveTo>
                    <a:pt x="58923" y="53008"/>
                  </a:moveTo>
                  <a:cubicBezTo>
                    <a:pt x="55672" y="57514"/>
                    <a:pt x="51461" y="60913"/>
                    <a:pt x="46216" y="63055"/>
                  </a:cubicBezTo>
                  <a:cubicBezTo>
                    <a:pt x="40971" y="65198"/>
                    <a:pt x="35060" y="65862"/>
                    <a:pt x="28559" y="65050"/>
                  </a:cubicBezTo>
                  <a:cubicBezTo>
                    <a:pt x="22058" y="64237"/>
                    <a:pt x="16591" y="62095"/>
                    <a:pt x="12011" y="58623"/>
                  </a:cubicBezTo>
                  <a:cubicBezTo>
                    <a:pt x="7431" y="55224"/>
                    <a:pt x="4180" y="50865"/>
                    <a:pt x="2185" y="45620"/>
                  </a:cubicBezTo>
                  <a:cubicBezTo>
                    <a:pt x="191" y="40375"/>
                    <a:pt x="-474" y="34686"/>
                    <a:pt x="338" y="28629"/>
                  </a:cubicBezTo>
                  <a:cubicBezTo>
                    <a:pt x="1151" y="22497"/>
                    <a:pt x="3146" y="17178"/>
                    <a:pt x="6396" y="12597"/>
                  </a:cubicBezTo>
                  <a:cubicBezTo>
                    <a:pt x="9647" y="8017"/>
                    <a:pt x="13932" y="4619"/>
                    <a:pt x="19177" y="2402"/>
                  </a:cubicBezTo>
                  <a:cubicBezTo>
                    <a:pt x="24422" y="186"/>
                    <a:pt x="30332" y="-479"/>
                    <a:pt x="36760" y="334"/>
                  </a:cubicBezTo>
                  <a:cubicBezTo>
                    <a:pt x="43261" y="1146"/>
                    <a:pt x="48728" y="3289"/>
                    <a:pt x="53308" y="6761"/>
                  </a:cubicBezTo>
                  <a:cubicBezTo>
                    <a:pt x="57888" y="10233"/>
                    <a:pt x="61139" y="14592"/>
                    <a:pt x="63134" y="19911"/>
                  </a:cubicBezTo>
                  <a:cubicBezTo>
                    <a:pt x="65128" y="25230"/>
                    <a:pt x="65719" y="30845"/>
                    <a:pt x="64981" y="36977"/>
                  </a:cubicBezTo>
                  <a:cubicBezTo>
                    <a:pt x="64242" y="43108"/>
                    <a:pt x="62173" y="48354"/>
                    <a:pt x="58923" y="52934"/>
                  </a:cubicBezTo>
                  <a:close/>
                  <a:moveTo>
                    <a:pt x="45403" y="25082"/>
                  </a:moveTo>
                  <a:cubicBezTo>
                    <a:pt x="43039" y="22201"/>
                    <a:pt x="39345" y="20428"/>
                    <a:pt x="34248" y="19763"/>
                  </a:cubicBezTo>
                  <a:cubicBezTo>
                    <a:pt x="29224" y="19098"/>
                    <a:pt x="25161" y="19911"/>
                    <a:pt x="22132" y="22054"/>
                  </a:cubicBezTo>
                  <a:cubicBezTo>
                    <a:pt x="19103" y="24196"/>
                    <a:pt x="17404" y="27077"/>
                    <a:pt x="16887" y="30771"/>
                  </a:cubicBezTo>
                  <a:cubicBezTo>
                    <a:pt x="16444" y="34465"/>
                    <a:pt x="17330" y="37715"/>
                    <a:pt x="19694" y="40523"/>
                  </a:cubicBezTo>
                  <a:cubicBezTo>
                    <a:pt x="22058" y="43330"/>
                    <a:pt x="25752" y="45029"/>
                    <a:pt x="30923" y="45694"/>
                  </a:cubicBezTo>
                  <a:cubicBezTo>
                    <a:pt x="35947" y="46359"/>
                    <a:pt x="40010" y="45694"/>
                    <a:pt x="42965" y="43552"/>
                  </a:cubicBezTo>
                  <a:cubicBezTo>
                    <a:pt x="45994" y="41483"/>
                    <a:pt x="47693" y="38602"/>
                    <a:pt x="48137" y="34982"/>
                  </a:cubicBezTo>
                  <a:cubicBezTo>
                    <a:pt x="48580" y="31362"/>
                    <a:pt x="47620" y="28038"/>
                    <a:pt x="45256" y="25156"/>
                  </a:cubicBezTo>
                  <a:close/>
                </a:path>
              </a:pathLst>
            </a:custGeom>
            <a:solidFill>
              <a:srgbClr val="22BDEF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>
                <a:solidFill>
                  <a:srgbClr val="5259F1"/>
                </a:solidFill>
              </a:endParaRPr>
            </a:p>
          </p:txBody>
        </p:sp>
        <p:sp>
          <p:nvSpPr>
            <p:cNvPr id="156" name="Freeform: Shape 133">
              <a:extLst>
                <a:ext uri="{FF2B5EF4-FFF2-40B4-BE49-F238E27FC236}">
                  <a16:creationId xmlns:a16="http://schemas.microsoft.com/office/drawing/2014/main" id="{E6BDC0CD-A564-21D8-A539-28B28D3F1130}"/>
                </a:ext>
              </a:extLst>
            </p:cNvPr>
            <p:cNvSpPr/>
            <p:nvPr/>
          </p:nvSpPr>
          <p:spPr>
            <a:xfrm>
              <a:off x="9663798" y="7391660"/>
              <a:ext cx="77201" cy="71145"/>
            </a:xfrm>
            <a:custGeom>
              <a:avLst/>
              <a:gdLst>
                <a:gd name="connsiteX0" fmla="*/ 20538 w 77201"/>
                <a:gd name="connsiteY0" fmla="*/ 2661 h 71145"/>
                <a:gd name="connsiteX1" fmla="*/ 41371 w 77201"/>
                <a:gd name="connsiteY1" fmla="*/ 1331 h 71145"/>
                <a:gd name="connsiteX2" fmla="*/ 77201 w 77201"/>
                <a:gd name="connsiteY2" fmla="*/ 10714 h 71145"/>
                <a:gd name="connsiteX3" fmla="*/ 72399 w 77201"/>
                <a:gd name="connsiteY3" fmla="*/ 29183 h 71145"/>
                <a:gd name="connsiteX4" fmla="*/ 39081 w 77201"/>
                <a:gd name="connsiteY4" fmla="*/ 20466 h 71145"/>
                <a:gd name="connsiteX5" fmla="*/ 28664 w 77201"/>
                <a:gd name="connsiteY5" fmla="*/ 21130 h 71145"/>
                <a:gd name="connsiteX6" fmla="*/ 23050 w 77201"/>
                <a:gd name="connsiteY6" fmla="*/ 28740 h 71145"/>
                <a:gd name="connsiteX7" fmla="*/ 24232 w 77201"/>
                <a:gd name="connsiteY7" fmla="*/ 38122 h 71145"/>
                <a:gd name="connsiteX8" fmla="*/ 32949 w 77201"/>
                <a:gd name="connsiteY8" fmla="*/ 43811 h 71145"/>
                <a:gd name="connsiteX9" fmla="*/ 66268 w 77201"/>
                <a:gd name="connsiteY9" fmla="*/ 52528 h 71145"/>
                <a:gd name="connsiteX10" fmla="*/ 61392 w 77201"/>
                <a:gd name="connsiteY10" fmla="*/ 71145 h 71145"/>
                <a:gd name="connsiteX11" fmla="*/ 0 w 77201"/>
                <a:gd name="connsiteY11" fmla="*/ 55114 h 71145"/>
                <a:gd name="connsiteX12" fmla="*/ 4876 w 77201"/>
                <a:gd name="connsiteY12" fmla="*/ 36497 h 71145"/>
                <a:gd name="connsiteX13" fmla="*/ 13002 w 77201"/>
                <a:gd name="connsiteY13" fmla="*/ 38639 h 71145"/>
                <a:gd name="connsiteX14" fmla="*/ 8570 w 77201"/>
                <a:gd name="connsiteY14" fmla="*/ 29331 h 71145"/>
                <a:gd name="connsiteX15" fmla="*/ 9013 w 77201"/>
                <a:gd name="connsiteY15" fmla="*/ 17954 h 71145"/>
                <a:gd name="connsiteX16" fmla="*/ 20464 w 77201"/>
                <a:gd name="connsiteY16" fmla="*/ 2735 h 7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7201" h="71145">
                  <a:moveTo>
                    <a:pt x="20538" y="2661"/>
                  </a:moveTo>
                  <a:cubicBezTo>
                    <a:pt x="26300" y="-368"/>
                    <a:pt x="33245" y="-811"/>
                    <a:pt x="41371" y="1331"/>
                  </a:cubicBezTo>
                  <a:lnTo>
                    <a:pt x="77201" y="10714"/>
                  </a:lnTo>
                  <a:lnTo>
                    <a:pt x="72399" y="29183"/>
                  </a:lnTo>
                  <a:lnTo>
                    <a:pt x="39081" y="20466"/>
                  </a:lnTo>
                  <a:cubicBezTo>
                    <a:pt x="34944" y="19357"/>
                    <a:pt x="31545" y="19579"/>
                    <a:pt x="28664" y="21130"/>
                  </a:cubicBezTo>
                  <a:cubicBezTo>
                    <a:pt x="25857" y="22682"/>
                    <a:pt x="23936" y="25194"/>
                    <a:pt x="23050" y="28740"/>
                  </a:cubicBezTo>
                  <a:cubicBezTo>
                    <a:pt x="22163" y="32286"/>
                    <a:pt x="22532" y="35389"/>
                    <a:pt x="24232" y="38122"/>
                  </a:cubicBezTo>
                  <a:cubicBezTo>
                    <a:pt x="25931" y="40855"/>
                    <a:pt x="28886" y="42702"/>
                    <a:pt x="32949" y="43811"/>
                  </a:cubicBezTo>
                  <a:lnTo>
                    <a:pt x="66268" y="52528"/>
                  </a:lnTo>
                  <a:lnTo>
                    <a:pt x="61392" y="71145"/>
                  </a:lnTo>
                  <a:lnTo>
                    <a:pt x="0" y="55114"/>
                  </a:lnTo>
                  <a:lnTo>
                    <a:pt x="4876" y="36497"/>
                  </a:lnTo>
                  <a:lnTo>
                    <a:pt x="13002" y="38639"/>
                  </a:lnTo>
                  <a:cubicBezTo>
                    <a:pt x="10786" y="36054"/>
                    <a:pt x="9308" y="32951"/>
                    <a:pt x="8570" y="29331"/>
                  </a:cubicBezTo>
                  <a:cubicBezTo>
                    <a:pt x="7831" y="25711"/>
                    <a:pt x="7979" y="21943"/>
                    <a:pt x="9013" y="17954"/>
                  </a:cubicBezTo>
                  <a:cubicBezTo>
                    <a:pt x="10860" y="10861"/>
                    <a:pt x="14701" y="5764"/>
                    <a:pt x="20464" y="2735"/>
                  </a:cubicBezTo>
                  <a:close/>
                </a:path>
              </a:pathLst>
            </a:custGeom>
            <a:solidFill>
              <a:srgbClr val="22BDEF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>
                <a:solidFill>
                  <a:srgbClr val="5259F1"/>
                </a:solidFill>
              </a:endParaRPr>
            </a:p>
          </p:txBody>
        </p:sp>
        <p:sp>
          <p:nvSpPr>
            <p:cNvPr id="157" name="Freeform: Shape 146">
              <a:extLst>
                <a:ext uri="{FF2B5EF4-FFF2-40B4-BE49-F238E27FC236}">
                  <a16:creationId xmlns:a16="http://schemas.microsoft.com/office/drawing/2014/main" id="{0FB891E9-37C2-8F4B-C15B-9D831AEF806D}"/>
                </a:ext>
              </a:extLst>
            </p:cNvPr>
            <p:cNvSpPr/>
            <p:nvPr/>
          </p:nvSpPr>
          <p:spPr>
            <a:xfrm>
              <a:off x="9672368" y="7336845"/>
              <a:ext cx="85106" cy="46419"/>
            </a:xfrm>
            <a:custGeom>
              <a:avLst/>
              <a:gdLst>
                <a:gd name="connsiteX0" fmla="*/ 69666 w 85106"/>
                <a:gd name="connsiteY0" fmla="*/ 16327 h 46419"/>
                <a:gd name="connsiteX1" fmla="*/ 85106 w 85106"/>
                <a:gd name="connsiteY1" fmla="*/ 22089 h 46419"/>
                <a:gd name="connsiteX2" fmla="*/ 81708 w 85106"/>
                <a:gd name="connsiteY2" fmla="*/ 31250 h 46419"/>
                <a:gd name="connsiteX3" fmla="*/ 71143 w 85106"/>
                <a:gd name="connsiteY3" fmla="*/ 44696 h 46419"/>
                <a:gd name="connsiteX4" fmla="*/ 53265 w 85106"/>
                <a:gd name="connsiteY4" fmla="*/ 44252 h 46419"/>
                <a:gd name="connsiteX5" fmla="*/ 29625 w 85106"/>
                <a:gd name="connsiteY5" fmla="*/ 35461 h 46419"/>
                <a:gd name="connsiteX6" fmla="*/ 26965 w 85106"/>
                <a:gd name="connsiteY6" fmla="*/ 42627 h 46419"/>
                <a:gd name="connsiteX7" fmla="*/ 11820 w 85106"/>
                <a:gd name="connsiteY7" fmla="*/ 37012 h 46419"/>
                <a:gd name="connsiteX8" fmla="*/ 14480 w 85106"/>
                <a:gd name="connsiteY8" fmla="*/ 29846 h 46419"/>
                <a:gd name="connsiteX9" fmla="*/ 0 w 85106"/>
                <a:gd name="connsiteY9" fmla="*/ 24453 h 46419"/>
                <a:gd name="connsiteX10" fmla="*/ 6723 w 85106"/>
                <a:gd name="connsiteY10" fmla="*/ 6427 h 46419"/>
                <a:gd name="connsiteX11" fmla="*/ 21203 w 85106"/>
                <a:gd name="connsiteY11" fmla="*/ 11820 h 46419"/>
                <a:gd name="connsiteX12" fmla="*/ 25561 w 85106"/>
                <a:gd name="connsiteY12" fmla="*/ 0 h 46419"/>
                <a:gd name="connsiteX13" fmla="*/ 40706 w 85106"/>
                <a:gd name="connsiteY13" fmla="*/ 5615 h 46419"/>
                <a:gd name="connsiteX14" fmla="*/ 36347 w 85106"/>
                <a:gd name="connsiteY14" fmla="*/ 17435 h 46419"/>
                <a:gd name="connsiteX15" fmla="*/ 60210 w 85106"/>
                <a:gd name="connsiteY15" fmla="*/ 26300 h 46419"/>
                <a:gd name="connsiteX16" fmla="*/ 64495 w 85106"/>
                <a:gd name="connsiteY16" fmla="*/ 26448 h 46419"/>
                <a:gd name="connsiteX17" fmla="*/ 67228 w 85106"/>
                <a:gd name="connsiteY17" fmla="*/ 22680 h 46419"/>
                <a:gd name="connsiteX18" fmla="*/ 69592 w 85106"/>
                <a:gd name="connsiteY18" fmla="*/ 16253 h 4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5106" h="46419">
                  <a:moveTo>
                    <a:pt x="69666" y="16327"/>
                  </a:moveTo>
                  <a:lnTo>
                    <a:pt x="85106" y="22089"/>
                  </a:lnTo>
                  <a:lnTo>
                    <a:pt x="81708" y="31250"/>
                  </a:lnTo>
                  <a:cubicBezTo>
                    <a:pt x="79270" y="37751"/>
                    <a:pt x="75798" y="42258"/>
                    <a:pt x="71143" y="44696"/>
                  </a:cubicBezTo>
                  <a:cubicBezTo>
                    <a:pt x="66563" y="47133"/>
                    <a:pt x="60579" y="46986"/>
                    <a:pt x="53265" y="44252"/>
                  </a:cubicBezTo>
                  <a:lnTo>
                    <a:pt x="29625" y="35461"/>
                  </a:lnTo>
                  <a:lnTo>
                    <a:pt x="26965" y="42627"/>
                  </a:lnTo>
                  <a:lnTo>
                    <a:pt x="11820" y="37012"/>
                  </a:lnTo>
                  <a:lnTo>
                    <a:pt x="14480" y="29846"/>
                  </a:lnTo>
                  <a:lnTo>
                    <a:pt x="0" y="24453"/>
                  </a:lnTo>
                  <a:lnTo>
                    <a:pt x="6723" y="6427"/>
                  </a:lnTo>
                  <a:lnTo>
                    <a:pt x="21203" y="11820"/>
                  </a:lnTo>
                  <a:lnTo>
                    <a:pt x="25561" y="0"/>
                  </a:lnTo>
                  <a:lnTo>
                    <a:pt x="40706" y="5615"/>
                  </a:lnTo>
                  <a:lnTo>
                    <a:pt x="36347" y="17435"/>
                  </a:lnTo>
                  <a:lnTo>
                    <a:pt x="60210" y="26300"/>
                  </a:lnTo>
                  <a:cubicBezTo>
                    <a:pt x="61983" y="26965"/>
                    <a:pt x="63386" y="27039"/>
                    <a:pt x="64495" y="26448"/>
                  </a:cubicBezTo>
                  <a:cubicBezTo>
                    <a:pt x="65603" y="25857"/>
                    <a:pt x="66489" y="24675"/>
                    <a:pt x="67228" y="22680"/>
                  </a:cubicBezTo>
                  <a:lnTo>
                    <a:pt x="69592" y="16253"/>
                  </a:lnTo>
                  <a:close/>
                </a:path>
              </a:pathLst>
            </a:custGeom>
            <a:solidFill>
              <a:srgbClr val="22BDEF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>
                <a:solidFill>
                  <a:srgbClr val="5259F1"/>
                </a:solidFill>
              </a:endParaRPr>
            </a:p>
          </p:txBody>
        </p:sp>
        <p:sp>
          <p:nvSpPr>
            <p:cNvPr id="158" name="Freeform: Shape 149">
              <a:extLst>
                <a:ext uri="{FF2B5EF4-FFF2-40B4-BE49-F238E27FC236}">
                  <a16:creationId xmlns:a16="http://schemas.microsoft.com/office/drawing/2014/main" id="{A4B9AEE4-5D28-0C7D-34D6-DB52F458AA45}"/>
                </a:ext>
              </a:extLst>
            </p:cNvPr>
            <p:cNvSpPr/>
            <p:nvPr/>
          </p:nvSpPr>
          <p:spPr>
            <a:xfrm>
              <a:off x="9711333" y="7279253"/>
              <a:ext cx="65808" cy="64872"/>
            </a:xfrm>
            <a:custGeom>
              <a:avLst/>
              <a:gdLst>
                <a:gd name="connsiteX0" fmla="*/ 50722 w 65808"/>
                <a:gd name="connsiteY0" fmla="*/ 6691 h 64872"/>
                <a:gd name="connsiteX1" fmla="*/ 31662 w 65808"/>
                <a:gd name="connsiteY1" fmla="*/ 45772 h 64872"/>
                <a:gd name="connsiteX2" fmla="*/ 41413 w 65808"/>
                <a:gd name="connsiteY2" fmla="*/ 46363 h 64872"/>
                <a:gd name="connsiteX3" fmla="*/ 47767 w 65808"/>
                <a:gd name="connsiteY3" fmla="*/ 40379 h 64872"/>
                <a:gd name="connsiteX4" fmla="*/ 46659 w 65808"/>
                <a:gd name="connsiteY4" fmla="*/ 28706 h 64872"/>
                <a:gd name="connsiteX5" fmla="*/ 55672 w 65808"/>
                <a:gd name="connsiteY5" fmla="*/ 10311 h 64872"/>
                <a:gd name="connsiteX6" fmla="*/ 63281 w 65808"/>
                <a:gd name="connsiteY6" fmla="*/ 20358 h 64872"/>
                <a:gd name="connsiteX7" fmla="*/ 65793 w 65808"/>
                <a:gd name="connsiteY7" fmla="*/ 33065 h 64872"/>
                <a:gd name="connsiteX8" fmla="*/ 62320 w 65808"/>
                <a:gd name="connsiteY8" fmla="*/ 46732 h 64872"/>
                <a:gd name="connsiteX9" fmla="*/ 51534 w 65808"/>
                <a:gd name="connsiteY9" fmla="*/ 59735 h 64872"/>
                <a:gd name="connsiteX10" fmla="*/ 36390 w 65808"/>
                <a:gd name="connsiteY10" fmla="*/ 64832 h 64872"/>
                <a:gd name="connsiteX11" fmla="*/ 19103 w 65808"/>
                <a:gd name="connsiteY11" fmla="*/ 60843 h 64872"/>
                <a:gd name="connsiteX12" fmla="*/ 5361 w 65808"/>
                <a:gd name="connsiteY12" fmla="*/ 49687 h 64872"/>
                <a:gd name="connsiteX13" fmla="*/ 42 w 65808"/>
                <a:gd name="connsiteY13" fmla="*/ 34617 h 64872"/>
                <a:gd name="connsiteX14" fmla="*/ 3736 w 65808"/>
                <a:gd name="connsiteY14" fmla="*/ 17994 h 64872"/>
                <a:gd name="connsiteX15" fmla="*/ 14301 w 65808"/>
                <a:gd name="connsiteY15" fmla="*/ 5140 h 64872"/>
                <a:gd name="connsiteX16" fmla="*/ 29076 w 65808"/>
                <a:gd name="connsiteY16" fmla="*/ 42 h 64872"/>
                <a:gd name="connsiteX17" fmla="*/ 45846 w 65808"/>
                <a:gd name="connsiteY17" fmla="*/ 3810 h 64872"/>
                <a:gd name="connsiteX18" fmla="*/ 50796 w 65808"/>
                <a:gd name="connsiteY18" fmla="*/ 6617 h 64872"/>
                <a:gd name="connsiteX19" fmla="*/ 32548 w 65808"/>
                <a:gd name="connsiteY19" fmla="*/ 19324 h 64872"/>
                <a:gd name="connsiteX20" fmla="*/ 23905 w 65808"/>
                <a:gd name="connsiteY20" fmla="*/ 18881 h 64872"/>
                <a:gd name="connsiteX21" fmla="*/ 17551 w 65808"/>
                <a:gd name="connsiteY21" fmla="*/ 25160 h 64872"/>
                <a:gd name="connsiteX22" fmla="*/ 16517 w 65808"/>
                <a:gd name="connsiteY22" fmla="*/ 33730 h 64872"/>
                <a:gd name="connsiteX23" fmla="*/ 21984 w 65808"/>
                <a:gd name="connsiteY23" fmla="*/ 40970 h 64872"/>
                <a:gd name="connsiteX24" fmla="*/ 32548 w 65808"/>
                <a:gd name="connsiteY24" fmla="*/ 19324 h 64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5808" h="64872">
                  <a:moveTo>
                    <a:pt x="50722" y="6691"/>
                  </a:moveTo>
                  <a:lnTo>
                    <a:pt x="31662" y="45772"/>
                  </a:lnTo>
                  <a:cubicBezTo>
                    <a:pt x="35355" y="47250"/>
                    <a:pt x="38606" y="47397"/>
                    <a:pt x="41413" y="46363"/>
                  </a:cubicBezTo>
                  <a:cubicBezTo>
                    <a:pt x="44221" y="45255"/>
                    <a:pt x="46363" y="43334"/>
                    <a:pt x="47767" y="40379"/>
                  </a:cubicBezTo>
                  <a:cubicBezTo>
                    <a:pt x="49909" y="36094"/>
                    <a:pt x="49466" y="32179"/>
                    <a:pt x="46659" y="28706"/>
                  </a:cubicBezTo>
                  <a:lnTo>
                    <a:pt x="55672" y="10311"/>
                  </a:lnTo>
                  <a:cubicBezTo>
                    <a:pt x="58922" y="13118"/>
                    <a:pt x="61508" y="16443"/>
                    <a:pt x="63281" y="20358"/>
                  </a:cubicBezTo>
                  <a:cubicBezTo>
                    <a:pt x="65054" y="24274"/>
                    <a:pt x="65940" y="28485"/>
                    <a:pt x="65793" y="33065"/>
                  </a:cubicBezTo>
                  <a:cubicBezTo>
                    <a:pt x="65719" y="37572"/>
                    <a:pt x="64537" y="42152"/>
                    <a:pt x="62320" y="46732"/>
                  </a:cubicBezTo>
                  <a:cubicBezTo>
                    <a:pt x="59587" y="52273"/>
                    <a:pt x="56041" y="56558"/>
                    <a:pt x="51534" y="59735"/>
                  </a:cubicBezTo>
                  <a:cubicBezTo>
                    <a:pt x="47028" y="62911"/>
                    <a:pt x="42004" y="64611"/>
                    <a:pt x="36390" y="64832"/>
                  </a:cubicBezTo>
                  <a:cubicBezTo>
                    <a:pt x="30775" y="65128"/>
                    <a:pt x="25013" y="63798"/>
                    <a:pt x="19103" y="60843"/>
                  </a:cubicBezTo>
                  <a:cubicBezTo>
                    <a:pt x="13192" y="57962"/>
                    <a:pt x="8612" y="54194"/>
                    <a:pt x="5361" y="49687"/>
                  </a:cubicBezTo>
                  <a:cubicBezTo>
                    <a:pt x="2111" y="45107"/>
                    <a:pt x="338" y="40157"/>
                    <a:pt x="42" y="34617"/>
                  </a:cubicBezTo>
                  <a:cubicBezTo>
                    <a:pt x="-253" y="29150"/>
                    <a:pt x="1003" y="23609"/>
                    <a:pt x="3736" y="17994"/>
                  </a:cubicBezTo>
                  <a:cubicBezTo>
                    <a:pt x="6396" y="12527"/>
                    <a:pt x="9942" y="8242"/>
                    <a:pt x="14301" y="5140"/>
                  </a:cubicBezTo>
                  <a:cubicBezTo>
                    <a:pt x="18659" y="2037"/>
                    <a:pt x="23609" y="338"/>
                    <a:pt x="29076" y="42"/>
                  </a:cubicBezTo>
                  <a:cubicBezTo>
                    <a:pt x="34543" y="-253"/>
                    <a:pt x="40157" y="1003"/>
                    <a:pt x="45846" y="3810"/>
                  </a:cubicBezTo>
                  <a:cubicBezTo>
                    <a:pt x="47471" y="4623"/>
                    <a:pt x="49097" y="5509"/>
                    <a:pt x="50796" y="6617"/>
                  </a:cubicBezTo>
                  <a:close/>
                  <a:moveTo>
                    <a:pt x="32548" y="19324"/>
                  </a:moveTo>
                  <a:cubicBezTo>
                    <a:pt x="29519" y="17846"/>
                    <a:pt x="26638" y="17699"/>
                    <a:pt x="23905" y="18881"/>
                  </a:cubicBezTo>
                  <a:cubicBezTo>
                    <a:pt x="21171" y="20063"/>
                    <a:pt x="19029" y="22131"/>
                    <a:pt x="17551" y="25160"/>
                  </a:cubicBezTo>
                  <a:cubicBezTo>
                    <a:pt x="16147" y="28042"/>
                    <a:pt x="15778" y="30923"/>
                    <a:pt x="16517" y="33730"/>
                  </a:cubicBezTo>
                  <a:cubicBezTo>
                    <a:pt x="17256" y="36537"/>
                    <a:pt x="19029" y="38975"/>
                    <a:pt x="21984" y="40970"/>
                  </a:cubicBezTo>
                  <a:lnTo>
                    <a:pt x="32548" y="19324"/>
                  </a:lnTo>
                  <a:close/>
                </a:path>
              </a:pathLst>
            </a:custGeom>
            <a:solidFill>
              <a:srgbClr val="22BDEF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>
                <a:solidFill>
                  <a:srgbClr val="5259F1"/>
                </a:solidFill>
              </a:endParaRPr>
            </a:p>
          </p:txBody>
        </p:sp>
        <p:sp>
          <p:nvSpPr>
            <p:cNvPr id="159" name="Freeform: Shape 163">
              <a:extLst>
                <a:ext uri="{FF2B5EF4-FFF2-40B4-BE49-F238E27FC236}">
                  <a16:creationId xmlns:a16="http://schemas.microsoft.com/office/drawing/2014/main" id="{2596CC81-6B28-49DB-CAB0-48DFE52C41EC}"/>
                </a:ext>
              </a:extLst>
            </p:cNvPr>
            <p:cNvSpPr/>
            <p:nvPr/>
          </p:nvSpPr>
          <p:spPr>
            <a:xfrm>
              <a:off x="9737379" y="7212526"/>
              <a:ext cx="87248" cy="78071"/>
            </a:xfrm>
            <a:custGeom>
              <a:avLst/>
              <a:gdLst>
                <a:gd name="connsiteX0" fmla="*/ 36126 w 87248"/>
                <a:gd name="connsiteY0" fmla="*/ 279 h 78071"/>
                <a:gd name="connsiteX1" fmla="*/ 56294 w 87248"/>
                <a:gd name="connsiteY1" fmla="*/ 5672 h 78071"/>
                <a:gd name="connsiteX2" fmla="*/ 87249 w 87248"/>
                <a:gd name="connsiteY2" fmla="*/ 26062 h 78071"/>
                <a:gd name="connsiteX3" fmla="*/ 76758 w 87248"/>
                <a:gd name="connsiteY3" fmla="*/ 42020 h 78071"/>
                <a:gd name="connsiteX4" fmla="*/ 47946 w 87248"/>
                <a:gd name="connsiteY4" fmla="*/ 23107 h 78071"/>
                <a:gd name="connsiteX5" fmla="*/ 37899 w 87248"/>
                <a:gd name="connsiteY5" fmla="*/ 20374 h 78071"/>
                <a:gd name="connsiteX6" fmla="*/ 30142 w 87248"/>
                <a:gd name="connsiteY6" fmla="*/ 25767 h 78071"/>
                <a:gd name="connsiteX7" fmla="*/ 28295 w 87248"/>
                <a:gd name="connsiteY7" fmla="*/ 35001 h 78071"/>
                <a:gd name="connsiteX8" fmla="*/ 34796 w 87248"/>
                <a:gd name="connsiteY8" fmla="*/ 43128 h 78071"/>
                <a:gd name="connsiteX9" fmla="*/ 63534 w 87248"/>
                <a:gd name="connsiteY9" fmla="*/ 62040 h 78071"/>
                <a:gd name="connsiteX10" fmla="*/ 52970 w 87248"/>
                <a:gd name="connsiteY10" fmla="*/ 78072 h 78071"/>
                <a:gd name="connsiteX11" fmla="*/ 0 w 87248"/>
                <a:gd name="connsiteY11" fmla="*/ 43202 h 78071"/>
                <a:gd name="connsiteX12" fmla="*/ 10564 w 87248"/>
                <a:gd name="connsiteY12" fmla="*/ 27171 h 78071"/>
                <a:gd name="connsiteX13" fmla="*/ 17583 w 87248"/>
                <a:gd name="connsiteY13" fmla="*/ 31825 h 78071"/>
                <a:gd name="connsiteX14" fmla="*/ 16327 w 87248"/>
                <a:gd name="connsiteY14" fmla="*/ 21630 h 78071"/>
                <a:gd name="connsiteX15" fmla="*/ 20390 w 87248"/>
                <a:gd name="connsiteY15" fmla="*/ 10991 h 78071"/>
                <a:gd name="connsiteX16" fmla="*/ 36052 w 87248"/>
                <a:gd name="connsiteY16" fmla="*/ 279 h 78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7248" h="78071">
                  <a:moveTo>
                    <a:pt x="36126" y="279"/>
                  </a:moveTo>
                  <a:cubicBezTo>
                    <a:pt x="42553" y="-755"/>
                    <a:pt x="49276" y="1092"/>
                    <a:pt x="56294" y="5672"/>
                  </a:cubicBezTo>
                  <a:lnTo>
                    <a:pt x="87249" y="26062"/>
                  </a:lnTo>
                  <a:lnTo>
                    <a:pt x="76758" y="42020"/>
                  </a:lnTo>
                  <a:lnTo>
                    <a:pt x="47946" y="23107"/>
                  </a:lnTo>
                  <a:cubicBezTo>
                    <a:pt x="44400" y="20743"/>
                    <a:pt x="41076" y="19857"/>
                    <a:pt x="37899" y="20374"/>
                  </a:cubicBezTo>
                  <a:cubicBezTo>
                    <a:pt x="34722" y="20891"/>
                    <a:pt x="32136" y="22664"/>
                    <a:pt x="30142" y="25767"/>
                  </a:cubicBezTo>
                  <a:cubicBezTo>
                    <a:pt x="28147" y="28870"/>
                    <a:pt x="27482" y="31899"/>
                    <a:pt x="28295" y="35001"/>
                  </a:cubicBezTo>
                  <a:cubicBezTo>
                    <a:pt x="29034" y="38104"/>
                    <a:pt x="31250" y="40838"/>
                    <a:pt x="34796" y="43128"/>
                  </a:cubicBezTo>
                  <a:lnTo>
                    <a:pt x="63534" y="62040"/>
                  </a:lnTo>
                  <a:lnTo>
                    <a:pt x="52970" y="78072"/>
                  </a:lnTo>
                  <a:lnTo>
                    <a:pt x="0" y="43202"/>
                  </a:lnTo>
                  <a:lnTo>
                    <a:pt x="10564" y="27171"/>
                  </a:lnTo>
                  <a:lnTo>
                    <a:pt x="17583" y="31825"/>
                  </a:lnTo>
                  <a:cubicBezTo>
                    <a:pt x="16327" y="28648"/>
                    <a:pt x="15884" y="25250"/>
                    <a:pt x="16327" y="21630"/>
                  </a:cubicBezTo>
                  <a:cubicBezTo>
                    <a:pt x="16770" y="18010"/>
                    <a:pt x="18174" y="14464"/>
                    <a:pt x="20390" y="10991"/>
                  </a:cubicBezTo>
                  <a:cubicBezTo>
                    <a:pt x="24453" y="4860"/>
                    <a:pt x="29699" y="1314"/>
                    <a:pt x="36052" y="279"/>
                  </a:cubicBezTo>
                  <a:close/>
                </a:path>
              </a:pathLst>
            </a:custGeom>
            <a:solidFill>
              <a:srgbClr val="22BDEF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>
                <a:solidFill>
                  <a:srgbClr val="5259F1"/>
                </a:solidFill>
              </a:endParaRPr>
            </a:p>
          </p:txBody>
        </p:sp>
        <p:sp>
          <p:nvSpPr>
            <p:cNvPr id="160" name="Freeform: Shape 166">
              <a:extLst>
                <a:ext uri="{FF2B5EF4-FFF2-40B4-BE49-F238E27FC236}">
                  <a16:creationId xmlns:a16="http://schemas.microsoft.com/office/drawing/2014/main" id="{9A613089-F6D8-94F8-C238-13DC7081CBAE}"/>
                </a:ext>
              </a:extLst>
            </p:cNvPr>
            <p:cNvSpPr/>
            <p:nvPr/>
          </p:nvSpPr>
          <p:spPr>
            <a:xfrm>
              <a:off x="9773136" y="7162865"/>
              <a:ext cx="81042" cy="57278"/>
            </a:xfrm>
            <a:custGeom>
              <a:avLst/>
              <a:gdLst>
                <a:gd name="connsiteX0" fmla="*/ 68336 w 81042"/>
                <a:gd name="connsiteY0" fmla="*/ 29846 h 57278"/>
                <a:gd name="connsiteX1" fmla="*/ 81043 w 81042"/>
                <a:gd name="connsiteY1" fmla="*/ 40337 h 57278"/>
                <a:gd name="connsiteX2" fmla="*/ 74837 w 81042"/>
                <a:gd name="connsiteY2" fmla="*/ 47872 h 57278"/>
                <a:gd name="connsiteX3" fmla="*/ 60505 w 81042"/>
                <a:gd name="connsiteY3" fmla="*/ 57107 h 57278"/>
                <a:gd name="connsiteX4" fmla="*/ 43735 w 81042"/>
                <a:gd name="connsiteY4" fmla="*/ 50901 h 57278"/>
                <a:gd name="connsiteX5" fmla="*/ 24306 w 81042"/>
                <a:gd name="connsiteY5" fmla="*/ 34870 h 57278"/>
                <a:gd name="connsiteX6" fmla="*/ 19430 w 81042"/>
                <a:gd name="connsiteY6" fmla="*/ 40780 h 57278"/>
                <a:gd name="connsiteX7" fmla="*/ 7018 w 81042"/>
                <a:gd name="connsiteY7" fmla="*/ 30511 h 57278"/>
                <a:gd name="connsiteX8" fmla="*/ 11894 w 81042"/>
                <a:gd name="connsiteY8" fmla="*/ 24601 h 57278"/>
                <a:gd name="connsiteX9" fmla="*/ 0 w 81042"/>
                <a:gd name="connsiteY9" fmla="*/ 14775 h 57278"/>
                <a:gd name="connsiteX10" fmla="*/ 12264 w 81042"/>
                <a:gd name="connsiteY10" fmla="*/ 0 h 57278"/>
                <a:gd name="connsiteX11" fmla="*/ 24158 w 81042"/>
                <a:gd name="connsiteY11" fmla="*/ 9826 h 57278"/>
                <a:gd name="connsiteX12" fmla="*/ 32210 w 81042"/>
                <a:gd name="connsiteY12" fmla="*/ 148 h 57278"/>
                <a:gd name="connsiteX13" fmla="*/ 44622 w 81042"/>
                <a:gd name="connsiteY13" fmla="*/ 10417 h 57278"/>
                <a:gd name="connsiteX14" fmla="*/ 36569 w 81042"/>
                <a:gd name="connsiteY14" fmla="*/ 20095 h 57278"/>
                <a:gd name="connsiteX15" fmla="*/ 56220 w 81042"/>
                <a:gd name="connsiteY15" fmla="*/ 36274 h 57278"/>
                <a:gd name="connsiteX16" fmla="*/ 60210 w 81042"/>
                <a:gd name="connsiteY16" fmla="*/ 37825 h 57278"/>
                <a:gd name="connsiteX17" fmla="*/ 64051 w 81042"/>
                <a:gd name="connsiteY17" fmla="*/ 35165 h 57278"/>
                <a:gd name="connsiteX18" fmla="*/ 68410 w 81042"/>
                <a:gd name="connsiteY18" fmla="*/ 29846 h 57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1042" h="57278">
                  <a:moveTo>
                    <a:pt x="68336" y="29846"/>
                  </a:moveTo>
                  <a:lnTo>
                    <a:pt x="81043" y="40337"/>
                  </a:lnTo>
                  <a:lnTo>
                    <a:pt x="74837" y="47872"/>
                  </a:lnTo>
                  <a:cubicBezTo>
                    <a:pt x="70405" y="53265"/>
                    <a:pt x="65603" y="56368"/>
                    <a:pt x="60505" y="57107"/>
                  </a:cubicBezTo>
                  <a:cubicBezTo>
                    <a:pt x="55334" y="57919"/>
                    <a:pt x="49793" y="55851"/>
                    <a:pt x="43735" y="50901"/>
                  </a:cubicBezTo>
                  <a:lnTo>
                    <a:pt x="24306" y="34870"/>
                  </a:lnTo>
                  <a:lnTo>
                    <a:pt x="19430" y="40780"/>
                  </a:lnTo>
                  <a:lnTo>
                    <a:pt x="7018" y="30511"/>
                  </a:lnTo>
                  <a:lnTo>
                    <a:pt x="11894" y="24601"/>
                  </a:lnTo>
                  <a:lnTo>
                    <a:pt x="0" y="14775"/>
                  </a:lnTo>
                  <a:lnTo>
                    <a:pt x="12264" y="0"/>
                  </a:lnTo>
                  <a:lnTo>
                    <a:pt x="24158" y="9826"/>
                  </a:lnTo>
                  <a:lnTo>
                    <a:pt x="32210" y="148"/>
                  </a:lnTo>
                  <a:lnTo>
                    <a:pt x="44622" y="10417"/>
                  </a:lnTo>
                  <a:lnTo>
                    <a:pt x="36569" y="20095"/>
                  </a:lnTo>
                  <a:lnTo>
                    <a:pt x="56220" y="36274"/>
                  </a:lnTo>
                  <a:cubicBezTo>
                    <a:pt x="57698" y="37456"/>
                    <a:pt x="59028" y="37973"/>
                    <a:pt x="60210" y="37825"/>
                  </a:cubicBezTo>
                  <a:cubicBezTo>
                    <a:pt x="61392" y="37677"/>
                    <a:pt x="62721" y="36791"/>
                    <a:pt x="64051" y="35165"/>
                  </a:cubicBezTo>
                  <a:lnTo>
                    <a:pt x="68410" y="29846"/>
                  </a:lnTo>
                  <a:close/>
                </a:path>
              </a:pathLst>
            </a:custGeom>
            <a:solidFill>
              <a:srgbClr val="22BDEF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>
                <a:solidFill>
                  <a:srgbClr val="5259F1"/>
                </a:solidFill>
              </a:endParaRPr>
            </a:p>
          </p:txBody>
        </p:sp>
      </p:grpSp>
      <p:grpSp>
        <p:nvGrpSpPr>
          <p:cNvPr id="98" name="Graphic 369">
            <a:extLst>
              <a:ext uri="{FF2B5EF4-FFF2-40B4-BE49-F238E27FC236}">
                <a16:creationId xmlns:a16="http://schemas.microsoft.com/office/drawing/2014/main" id="{E67502A5-41D8-EFDA-B105-253D48C27E0C}"/>
              </a:ext>
            </a:extLst>
          </p:cNvPr>
          <p:cNvGrpSpPr/>
          <p:nvPr/>
        </p:nvGrpSpPr>
        <p:grpSpPr>
          <a:xfrm>
            <a:off x="10770433" y="2846712"/>
            <a:ext cx="553789" cy="1706877"/>
            <a:chOff x="11933285" y="7044606"/>
            <a:chExt cx="332678" cy="1030785"/>
          </a:xfrm>
          <a:solidFill>
            <a:srgbClr val="5259F1"/>
          </a:solidFill>
        </p:grpSpPr>
        <p:sp>
          <p:nvSpPr>
            <p:cNvPr id="133" name="Freeform: Shape 1066">
              <a:extLst>
                <a:ext uri="{FF2B5EF4-FFF2-40B4-BE49-F238E27FC236}">
                  <a16:creationId xmlns:a16="http://schemas.microsoft.com/office/drawing/2014/main" id="{0AB71500-3F60-787B-8FC2-BFAD00AECE39}"/>
                </a:ext>
              </a:extLst>
            </p:cNvPr>
            <p:cNvSpPr/>
            <p:nvPr/>
          </p:nvSpPr>
          <p:spPr>
            <a:xfrm>
              <a:off x="11933285" y="7044606"/>
              <a:ext cx="75116" cy="81229"/>
            </a:xfrm>
            <a:custGeom>
              <a:avLst/>
              <a:gdLst>
                <a:gd name="connsiteX0" fmla="*/ 4296 w 75116"/>
                <a:gd name="connsiteY0" fmla="*/ 63737 h 81229"/>
                <a:gd name="connsiteX1" fmla="*/ 11 w 75116"/>
                <a:gd name="connsiteY1" fmla="*/ 50587 h 81229"/>
                <a:gd name="connsiteX2" fmla="*/ 4074 w 75116"/>
                <a:gd name="connsiteY2" fmla="*/ 37068 h 81229"/>
                <a:gd name="connsiteX3" fmla="*/ 20918 w 75116"/>
                <a:gd name="connsiteY3" fmla="*/ 48666 h 81229"/>
                <a:gd name="connsiteX4" fmla="*/ 19588 w 75116"/>
                <a:gd name="connsiteY4" fmla="*/ 55980 h 81229"/>
                <a:gd name="connsiteX5" fmla="*/ 23799 w 75116"/>
                <a:gd name="connsiteY5" fmla="*/ 61743 h 81229"/>
                <a:gd name="connsiteX6" fmla="*/ 30448 w 75116"/>
                <a:gd name="connsiteY6" fmla="*/ 63959 h 81229"/>
                <a:gd name="connsiteX7" fmla="*/ 35620 w 75116"/>
                <a:gd name="connsiteY7" fmla="*/ 60782 h 81229"/>
                <a:gd name="connsiteX8" fmla="*/ 36802 w 75116"/>
                <a:gd name="connsiteY8" fmla="*/ 55685 h 81229"/>
                <a:gd name="connsiteX9" fmla="*/ 34659 w 75116"/>
                <a:gd name="connsiteY9" fmla="*/ 50292 h 81229"/>
                <a:gd name="connsiteX10" fmla="*/ 29562 w 75116"/>
                <a:gd name="connsiteY10" fmla="*/ 43347 h 81229"/>
                <a:gd name="connsiteX11" fmla="*/ 22026 w 75116"/>
                <a:gd name="connsiteY11" fmla="*/ 32340 h 81229"/>
                <a:gd name="connsiteX12" fmla="*/ 19145 w 75116"/>
                <a:gd name="connsiteY12" fmla="*/ 21849 h 81229"/>
                <a:gd name="connsiteX13" fmla="*/ 23208 w 75116"/>
                <a:gd name="connsiteY13" fmla="*/ 9881 h 81229"/>
                <a:gd name="connsiteX14" fmla="*/ 39683 w 75116"/>
                <a:gd name="connsiteY14" fmla="*/ 55 h 81229"/>
                <a:gd name="connsiteX15" fmla="*/ 60368 w 75116"/>
                <a:gd name="connsiteY15" fmla="*/ 6630 h 81229"/>
                <a:gd name="connsiteX16" fmla="*/ 74110 w 75116"/>
                <a:gd name="connsiteY16" fmla="*/ 23770 h 81229"/>
                <a:gd name="connsiteX17" fmla="*/ 71154 w 75116"/>
                <a:gd name="connsiteY17" fmla="*/ 43052 h 81229"/>
                <a:gd name="connsiteX18" fmla="*/ 54015 w 75116"/>
                <a:gd name="connsiteY18" fmla="*/ 31232 h 81229"/>
                <a:gd name="connsiteX19" fmla="*/ 55123 w 75116"/>
                <a:gd name="connsiteY19" fmla="*/ 24656 h 81229"/>
                <a:gd name="connsiteX20" fmla="*/ 50912 w 75116"/>
                <a:gd name="connsiteY20" fmla="*/ 19042 h 81229"/>
                <a:gd name="connsiteX21" fmla="*/ 45224 w 75116"/>
                <a:gd name="connsiteY21" fmla="*/ 17417 h 81229"/>
                <a:gd name="connsiteX22" fmla="*/ 40422 w 75116"/>
                <a:gd name="connsiteY22" fmla="*/ 20667 h 81229"/>
                <a:gd name="connsiteX23" fmla="*/ 39978 w 75116"/>
                <a:gd name="connsiteY23" fmla="*/ 27685 h 81229"/>
                <a:gd name="connsiteX24" fmla="*/ 46627 w 75116"/>
                <a:gd name="connsiteY24" fmla="*/ 37880 h 81229"/>
                <a:gd name="connsiteX25" fmla="*/ 54015 w 75116"/>
                <a:gd name="connsiteY25" fmla="*/ 49036 h 81229"/>
                <a:gd name="connsiteX26" fmla="*/ 56896 w 75116"/>
                <a:gd name="connsiteY26" fmla="*/ 59452 h 81229"/>
                <a:gd name="connsiteX27" fmla="*/ 53128 w 75116"/>
                <a:gd name="connsiteY27" fmla="*/ 71051 h 81229"/>
                <a:gd name="connsiteX28" fmla="*/ 43303 w 75116"/>
                <a:gd name="connsiteY28" fmla="*/ 79325 h 81229"/>
                <a:gd name="connsiteX29" fmla="*/ 30079 w 75116"/>
                <a:gd name="connsiteY29" fmla="*/ 80951 h 81229"/>
                <a:gd name="connsiteX30" fmla="*/ 15525 w 75116"/>
                <a:gd name="connsiteY30" fmla="*/ 74967 h 81229"/>
                <a:gd name="connsiteX31" fmla="*/ 4370 w 75116"/>
                <a:gd name="connsiteY31" fmla="*/ 63811 h 81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5116" h="81229">
                  <a:moveTo>
                    <a:pt x="4296" y="63737"/>
                  </a:moveTo>
                  <a:cubicBezTo>
                    <a:pt x="1636" y="59600"/>
                    <a:pt x="159" y="55241"/>
                    <a:pt x="11" y="50587"/>
                  </a:cubicBezTo>
                  <a:cubicBezTo>
                    <a:pt x="-137" y="46007"/>
                    <a:pt x="1193" y="41500"/>
                    <a:pt x="4074" y="37068"/>
                  </a:cubicBezTo>
                  <a:lnTo>
                    <a:pt x="20918" y="48666"/>
                  </a:lnTo>
                  <a:cubicBezTo>
                    <a:pt x="19514" y="51252"/>
                    <a:pt x="19071" y="53690"/>
                    <a:pt x="19588" y="55980"/>
                  </a:cubicBezTo>
                  <a:cubicBezTo>
                    <a:pt x="20105" y="58270"/>
                    <a:pt x="21509" y="60117"/>
                    <a:pt x="23799" y="61743"/>
                  </a:cubicBezTo>
                  <a:cubicBezTo>
                    <a:pt x="26163" y="63368"/>
                    <a:pt x="28380" y="64107"/>
                    <a:pt x="30448" y="63959"/>
                  </a:cubicBezTo>
                  <a:cubicBezTo>
                    <a:pt x="32591" y="63811"/>
                    <a:pt x="34290" y="62777"/>
                    <a:pt x="35620" y="60782"/>
                  </a:cubicBezTo>
                  <a:cubicBezTo>
                    <a:pt x="36728" y="59157"/>
                    <a:pt x="37097" y="57458"/>
                    <a:pt x="36802" y="55685"/>
                  </a:cubicBezTo>
                  <a:cubicBezTo>
                    <a:pt x="36432" y="53912"/>
                    <a:pt x="35694" y="52065"/>
                    <a:pt x="34659" y="50292"/>
                  </a:cubicBezTo>
                  <a:cubicBezTo>
                    <a:pt x="33551" y="48519"/>
                    <a:pt x="31852" y="46228"/>
                    <a:pt x="29562" y="43347"/>
                  </a:cubicBezTo>
                  <a:cubicBezTo>
                    <a:pt x="26237" y="39136"/>
                    <a:pt x="23726" y="35442"/>
                    <a:pt x="22026" y="32340"/>
                  </a:cubicBezTo>
                  <a:cubicBezTo>
                    <a:pt x="20253" y="29237"/>
                    <a:pt x="19293" y="25691"/>
                    <a:pt x="19145" y="21849"/>
                  </a:cubicBezTo>
                  <a:cubicBezTo>
                    <a:pt x="18997" y="18008"/>
                    <a:pt x="20327" y="13944"/>
                    <a:pt x="23208" y="9881"/>
                  </a:cubicBezTo>
                  <a:cubicBezTo>
                    <a:pt x="27419" y="3749"/>
                    <a:pt x="32886" y="499"/>
                    <a:pt x="39683" y="55"/>
                  </a:cubicBezTo>
                  <a:cubicBezTo>
                    <a:pt x="46479" y="-388"/>
                    <a:pt x="53350" y="1829"/>
                    <a:pt x="60368" y="6630"/>
                  </a:cubicBezTo>
                  <a:cubicBezTo>
                    <a:pt x="67534" y="11580"/>
                    <a:pt x="72115" y="17269"/>
                    <a:pt x="74110" y="23770"/>
                  </a:cubicBezTo>
                  <a:cubicBezTo>
                    <a:pt x="76104" y="30271"/>
                    <a:pt x="75144" y="36698"/>
                    <a:pt x="71154" y="43052"/>
                  </a:cubicBezTo>
                  <a:lnTo>
                    <a:pt x="54015" y="31232"/>
                  </a:lnTo>
                  <a:cubicBezTo>
                    <a:pt x="55345" y="29015"/>
                    <a:pt x="55714" y="26799"/>
                    <a:pt x="55123" y="24656"/>
                  </a:cubicBezTo>
                  <a:cubicBezTo>
                    <a:pt x="54532" y="22440"/>
                    <a:pt x="53128" y="20593"/>
                    <a:pt x="50912" y="19042"/>
                  </a:cubicBezTo>
                  <a:cubicBezTo>
                    <a:pt x="48991" y="17712"/>
                    <a:pt x="47144" y="17195"/>
                    <a:pt x="45224" y="17417"/>
                  </a:cubicBezTo>
                  <a:cubicBezTo>
                    <a:pt x="43377" y="17638"/>
                    <a:pt x="41751" y="18746"/>
                    <a:pt x="40422" y="20667"/>
                  </a:cubicBezTo>
                  <a:cubicBezTo>
                    <a:pt x="38944" y="22810"/>
                    <a:pt x="38796" y="25100"/>
                    <a:pt x="39978" y="27685"/>
                  </a:cubicBezTo>
                  <a:cubicBezTo>
                    <a:pt x="41160" y="30271"/>
                    <a:pt x="43377" y="33669"/>
                    <a:pt x="46627" y="37880"/>
                  </a:cubicBezTo>
                  <a:cubicBezTo>
                    <a:pt x="49878" y="42239"/>
                    <a:pt x="52316" y="45933"/>
                    <a:pt x="54015" y="49036"/>
                  </a:cubicBezTo>
                  <a:cubicBezTo>
                    <a:pt x="55714" y="52139"/>
                    <a:pt x="56675" y="55611"/>
                    <a:pt x="56896" y="59452"/>
                  </a:cubicBezTo>
                  <a:cubicBezTo>
                    <a:pt x="57118" y="63294"/>
                    <a:pt x="55862" y="67136"/>
                    <a:pt x="53128" y="71051"/>
                  </a:cubicBezTo>
                  <a:cubicBezTo>
                    <a:pt x="50543" y="74819"/>
                    <a:pt x="47292" y="77552"/>
                    <a:pt x="43303" y="79325"/>
                  </a:cubicBezTo>
                  <a:cubicBezTo>
                    <a:pt x="39313" y="81098"/>
                    <a:pt x="34881" y="81616"/>
                    <a:pt x="30079" y="80951"/>
                  </a:cubicBezTo>
                  <a:cubicBezTo>
                    <a:pt x="25277" y="80286"/>
                    <a:pt x="20401" y="78291"/>
                    <a:pt x="15525" y="74967"/>
                  </a:cubicBezTo>
                  <a:cubicBezTo>
                    <a:pt x="10797" y="71716"/>
                    <a:pt x="7029" y="67948"/>
                    <a:pt x="4370" y="63811"/>
                  </a:cubicBezTo>
                  <a:close/>
                </a:path>
              </a:pathLst>
            </a:custGeom>
            <a:solidFill>
              <a:srgbClr val="F6B028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34" name="Freeform: Shape 1067">
              <a:extLst>
                <a:ext uri="{FF2B5EF4-FFF2-40B4-BE49-F238E27FC236}">
                  <a16:creationId xmlns:a16="http://schemas.microsoft.com/office/drawing/2014/main" id="{7F59376A-A519-4176-21BC-7EC02BFA2E8B}"/>
                </a:ext>
              </a:extLst>
            </p:cNvPr>
            <p:cNvSpPr/>
            <p:nvPr/>
          </p:nvSpPr>
          <p:spPr>
            <a:xfrm>
              <a:off x="11980356" y="7074846"/>
              <a:ext cx="69757" cy="79300"/>
            </a:xfrm>
            <a:custGeom>
              <a:avLst/>
              <a:gdLst>
                <a:gd name="connsiteX0" fmla="*/ 55186 w 69757"/>
                <a:gd name="connsiteY0" fmla="*/ 30321 h 79300"/>
                <a:gd name="connsiteX1" fmla="*/ 14849 w 69757"/>
                <a:gd name="connsiteY1" fmla="*/ 79301 h 79300"/>
                <a:gd name="connsiteX2" fmla="*/ 0 w 69757"/>
                <a:gd name="connsiteY2" fmla="*/ 67037 h 79300"/>
                <a:gd name="connsiteX3" fmla="*/ 40337 w 69757"/>
                <a:gd name="connsiteY3" fmla="*/ 18131 h 79300"/>
                <a:gd name="connsiteX4" fmla="*/ 55186 w 69757"/>
                <a:gd name="connsiteY4" fmla="*/ 30321 h 79300"/>
                <a:gd name="connsiteX5" fmla="*/ 47503 w 69757"/>
                <a:gd name="connsiteY5" fmla="*/ 11556 h 79300"/>
                <a:gd name="connsiteX6" fmla="*/ 49793 w 69757"/>
                <a:gd name="connsiteY6" fmla="*/ 3799 h 79300"/>
                <a:gd name="connsiteX7" fmla="*/ 57033 w 69757"/>
                <a:gd name="connsiteY7" fmla="*/ 31 h 79300"/>
                <a:gd name="connsiteX8" fmla="*/ 65307 w 69757"/>
                <a:gd name="connsiteY8" fmla="*/ 2986 h 79300"/>
                <a:gd name="connsiteX9" fmla="*/ 69666 w 69757"/>
                <a:gd name="connsiteY9" fmla="*/ 10522 h 79300"/>
                <a:gd name="connsiteX10" fmla="*/ 67302 w 69757"/>
                <a:gd name="connsiteY10" fmla="*/ 18426 h 79300"/>
                <a:gd name="connsiteX11" fmla="*/ 60062 w 69757"/>
                <a:gd name="connsiteY11" fmla="*/ 22120 h 79300"/>
                <a:gd name="connsiteX12" fmla="*/ 51861 w 69757"/>
                <a:gd name="connsiteY12" fmla="*/ 19239 h 79300"/>
                <a:gd name="connsiteX13" fmla="*/ 47429 w 69757"/>
                <a:gd name="connsiteY13" fmla="*/ 11630 h 79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9757" h="79300">
                  <a:moveTo>
                    <a:pt x="55186" y="30321"/>
                  </a:moveTo>
                  <a:lnTo>
                    <a:pt x="14849" y="79301"/>
                  </a:lnTo>
                  <a:lnTo>
                    <a:pt x="0" y="67037"/>
                  </a:lnTo>
                  <a:lnTo>
                    <a:pt x="40337" y="18131"/>
                  </a:lnTo>
                  <a:lnTo>
                    <a:pt x="55186" y="30321"/>
                  </a:lnTo>
                  <a:close/>
                  <a:moveTo>
                    <a:pt x="47503" y="11556"/>
                  </a:moveTo>
                  <a:cubicBezTo>
                    <a:pt x="47133" y="8675"/>
                    <a:pt x="47872" y="6015"/>
                    <a:pt x="49793" y="3799"/>
                  </a:cubicBezTo>
                  <a:cubicBezTo>
                    <a:pt x="51714" y="1435"/>
                    <a:pt x="54152" y="179"/>
                    <a:pt x="57033" y="31"/>
                  </a:cubicBezTo>
                  <a:cubicBezTo>
                    <a:pt x="59988" y="-191"/>
                    <a:pt x="62721" y="770"/>
                    <a:pt x="65307" y="2986"/>
                  </a:cubicBezTo>
                  <a:cubicBezTo>
                    <a:pt x="67819" y="5055"/>
                    <a:pt x="69297" y="7567"/>
                    <a:pt x="69666" y="10522"/>
                  </a:cubicBezTo>
                  <a:cubicBezTo>
                    <a:pt x="70035" y="13477"/>
                    <a:pt x="69297" y="16062"/>
                    <a:pt x="67302" y="18426"/>
                  </a:cubicBezTo>
                  <a:cubicBezTo>
                    <a:pt x="65455" y="20717"/>
                    <a:pt x="63017" y="21973"/>
                    <a:pt x="60062" y="22120"/>
                  </a:cubicBezTo>
                  <a:cubicBezTo>
                    <a:pt x="57107" y="22342"/>
                    <a:pt x="54373" y="21382"/>
                    <a:pt x="51861" y="19239"/>
                  </a:cubicBezTo>
                  <a:cubicBezTo>
                    <a:pt x="49276" y="17097"/>
                    <a:pt x="47798" y="14585"/>
                    <a:pt x="47429" y="11630"/>
                  </a:cubicBezTo>
                  <a:close/>
                </a:path>
              </a:pathLst>
            </a:custGeom>
            <a:solidFill>
              <a:srgbClr val="F6B028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35" name="Freeform: Shape 1068">
              <a:extLst>
                <a:ext uri="{FF2B5EF4-FFF2-40B4-BE49-F238E27FC236}">
                  <a16:creationId xmlns:a16="http://schemas.microsoft.com/office/drawing/2014/main" id="{5E2CD05D-4B36-F195-6365-377DB3673C80}"/>
                </a:ext>
              </a:extLst>
            </p:cNvPr>
            <p:cNvSpPr/>
            <p:nvPr/>
          </p:nvSpPr>
          <p:spPr>
            <a:xfrm>
              <a:off x="12005621" y="7116987"/>
              <a:ext cx="108930" cy="120197"/>
            </a:xfrm>
            <a:custGeom>
              <a:avLst/>
              <a:gdLst>
                <a:gd name="connsiteX0" fmla="*/ 108895 w 108930"/>
                <a:gd name="connsiteY0" fmla="*/ 76315 h 120197"/>
                <a:gd name="connsiteX1" fmla="*/ 99069 w 108930"/>
                <a:gd name="connsiteY1" fmla="*/ 94932 h 120197"/>
                <a:gd name="connsiteX2" fmla="*/ 71956 w 108930"/>
                <a:gd name="connsiteY2" fmla="*/ 120198 h 120197"/>
                <a:gd name="connsiteX3" fmla="*/ 58954 w 108930"/>
                <a:gd name="connsiteY3" fmla="*/ 106235 h 120197"/>
                <a:gd name="connsiteX4" fmla="*/ 84146 w 108930"/>
                <a:gd name="connsiteY4" fmla="*/ 82742 h 120197"/>
                <a:gd name="connsiteX5" fmla="*/ 88874 w 108930"/>
                <a:gd name="connsiteY5" fmla="*/ 73951 h 120197"/>
                <a:gd name="connsiteX6" fmla="*/ 85328 w 108930"/>
                <a:gd name="connsiteY6" fmla="*/ 65233 h 120197"/>
                <a:gd name="connsiteX7" fmla="*/ 76832 w 108930"/>
                <a:gd name="connsiteY7" fmla="*/ 61096 h 120197"/>
                <a:gd name="connsiteX8" fmla="*/ 67745 w 108930"/>
                <a:gd name="connsiteY8" fmla="*/ 65233 h 120197"/>
                <a:gd name="connsiteX9" fmla="*/ 42553 w 108930"/>
                <a:gd name="connsiteY9" fmla="*/ 88726 h 120197"/>
                <a:gd name="connsiteX10" fmla="*/ 29551 w 108930"/>
                <a:gd name="connsiteY10" fmla="*/ 74763 h 120197"/>
                <a:gd name="connsiteX11" fmla="*/ 54743 w 108930"/>
                <a:gd name="connsiteY11" fmla="*/ 51271 h 120197"/>
                <a:gd name="connsiteX12" fmla="*/ 59471 w 108930"/>
                <a:gd name="connsiteY12" fmla="*/ 42479 h 120197"/>
                <a:gd name="connsiteX13" fmla="*/ 55925 w 108930"/>
                <a:gd name="connsiteY13" fmla="*/ 33762 h 120197"/>
                <a:gd name="connsiteX14" fmla="*/ 47429 w 108930"/>
                <a:gd name="connsiteY14" fmla="*/ 29625 h 120197"/>
                <a:gd name="connsiteX15" fmla="*/ 38268 w 108930"/>
                <a:gd name="connsiteY15" fmla="*/ 33762 h 120197"/>
                <a:gd name="connsiteX16" fmla="*/ 13076 w 108930"/>
                <a:gd name="connsiteY16" fmla="*/ 57255 h 120197"/>
                <a:gd name="connsiteX17" fmla="*/ 0 w 108930"/>
                <a:gd name="connsiteY17" fmla="*/ 43218 h 120197"/>
                <a:gd name="connsiteX18" fmla="*/ 46395 w 108930"/>
                <a:gd name="connsiteY18" fmla="*/ 0 h 120197"/>
                <a:gd name="connsiteX19" fmla="*/ 59471 w 108930"/>
                <a:gd name="connsiteY19" fmla="*/ 14037 h 120197"/>
                <a:gd name="connsiteX20" fmla="*/ 53635 w 108930"/>
                <a:gd name="connsiteY20" fmla="*/ 19430 h 120197"/>
                <a:gd name="connsiteX21" fmla="*/ 63460 w 108930"/>
                <a:gd name="connsiteY21" fmla="*/ 20759 h 120197"/>
                <a:gd name="connsiteX22" fmla="*/ 72473 w 108930"/>
                <a:gd name="connsiteY22" fmla="*/ 26965 h 120197"/>
                <a:gd name="connsiteX23" fmla="*/ 78827 w 108930"/>
                <a:gd name="connsiteY23" fmla="*/ 38342 h 120197"/>
                <a:gd name="connsiteX24" fmla="*/ 78383 w 108930"/>
                <a:gd name="connsiteY24" fmla="*/ 50680 h 120197"/>
                <a:gd name="connsiteX25" fmla="*/ 90647 w 108930"/>
                <a:gd name="connsiteY25" fmla="*/ 51344 h 120197"/>
                <a:gd name="connsiteX26" fmla="*/ 101433 w 108930"/>
                <a:gd name="connsiteY26" fmla="*/ 58067 h 120197"/>
                <a:gd name="connsiteX27" fmla="*/ 108895 w 108930"/>
                <a:gd name="connsiteY27" fmla="*/ 76537 h 12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930" h="120197">
                  <a:moveTo>
                    <a:pt x="108895" y="76315"/>
                  </a:moveTo>
                  <a:cubicBezTo>
                    <a:pt x="108525" y="82964"/>
                    <a:pt x="105275" y="89169"/>
                    <a:pt x="99069" y="94932"/>
                  </a:cubicBezTo>
                  <a:lnTo>
                    <a:pt x="71956" y="120198"/>
                  </a:lnTo>
                  <a:lnTo>
                    <a:pt x="58954" y="106235"/>
                  </a:lnTo>
                  <a:lnTo>
                    <a:pt x="84146" y="82742"/>
                  </a:lnTo>
                  <a:cubicBezTo>
                    <a:pt x="87175" y="79935"/>
                    <a:pt x="88726" y="76980"/>
                    <a:pt x="88874" y="73951"/>
                  </a:cubicBezTo>
                  <a:cubicBezTo>
                    <a:pt x="89022" y="70848"/>
                    <a:pt x="87840" y="67967"/>
                    <a:pt x="85328" y="65233"/>
                  </a:cubicBezTo>
                  <a:cubicBezTo>
                    <a:pt x="82742" y="62500"/>
                    <a:pt x="79935" y="61096"/>
                    <a:pt x="76832" y="61096"/>
                  </a:cubicBezTo>
                  <a:cubicBezTo>
                    <a:pt x="73729" y="61096"/>
                    <a:pt x="70700" y="62426"/>
                    <a:pt x="67745" y="65233"/>
                  </a:cubicBezTo>
                  <a:lnTo>
                    <a:pt x="42553" y="88726"/>
                  </a:lnTo>
                  <a:lnTo>
                    <a:pt x="29551" y="74763"/>
                  </a:lnTo>
                  <a:lnTo>
                    <a:pt x="54743" y="51271"/>
                  </a:lnTo>
                  <a:cubicBezTo>
                    <a:pt x="57772" y="48463"/>
                    <a:pt x="59323" y="45508"/>
                    <a:pt x="59471" y="42479"/>
                  </a:cubicBezTo>
                  <a:cubicBezTo>
                    <a:pt x="59619" y="39376"/>
                    <a:pt x="58437" y="36495"/>
                    <a:pt x="55925" y="33762"/>
                  </a:cubicBezTo>
                  <a:cubicBezTo>
                    <a:pt x="53339" y="31028"/>
                    <a:pt x="50532" y="29625"/>
                    <a:pt x="47429" y="29625"/>
                  </a:cubicBezTo>
                  <a:cubicBezTo>
                    <a:pt x="44326" y="29625"/>
                    <a:pt x="41297" y="30954"/>
                    <a:pt x="38268" y="33762"/>
                  </a:cubicBezTo>
                  <a:lnTo>
                    <a:pt x="13076" y="57255"/>
                  </a:lnTo>
                  <a:lnTo>
                    <a:pt x="0" y="43218"/>
                  </a:lnTo>
                  <a:lnTo>
                    <a:pt x="46395" y="0"/>
                  </a:lnTo>
                  <a:lnTo>
                    <a:pt x="59471" y="14037"/>
                  </a:lnTo>
                  <a:lnTo>
                    <a:pt x="53635" y="19430"/>
                  </a:lnTo>
                  <a:cubicBezTo>
                    <a:pt x="56885" y="19060"/>
                    <a:pt x="60210" y="19430"/>
                    <a:pt x="63460" y="20759"/>
                  </a:cubicBezTo>
                  <a:cubicBezTo>
                    <a:pt x="66711" y="22015"/>
                    <a:pt x="69740" y="24084"/>
                    <a:pt x="72473" y="26965"/>
                  </a:cubicBezTo>
                  <a:cubicBezTo>
                    <a:pt x="75724" y="30437"/>
                    <a:pt x="77792" y="34205"/>
                    <a:pt x="78827" y="38342"/>
                  </a:cubicBezTo>
                  <a:cubicBezTo>
                    <a:pt x="79861" y="42479"/>
                    <a:pt x="79713" y="46542"/>
                    <a:pt x="78383" y="50680"/>
                  </a:cubicBezTo>
                  <a:cubicBezTo>
                    <a:pt x="82447" y="49867"/>
                    <a:pt x="86510" y="50089"/>
                    <a:pt x="90647" y="51344"/>
                  </a:cubicBezTo>
                  <a:cubicBezTo>
                    <a:pt x="94784" y="52600"/>
                    <a:pt x="98404" y="54817"/>
                    <a:pt x="101433" y="58067"/>
                  </a:cubicBezTo>
                  <a:cubicBezTo>
                    <a:pt x="106752" y="63756"/>
                    <a:pt x="109264" y="69961"/>
                    <a:pt x="108895" y="76537"/>
                  </a:cubicBezTo>
                  <a:close/>
                </a:path>
              </a:pathLst>
            </a:custGeom>
            <a:solidFill>
              <a:srgbClr val="F6B028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36" name="Freeform: Shape 1069">
              <a:extLst>
                <a:ext uri="{FF2B5EF4-FFF2-40B4-BE49-F238E27FC236}">
                  <a16:creationId xmlns:a16="http://schemas.microsoft.com/office/drawing/2014/main" id="{A96801D2-FD0E-B03D-E0BA-CE8F599EEB57}"/>
                </a:ext>
              </a:extLst>
            </p:cNvPr>
            <p:cNvSpPr/>
            <p:nvPr/>
          </p:nvSpPr>
          <p:spPr>
            <a:xfrm>
              <a:off x="12056892" y="7211919"/>
              <a:ext cx="104686" cy="79295"/>
            </a:xfrm>
            <a:custGeom>
              <a:avLst/>
              <a:gdLst>
                <a:gd name="connsiteX0" fmla="*/ 91829 w 104686"/>
                <a:gd name="connsiteY0" fmla="*/ 23641 h 79295"/>
                <a:gd name="connsiteX1" fmla="*/ 100399 w 104686"/>
                <a:gd name="connsiteY1" fmla="*/ 31841 h 79295"/>
                <a:gd name="connsiteX2" fmla="*/ 104684 w 104686"/>
                <a:gd name="connsiteY2" fmla="*/ 45804 h 79295"/>
                <a:gd name="connsiteX3" fmla="*/ 100547 w 104686"/>
                <a:gd name="connsiteY3" fmla="*/ 60357 h 79295"/>
                <a:gd name="connsiteX4" fmla="*/ 88135 w 104686"/>
                <a:gd name="connsiteY4" fmla="*/ 72769 h 79295"/>
                <a:gd name="connsiteX5" fmla="*/ 71661 w 104686"/>
                <a:gd name="connsiteY5" fmla="*/ 79048 h 79295"/>
                <a:gd name="connsiteX6" fmla="*/ 56590 w 104686"/>
                <a:gd name="connsiteY6" fmla="*/ 76906 h 79295"/>
                <a:gd name="connsiteX7" fmla="*/ 45582 w 104686"/>
                <a:gd name="connsiteY7" fmla="*/ 67302 h 79295"/>
                <a:gd name="connsiteX8" fmla="*/ 41593 w 104686"/>
                <a:gd name="connsiteY8" fmla="*/ 56146 h 79295"/>
                <a:gd name="connsiteX9" fmla="*/ 43292 w 104686"/>
                <a:gd name="connsiteY9" fmla="*/ 45730 h 79295"/>
                <a:gd name="connsiteX10" fmla="*/ 10491 w 104686"/>
                <a:gd name="connsiteY10" fmla="*/ 67006 h 79295"/>
                <a:gd name="connsiteX11" fmla="*/ 0 w 104686"/>
                <a:gd name="connsiteY11" fmla="*/ 50901 h 79295"/>
                <a:gd name="connsiteX12" fmla="*/ 78605 w 104686"/>
                <a:gd name="connsiteY12" fmla="*/ 0 h 79295"/>
                <a:gd name="connsiteX13" fmla="*/ 89096 w 104686"/>
                <a:gd name="connsiteY13" fmla="*/ 16105 h 79295"/>
                <a:gd name="connsiteX14" fmla="*/ 81560 w 104686"/>
                <a:gd name="connsiteY14" fmla="*/ 20981 h 79295"/>
                <a:gd name="connsiteX15" fmla="*/ 91755 w 104686"/>
                <a:gd name="connsiteY15" fmla="*/ 23567 h 79295"/>
                <a:gd name="connsiteX16" fmla="*/ 84958 w 104686"/>
                <a:gd name="connsiteY16" fmla="*/ 46764 h 79295"/>
                <a:gd name="connsiteX17" fmla="*/ 83111 w 104686"/>
                <a:gd name="connsiteY17" fmla="*/ 36274 h 79295"/>
                <a:gd name="connsiteX18" fmla="*/ 74320 w 104686"/>
                <a:gd name="connsiteY18" fmla="*/ 30437 h 79295"/>
                <a:gd name="connsiteX19" fmla="*/ 62500 w 104686"/>
                <a:gd name="connsiteY19" fmla="*/ 33319 h 79295"/>
                <a:gd name="connsiteX20" fmla="*/ 55038 w 104686"/>
                <a:gd name="connsiteY20" fmla="*/ 42922 h 79295"/>
                <a:gd name="connsiteX21" fmla="*/ 56811 w 104686"/>
                <a:gd name="connsiteY21" fmla="*/ 53339 h 79295"/>
                <a:gd name="connsiteX22" fmla="*/ 65677 w 104686"/>
                <a:gd name="connsiteY22" fmla="*/ 59249 h 79295"/>
                <a:gd name="connsiteX23" fmla="*/ 77571 w 104686"/>
                <a:gd name="connsiteY23" fmla="*/ 56368 h 79295"/>
                <a:gd name="connsiteX24" fmla="*/ 84958 w 104686"/>
                <a:gd name="connsiteY24" fmla="*/ 46838 h 79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4686" h="79295">
                  <a:moveTo>
                    <a:pt x="91829" y="23641"/>
                  </a:moveTo>
                  <a:cubicBezTo>
                    <a:pt x="95153" y="25414"/>
                    <a:pt x="98035" y="28147"/>
                    <a:pt x="100399" y="31841"/>
                  </a:cubicBezTo>
                  <a:cubicBezTo>
                    <a:pt x="103206" y="36200"/>
                    <a:pt x="104610" y="40854"/>
                    <a:pt x="104684" y="45804"/>
                  </a:cubicBezTo>
                  <a:cubicBezTo>
                    <a:pt x="104757" y="50753"/>
                    <a:pt x="103354" y="55629"/>
                    <a:pt x="100547" y="60357"/>
                  </a:cubicBezTo>
                  <a:cubicBezTo>
                    <a:pt x="97739" y="65086"/>
                    <a:pt x="93602" y="69223"/>
                    <a:pt x="88135" y="72769"/>
                  </a:cubicBezTo>
                  <a:cubicBezTo>
                    <a:pt x="82668" y="76315"/>
                    <a:pt x="77201" y="78383"/>
                    <a:pt x="71661" y="79048"/>
                  </a:cubicBezTo>
                  <a:cubicBezTo>
                    <a:pt x="66194" y="79713"/>
                    <a:pt x="61170" y="79048"/>
                    <a:pt x="56590" y="76906"/>
                  </a:cubicBezTo>
                  <a:cubicBezTo>
                    <a:pt x="52083" y="74837"/>
                    <a:pt x="48389" y="71661"/>
                    <a:pt x="45582" y="67302"/>
                  </a:cubicBezTo>
                  <a:cubicBezTo>
                    <a:pt x="43218" y="63682"/>
                    <a:pt x="41888" y="59914"/>
                    <a:pt x="41593" y="56146"/>
                  </a:cubicBezTo>
                  <a:cubicBezTo>
                    <a:pt x="41297" y="52379"/>
                    <a:pt x="41888" y="48907"/>
                    <a:pt x="43292" y="45730"/>
                  </a:cubicBezTo>
                  <a:lnTo>
                    <a:pt x="10491" y="67006"/>
                  </a:lnTo>
                  <a:lnTo>
                    <a:pt x="0" y="50901"/>
                  </a:lnTo>
                  <a:lnTo>
                    <a:pt x="78605" y="0"/>
                  </a:lnTo>
                  <a:lnTo>
                    <a:pt x="89096" y="16105"/>
                  </a:lnTo>
                  <a:lnTo>
                    <a:pt x="81560" y="20981"/>
                  </a:lnTo>
                  <a:cubicBezTo>
                    <a:pt x="85032" y="20981"/>
                    <a:pt x="88505" y="21794"/>
                    <a:pt x="91755" y="23567"/>
                  </a:cubicBezTo>
                  <a:close/>
                  <a:moveTo>
                    <a:pt x="84958" y="46764"/>
                  </a:moveTo>
                  <a:cubicBezTo>
                    <a:pt x="85845" y="43070"/>
                    <a:pt x="85254" y="39524"/>
                    <a:pt x="83111" y="36274"/>
                  </a:cubicBezTo>
                  <a:cubicBezTo>
                    <a:pt x="81043" y="33097"/>
                    <a:pt x="78088" y="31102"/>
                    <a:pt x="74320" y="30437"/>
                  </a:cubicBezTo>
                  <a:cubicBezTo>
                    <a:pt x="70479" y="29699"/>
                    <a:pt x="66563" y="30659"/>
                    <a:pt x="62500" y="33319"/>
                  </a:cubicBezTo>
                  <a:cubicBezTo>
                    <a:pt x="58437" y="35978"/>
                    <a:pt x="55925" y="39155"/>
                    <a:pt x="55038" y="42922"/>
                  </a:cubicBezTo>
                  <a:cubicBezTo>
                    <a:pt x="54152" y="46690"/>
                    <a:pt x="54743" y="50162"/>
                    <a:pt x="56811" y="53339"/>
                  </a:cubicBezTo>
                  <a:cubicBezTo>
                    <a:pt x="58880" y="56516"/>
                    <a:pt x="61835" y="58510"/>
                    <a:pt x="65677" y="59249"/>
                  </a:cubicBezTo>
                  <a:cubicBezTo>
                    <a:pt x="69518" y="59988"/>
                    <a:pt x="73508" y="59028"/>
                    <a:pt x="77571" y="56368"/>
                  </a:cubicBezTo>
                  <a:cubicBezTo>
                    <a:pt x="81634" y="53709"/>
                    <a:pt x="84072" y="50532"/>
                    <a:pt x="84958" y="46838"/>
                  </a:cubicBezTo>
                  <a:close/>
                </a:path>
              </a:pathLst>
            </a:custGeom>
            <a:solidFill>
              <a:srgbClr val="F6B028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37" name="Freeform: Shape 1070">
              <a:extLst>
                <a:ext uri="{FF2B5EF4-FFF2-40B4-BE49-F238E27FC236}">
                  <a16:creationId xmlns:a16="http://schemas.microsoft.com/office/drawing/2014/main" id="{DD177D74-590E-BC90-7550-535CF41AE24D}"/>
                </a:ext>
              </a:extLst>
            </p:cNvPr>
            <p:cNvSpPr/>
            <p:nvPr/>
          </p:nvSpPr>
          <p:spPr>
            <a:xfrm>
              <a:off x="12121386" y="7271390"/>
              <a:ext cx="83628" cy="55555"/>
            </a:xfrm>
            <a:custGeom>
              <a:avLst/>
              <a:gdLst>
                <a:gd name="connsiteX0" fmla="*/ 83629 w 83628"/>
                <a:gd name="connsiteY0" fmla="*/ 17139 h 55555"/>
                <a:gd name="connsiteX1" fmla="*/ 8791 w 83628"/>
                <a:gd name="connsiteY1" fmla="*/ 55555 h 55555"/>
                <a:gd name="connsiteX2" fmla="*/ 0 w 83628"/>
                <a:gd name="connsiteY2" fmla="*/ 38416 h 55555"/>
                <a:gd name="connsiteX3" fmla="*/ 74837 w 83628"/>
                <a:gd name="connsiteY3" fmla="*/ 0 h 55555"/>
                <a:gd name="connsiteX4" fmla="*/ 83629 w 83628"/>
                <a:gd name="connsiteY4" fmla="*/ 17066 h 5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28" h="55555">
                  <a:moveTo>
                    <a:pt x="83629" y="17139"/>
                  </a:moveTo>
                  <a:lnTo>
                    <a:pt x="8791" y="55555"/>
                  </a:lnTo>
                  <a:lnTo>
                    <a:pt x="0" y="38416"/>
                  </a:lnTo>
                  <a:lnTo>
                    <a:pt x="74837" y="0"/>
                  </a:lnTo>
                  <a:lnTo>
                    <a:pt x="83629" y="17066"/>
                  </a:lnTo>
                  <a:close/>
                </a:path>
              </a:pathLst>
            </a:custGeom>
            <a:solidFill>
              <a:srgbClr val="F6B028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38" name="Freeform: Shape 1071">
              <a:extLst>
                <a:ext uri="{FF2B5EF4-FFF2-40B4-BE49-F238E27FC236}">
                  <a16:creationId xmlns:a16="http://schemas.microsoft.com/office/drawing/2014/main" id="{26D05B1D-2088-12B2-461F-CF92098C6B3B}"/>
                </a:ext>
              </a:extLst>
            </p:cNvPr>
            <p:cNvSpPr/>
            <p:nvPr/>
          </p:nvSpPr>
          <p:spPr>
            <a:xfrm>
              <a:off x="12142808" y="7319381"/>
              <a:ext cx="65829" cy="64205"/>
            </a:xfrm>
            <a:custGeom>
              <a:avLst/>
              <a:gdLst>
                <a:gd name="connsiteX0" fmla="*/ 40118 w 65829"/>
                <a:gd name="connsiteY0" fmla="*/ 62750 h 64205"/>
                <a:gd name="connsiteX1" fmla="*/ 23939 w 65829"/>
                <a:gd name="connsiteY1" fmla="*/ 22340 h 64205"/>
                <a:gd name="connsiteX2" fmla="*/ 16921 w 65829"/>
                <a:gd name="connsiteY2" fmla="*/ 29210 h 64205"/>
                <a:gd name="connsiteX3" fmla="*/ 17068 w 65829"/>
                <a:gd name="connsiteY3" fmla="*/ 37928 h 64205"/>
                <a:gd name="connsiteX4" fmla="*/ 26451 w 65829"/>
                <a:gd name="connsiteY4" fmla="*/ 44946 h 64205"/>
                <a:gd name="connsiteX5" fmla="*/ 34060 w 65829"/>
                <a:gd name="connsiteY5" fmla="*/ 63932 h 64205"/>
                <a:gd name="connsiteX6" fmla="*/ 21501 w 65829"/>
                <a:gd name="connsiteY6" fmla="*/ 62824 h 64205"/>
                <a:gd name="connsiteX7" fmla="*/ 10419 w 65829"/>
                <a:gd name="connsiteY7" fmla="*/ 56175 h 64205"/>
                <a:gd name="connsiteX8" fmla="*/ 2662 w 65829"/>
                <a:gd name="connsiteY8" fmla="*/ 44429 h 64205"/>
                <a:gd name="connsiteX9" fmla="*/ 224 w 65829"/>
                <a:gd name="connsiteY9" fmla="*/ 27733 h 64205"/>
                <a:gd name="connsiteX10" fmla="*/ 6578 w 65829"/>
                <a:gd name="connsiteY10" fmla="*/ 13105 h 64205"/>
                <a:gd name="connsiteX11" fmla="*/ 21131 w 65829"/>
                <a:gd name="connsiteY11" fmla="*/ 2910 h 64205"/>
                <a:gd name="connsiteX12" fmla="*/ 38640 w 65829"/>
                <a:gd name="connsiteY12" fmla="*/ 177 h 64205"/>
                <a:gd name="connsiteX13" fmla="*/ 53342 w 65829"/>
                <a:gd name="connsiteY13" fmla="*/ 6309 h 64205"/>
                <a:gd name="connsiteX14" fmla="*/ 63167 w 65829"/>
                <a:gd name="connsiteY14" fmla="*/ 20197 h 64205"/>
                <a:gd name="connsiteX15" fmla="*/ 65605 w 65829"/>
                <a:gd name="connsiteY15" fmla="*/ 36672 h 64205"/>
                <a:gd name="connsiteX16" fmla="*/ 59474 w 65829"/>
                <a:gd name="connsiteY16" fmla="*/ 51078 h 64205"/>
                <a:gd name="connsiteX17" fmla="*/ 45437 w 65829"/>
                <a:gd name="connsiteY17" fmla="*/ 60977 h 64205"/>
                <a:gd name="connsiteX18" fmla="*/ 40044 w 65829"/>
                <a:gd name="connsiteY18" fmla="*/ 62824 h 64205"/>
                <a:gd name="connsiteX19" fmla="*/ 42925 w 65829"/>
                <a:gd name="connsiteY19" fmla="*/ 40809 h 64205"/>
                <a:gd name="connsiteX20" fmla="*/ 49057 w 65829"/>
                <a:gd name="connsiteY20" fmla="*/ 34751 h 64205"/>
                <a:gd name="connsiteX21" fmla="*/ 48688 w 65829"/>
                <a:gd name="connsiteY21" fmla="*/ 25812 h 64205"/>
                <a:gd name="connsiteX22" fmla="*/ 42999 w 65829"/>
                <a:gd name="connsiteY22" fmla="*/ 19311 h 64205"/>
                <a:gd name="connsiteX23" fmla="*/ 33986 w 65829"/>
                <a:gd name="connsiteY23" fmla="*/ 18498 h 64205"/>
                <a:gd name="connsiteX24" fmla="*/ 42925 w 65829"/>
                <a:gd name="connsiteY24" fmla="*/ 40809 h 6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5829" h="64205">
                  <a:moveTo>
                    <a:pt x="40118" y="62750"/>
                  </a:moveTo>
                  <a:lnTo>
                    <a:pt x="23939" y="22340"/>
                  </a:lnTo>
                  <a:cubicBezTo>
                    <a:pt x="20393" y="24113"/>
                    <a:pt x="18103" y="26403"/>
                    <a:pt x="16921" y="29210"/>
                  </a:cubicBezTo>
                  <a:cubicBezTo>
                    <a:pt x="15813" y="32018"/>
                    <a:pt x="15886" y="34973"/>
                    <a:pt x="17068" y="37928"/>
                  </a:cubicBezTo>
                  <a:cubicBezTo>
                    <a:pt x="18841" y="42360"/>
                    <a:pt x="22018" y="44724"/>
                    <a:pt x="26451" y="44946"/>
                  </a:cubicBezTo>
                  <a:lnTo>
                    <a:pt x="34060" y="63932"/>
                  </a:lnTo>
                  <a:cubicBezTo>
                    <a:pt x="29775" y="64523"/>
                    <a:pt x="25638" y="64154"/>
                    <a:pt x="21501" y="62824"/>
                  </a:cubicBezTo>
                  <a:cubicBezTo>
                    <a:pt x="17364" y="61495"/>
                    <a:pt x="13670" y="59352"/>
                    <a:pt x="10419" y="56175"/>
                  </a:cubicBezTo>
                  <a:cubicBezTo>
                    <a:pt x="7169" y="53072"/>
                    <a:pt x="4583" y="49157"/>
                    <a:pt x="2662" y="44429"/>
                  </a:cubicBezTo>
                  <a:cubicBezTo>
                    <a:pt x="372" y="38740"/>
                    <a:pt x="-440" y="33126"/>
                    <a:pt x="224" y="27733"/>
                  </a:cubicBezTo>
                  <a:cubicBezTo>
                    <a:pt x="889" y="22266"/>
                    <a:pt x="3032" y="17390"/>
                    <a:pt x="6578" y="13105"/>
                  </a:cubicBezTo>
                  <a:cubicBezTo>
                    <a:pt x="10124" y="8746"/>
                    <a:pt x="15000" y="5348"/>
                    <a:pt x="21131" y="2910"/>
                  </a:cubicBezTo>
                  <a:cubicBezTo>
                    <a:pt x="27263" y="472"/>
                    <a:pt x="33100" y="-414"/>
                    <a:pt x="38640" y="177"/>
                  </a:cubicBezTo>
                  <a:cubicBezTo>
                    <a:pt x="44181" y="768"/>
                    <a:pt x="49131" y="2836"/>
                    <a:pt x="53342" y="6309"/>
                  </a:cubicBezTo>
                  <a:cubicBezTo>
                    <a:pt x="57627" y="9781"/>
                    <a:pt x="60877" y="14361"/>
                    <a:pt x="63167" y="20197"/>
                  </a:cubicBezTo>
                  <a:cubicBezTo>
                    <a:pt x="65458" y="25812"/>
                    <a:pt x="66270" y="31353"/>
                    <a:pt x="65605" y="36672"/>
                  </a:cubicBezTo>
                  <a:cubicBezTo>
                    <a:pt x="64941" y="41991"/>
                    <a:pt x="62946" y="46793"/>
                    <a:pt x="59474" y="51078"/>
                  </a:cubicBezTo>
                  <a:cubicBezTo>
                    <a:pt x="56001" y="55363"/>
                    <a:pt x="51347" y="58613"/>
                    <a:pt x="45437" y="60977"/>
                  </a:cubicBezTo>
                  <a:cubicBezTo>
                    <a:pt x="43738" y="61642"/>
                    <a:pt x="41965" y="62233"/>
                    <a:pt x="40044" y="62824"/>
                  </a:cubicBezTo>
                  <a:close/>
                  <a:moveTo>
                    <a:pt x="42925" y="40809"/>
                  </a:moveTo>
                  <a:cubicBezTo>
                    <a:pt x="46028" y="39553"/>
                    <a:pt x="48097" y="37558"/>
                    <a:pt x="49057" y="34751"/>
                  </a:cubicBezTo>
                  <a:cubicBezTo>
                    <a:pt x="50017" y="31944"/>
                    <a:pt x="49944" y="28915"/>
                    <a:pt x="48688" y="25812"/>
                  </a:cubicBezTo>
                  <a:cubicBezTo>
                    <a:pt x="47506" y="22783"/>
                    <a:pt x="45585" y="20641"/>
                    <a:pt x="42999" y="19311"/>
                  </a:cubicBezTo>
                  <a:cubicBezTo>
                    <a:pt x="40413" y="17981"/>
                    <a:pt x="37384" y="17686"/>
                    <a:pt x="33986" y="18498"/>
                  </a:cubicBezTo>
                  <a:lnTo>
                    <a:pt x="42925" y="40809"/>
                  </a:lnTo>
                  <a:close/>
                </a:path>
              </a:pathLst>
            </a:custGeom>
            <a:solidFill>
              <a:srgbClr val="F6B028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39" name="Freeform: Shape 1072">
              <a:extLst>
                <a:ext uri="{FF2B5EF4-FFF2-40B4-BE49-F238E27FC236}">
                  <a16:creationId xmlns:a16="http://schemas.microsoft.com/office/drawing/2014/main" id="{7B2F9071-85A8-CD92-E51A-547479AC40FD}"/>
                </a:ext>
              </a:extLst>
            </p:cNvPr>
            <p:cNvSpPr/>
            <p:nvPr/>
          </p:nvSpPr>
          <p:spPr>
            <a:xfrm>
              <a:off x="12166968" y="7405255"/>
              <a:ext cx="85351" cy="78791"/>
            </a:xfrm>
            <a:custGeom>
              <a:avLst/>
              <a:gdLst>
                <a:gd name="connsiteX0" fmla="*/ 83776 w 85351"/>
                <a:gd name="connsiteY0" fmla="*/ 51345 h 78791"/>
                <a:gd name="connsiteX1" fmla="*/ 73064 w 85351"/>
                <a:gd name="connsiteY1" fmla="*/ 68410 h 78791"/>
                <a:gd name="connsiteX2" fmla="*/ 53709 w 85351"/>
                <a:gd name="connsiteY2" fmla="*/ 77719 h 78791"/>
                <a:gd name="connsiteX3" fmla="*/ 32284 w 85351"/>
                <a:gd name="connsiteY3" fmla="*/ 77054 h 78791"/>
                <a:gd name="connsiteX4" fmla="*/ 15514 w 85351"/>
                <a:gd name="connsiteY4" fmla="*/ 65750 h 78791"/>
                <a:gd name="connsiteX5" fmla="*/ 6132 w 85351"/>
                <a:gd name="connsiteY5" fmla="*/ 45508 h 78791"/>
                <a:gd name="connsiteX6" fmla="*/ 0 w 85351"/>
                <a:gd name="connsiteY6" fmla="*/ 16548 h 78791"/>
                <a:gd name="connsiteX7" fmla="*/ 78014 w 85351"/>
                <a:gd name="connsiteY7" fmla="*/ 0 h 78791"/>
                <a:gd name="connsiteX8" fmla="*/ 84146 w 85351"/>
                <a:gd name="connsiteY8" fmla="*/ 28886 h 78791"/>
                <a:gd name="connsiteX9" fmla="*/ 83776 w 85351"/>
                <a:gd name="connsiteY9" fmla="*/ 51271 h 78791"/>
                <a:gd name="connsiteX10" fmla="*/ 31693 w 85351"/>
                <a:gd name="connsiteY10" fmla="*/ 56146 h 78791"/>
                <a:gd name="connsiteX11" fmla="*/ 49645 w 85351"/>
                <a:gd name="connsiteY11" fmla="*/ 58510 h 78791"/>
                <a:gd name="connsiteX12" fmla="*/ 65159 w 85351"/>
                <a:gd name="connsiteY12" fmla="*/ 49054 h 78791"/>
                <a:gd name="connsiteX13" fmla="*/ 67671 w 85351"/>
                <a:gd name="connsiteY13" fmla="*/ 31176 h 78791"/>
                <a:gd name="connsiteX14" fmla="*/ 65751 w 85351"/>
                <a:gd name="connsiteY14" fmla="*/ 22237 h 78791"/>
                <a:gd name="connsiteX15" fmla="*/ 20390 w 85351"/>
                <a:gd name="connsiteY15" fmla="*/ 31841 h 78791"/>
                <a:gd name="connsiteX16" fmla="*/ 22311 w 85351"/>
                <a:gd name="connsiteY16" fmla="*/ 40780 h 78791"/>
                <a:gd name="connsiteX17" fmla="*/ 31693 w 85351"/>
                <a:gd name="connsiteY17" fmla="*/ 56146 h 78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5351" h="78791">
                  <a:moveTo>
                    <a:pt x="83776" y="51345"/>
                  </a:moveTo>
                  <a:cubicBezTo>
                    <a:pt x="81782" y="58141"/>
                    <a:pt x="78236" y="63830"/>
                    <a:pt x="73064" y="68410"/>
                  </a:cubicBezTo>
                  <a:cubicBezTo>
                    <a:pt x="67893" y="72990"/>
                    <a:pt x="61466" y="76093"/>
                    <a:pt x="53709" y="77719"/>
                  </a:cubicBezTo>
                  <a:cubicBezTo>
                    <a:pt x="46099" y="79344"/>
                    <a:pt x="38933" y="79122"/>
                    <a:pt x="32284" y="77054"/>
                  </a:cubicBezTo>
                  <a:cubicBezTo>
                    <a:pt x="25635" y="74985"/>
                    <a:pt x="20021" y="71217"/>
                    <a:pt x="15514" y="65750"/>
                  </a:cubicBezTo>
                  <a:cubicBezTo>
                    <a:pt x="10934" y="60357"/>
                    <a:pt x="7831" y="53561"/>
                    <a:pt x="6132" y="45508"/>
                  </a:cubicBezTo>
                  <a:lnTo>
                    <a:pt x="0" y="16548"/>
                  </a:lnTo>
                  <a:lnTo>
                    <a:pt x="78014" y="0"/>
                  </a:lnTo>
                  <a:lnTo>
                    <a:pt x="84146" y="28886"/>
                  </a:lnTo>
                  <a:cubicBezTo>
                    <a:pt x="85845" y="37012"/>
                    <a:pt x="85771" y="44474"/>
                    <a:pt x="83776" y="51271"/>
                  </a:cubicBezTo>
                  <a:close/>
                  <a:moveTo>
                    <a:pt x="31693" y="56146"/>
                  </a:moveTo>
                  <a:cubicBezTo>
                    <a:pt x="36495" y="59249"/>
                    <a:pt x="42479" y="60062"/>
                    <a:pt x="49645" y="58510"/>
                  </a:cubicBezTo>
                  <a:cubicBezTo>
                    <a:pt x="56811" y="56959"/>
                    <a:pt x="61983" y="53856"/>
                    <a:pt x="65159" y="49054"/>
                  </a:cubicBezTo>
                  <a:cubicBezTo>
                    <a:pt x="68336" y="44252"/>
                    <a:pt x="69149" y="38268"/>
                    <a:pt x="67671" y="31176"/>
                  </a:cubicBezTo>
                  <a:lnTo>
                    <a:pt x="65751" y="22237"/>
                  </a:lnTo>
                  <a:lnTo>
                    <a:pt x="20390" y="31841"/>
                  </a:lnTo>
                  <a:lnTo>
                    <a:pt x="22311" y="40780"/>
                  </a:lnTo>
                  <a:cubicBezTo>
                    <a:pt x="23788" y="47872"/>
                    <a:pt x="26965" y="53044"/>
                    <a:pt x="31693" y="56146"/>
                  </a:cubicBezTo>
                  <a:close/>
                </a:path>
              </a:pathLst>
            </a:custGeom>
            <a:solidFill>
              <a:srgbClr val="F6B028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40" name="Freeform: Shape 1073">
              <a:extLst>
                <a:ext uri="{FF2B5EF4-FFF2-40B4-BE49-F238E27FC236}">
                  <a16:creationId xmlns:a16="http://schemas.microsoft.com/office/drawing/2014/main" id="{099EE8F4-661F-E71A-8D1D-1549AC5AB40F}"/>
                </a:ext>
              </a:extLst>
            </p:cNvPr>
            <p:cNvSpPr/>
            <p:nvPr/>
          </p:nvSpPr>
          <p:spPr>
            <a:xfrm>
              <a:off x="12183810" y="7492982"/>
              <a:ext cx="65394" cy="63010"/>
            </a:xfrm>
            <a:custGeom>
              <a:avLst/>
              <a:gdLst>
                <a:gd name="connsiteX0" fmla="*/ 30735 w 65394"/>
                <a:gd name="connsiteY0" fmla="*/ 62908 h 63010"/>
                <a:gd name="connsiteX1" fmla="*/ 26820 w 65394"/>
                <a:gd name="connsiteY1" fmla="*/ 19616 h 63010"/>
                <a:gd name="connsiteX2" fmla="*/ 18176 w 65394"/>
                <a:gd name="connsiteY2" fmla="*/ 24197 h 63010"/>
                <a:gd name="connsiteX3" fmla="*/ 15812 w 65394"/>
                <a:gd name="connsiteY3" fmla="*/ 32619 h 63010"/>
                <a:gd name="connsiteX4" fmla="*/ 22831 w 65394"/>
                <a:gd name="connsiteY4" fmla="*/ 42001 h 63010"/>
                <a:gd name="connsiteX5" fmla="*/ 24678 w 65394"/>
                <a:gd name="connsiteY5" fmla="*/ 62391 h 63010"/>
                <a:gd name="connsiteX6" fmla="*/ 12931 w 65394"/>
                <a:gd name="connsiteY6" fmla="*/ 57737 h 63010"/>
                <a:gd name="connsiteX7" fmla="*/ 4213 w 65394"/>
                <a:gd name="connsiteY7" fmla="*/ 48207 h 63010"/>
                <a:gd name="connsiteX8" fmla="*/ 150 w 65394"/>
                <a:gd name="connsiteY8" fmla="*/ 34687 h 63010"/>
                <a:gd name="connsiteX9" fmla="*/ 2662 w 65394"/>
                <a:gd name="connsiteY9" fmla="*/ 17991 h 63010"/>
                <a:gd name="connsiteX10" fmla="*/ 13005 w 65394"/>
                <a:gd name="connsiteY10" fmla="*/ 5801 h 63010"/>
                <a:gd name="connsiteX11" fmla="*/ 29849 w 65394"/>
                <a:gd name="connsiteY11" fmla="*/ 187 h 63010"/>
                <a:gd name="connsiteX12" fmla="*/ 47431 w 65394"/>
                <a:gd name="connsiteY12" fmla="*/ 2625 h 63010"/>
                <a:gd name="connsiteX13" fmla="*/ 59769 w 65394"/>
                <a:gd name="connsiteY13" fmla="*/ 12746 h 63010"/>
                <a:gd name="connsiteX14" fmla="*/ 65236 w 65394"/>
                <a:gd name="connsiteY14" fmla="*/ 28851 h 63010"/>
                <a:gd name="connsiteX15" fmla="*/ 62872 w 65394"/>
                <a:gd name="connsiteY15" fmla="*/ 45325 h 63010"/>
                <a:gd name="connsiteX16" fmla="*/ 52898 w 65394"/>
                <a:gd name="connsiteY16" fmla="*/ 57367 h 63010"/>
                <a:gd name="connsiteX17" fmla="*/ 36646 w 65394"/>
                <a:gd name="connsiteY17" fmla="*/ 62834 h 63010"/>
                <a:gd name="connsiteX18" fmla="*/ 30957 w 65394"/>
                <a:gd name="connsiteY18" fmla="*/ 62982 h 63010"/>
                <a:gd name="connsiteX19" fmla="*/ 39748 w 65394"/>
                <a:gd name="connsiteY19" fmla="*/ 42666 h 63010"/>
                <a:gd name="connsiteX20" fmla="*/ 47358 w 65394"/>
                <a:gd name="connsiteY20" fmla="*/ 38603 h 63010"/>
                <a:gd name="connsiteX21" fmla="*/ 49574 w 65394"/>
                <a:gd name="connsiteY21" fmla="*/ 29959 h 63010"/>
                <a:gd name="connsiteX22" fmla="*/ 46028 w 65394"/>
                <a:gd name="connsiteY22" fmla="*/ 22128 h 63010"/>
                <a:gd name="connsiteX23" fmla="*/ 37606 w 65394"/>
                <a:gd name="connsiteY23" fmla="*/ 18730 h 63010"/>
                <a:gd name="connsiteX24" fmla="*/ 39748 w 65394"/>
                <a:gd name="connsiteY24" fmla="*/ 42666 h 63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5394" h="63010">
                  <a:moveTo>
                    <a:pt x="30735" y="62908"/>
                  </a:moveTo>
                  <a:lnTo>
                    <a:pt x="26820" y="19616"/>
                  </a:lnTo>
                  <a:cubicBezTo>
                    <a:pt x="22904" y="20281"/>
                    <a:pt x="20023" y="21759"/>
                    <a:pt x="18176" y="24197"/>
                  </a:cubicBezTo>
                  <a:cubicBezTo>
                    <a:pt x="16329" y="26561"/>
                    <a:pt x="15517" y="29368"/>
                    <a:pt x="15812" y="32619"/>
                  </a:cubicBezTo>
                  <a:cubicBezTo>
                    <a:pt x="16255" y="37421"/>
                    <a:pt x="18620" y="40523"/>
                    <a:pt x="22831" y="42001"/>
                  </a:cubicBezTo>
                  <a:lnTo>
                    <a:pt x="24678" y="62391"/>
                  </a:lnTo>
                  <a:cubicBezTo>
                    <a:pt x="20393" y="61726"/>
                    <a:pt x="16551" y="60175"/>
                    <a:pt x="12931" y="57737"/>
                  </a:cubicBezTo>
                  <a:cubicBezTo>
                    <a:pt x="9385" y="55299"/>
                    <a:pt x="6430" y="52122"/>
                    <a:pt x="4213" y="48207"/>
                  </a:cubicBezTo>
                  <a:cubicBezTo>
                    <a:pt x="1997" y="44291"/>
                    <a:pt x="594" y="39785"/>
                    <a:pt x="150" y="34687"/>
                  </a:cubicBezTo>
                  <a:cubicBezTo>
                    <a:pt x="-367" y="28555"/>
                    <a:pt x="446" y="23015"/>
                    <a:pt x="2662" y="17991"/>
                  </a:cubicBezTo>
                  <a:cubicBezTo>
                    <a:pt x="4878" y="12967"/>
                    <a:pt x="8277" y="8904"/>
                    <a:pt x="13005" y="5801"/>
                  </a:cubicBezTo>
                  <a:cubicBezTo>
                    <a:pt x="17659" y="2698"/>
                    <a:pt x="23274" y="778"/>
                    <a:pt x="29849" y="187"/>
                  </a:cubicBezTo>
                  <a:cubicBezTo>
                    <a:pt x="36424" y="-404"/>
                    <a:pt x="42260" y="408"/>
                    <a:pt x="47431" y="2625"/>
                  </a:cubicBezTo>
                  <a:cubicBezTo>
                    <a:pt x="52603" y="4841"/>
                    <a:pt x="56666" y="8239"/>
                    <a:pt x="59769" y="12746"/>
                  </a:cubicBezTo>
                  <a:cubicBezTo>
                    <a:pt x="62872" y="17252"/>
                    <a:pt x="64645" y="22645"/>
                    <a:pt x="65236" y="28851"/>
                  </a:cubicBezTo>
                  <a:cubicBezTo>
                    <a:pt x="65753" y="34909"/>
                    <a:pt x="65014" y="40376"/>
                    <a:pt x="62872" y="45325"/>
                  </a:cubicBezTo>
                  <a:cubicBezTo>
                    <a:pt x="60729" y="50275"/>
                    <a:pt x="57405" y="54264"/>
                    <a:pt x="52898" y="57367"/>
                  </a:cubicBezTo>
                  <a:cubicBezTo>
                    <a:pt x="48392" y="60470"/>
                    <a:pt x="42925" y="62243"/>
                    <a:pt x="36646" y="62834"/>
                  </a:cubicBezTo>
                  <a:cubicBezTo>
                    <a:pt x="34799" y="62982"/>
                    <a:pt x="32952" y="63056"/>
                    <a:pt x="30957" y="62982"/>
                  </a:cubicBezTo>
                  <a:close/>
                  <a:moveTo>
                    <a:pt x="39748" y="42666"/>
                  </a:moveTo>
                  <a:cubicBezTo>
                    <a:pt x="43073" y="42370"/>
                    <a:pt x="45585" y="41041"/>
                    <a:pt x="47358" y="38603"/>
                  </a:cubicBezTo>
                  <a:cubicBezTo>
                    <a:pt x="49131" y="36165"/>
                    <a:pt x="49869" y="33283"/>
                    <a:pt x="49574" y="29959"/>
                  </a:cubicBezTo>
                  <a:cubicBezTo>
                    <a:pt x="49278" y="26782"/>
                    <a:pt x="48096" y="24123"/>
                    <a:pt x="46028" y="22128"/>
                  </a:cubicBezTo>
                  <a:cubicBezTo>
                    <a:pt x="43959" y="20133"/>
                    <a:pt x="41152" y="18951"/>
                    <a:pt x="37606" y="18730"/>
                  </a:cubicBezTo>
                  <a:lnTo>
                    <a:pt x="39748" y="42666"/>
                  </a:lnTo>
                  <a:close/>
                </a:path>
              </a:pathLst>
            </a:custGeom>
            <a:solidFill>
              <a:srgbClr val="F6B028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41" name="Freeform: Shape 1075">
              <a:extLst>
                <a:ext uri="{FF2B5EF4-FFF2-40B4-BE49-F238E27FC236}">
                  <a16:creationId xmlns:a16="http://schemas.microsoft.com/office/drawing/2014/main" id="{F0FAFDFD-F62D-C959-DB17-CCE4E7A3262B}"/>
                </a:ext>
              </a:extLst>
            </p:cNvPr>
            <p:cNvSpPr/>
            <p:nvPr/>
          </p:nvSpPr>
          <p:spPr>
            <a:xfrm>
              <a:off x="12157586" y="7564829"/>
              <a:ext cx="94414" cy="69078"/>
            </a:xfrm>
            <a:custGeom>
              <a:avLst/>
              <a:gdLst>
                <a:gd name="connsiteX0" fmla="*/ 91386 w 94414"/>
                <a:gd name="connsiteY0" fmla="*/ 31250 h 69078"/>
                <a:gd name="connsiteX1" fmla="*/ 93602 w 94414"/>
                <a:gd name="connsiteY1" fmla="*/ 42922 h 69078"/>
                <a:gd name="connsiteX2" fmla="*/ 88948 w 94414"/>
                <a:gd name="connsiteY2" fmla="*/ 56811 h 69078"/>
                <a:gd name="connsiteX3" fmla="*/ 77127 w 94414"/>
                <a:gd name="connsiteY3" fmla="*/ 66194 h 69078"/>
                <a:gd name="connsiteX4" fmla="*/ 59840 w 94414"/>
                <a:gd name="connsiteY4" fmla="*/ 69001 h 69078"/>
                <a:gd name="connsiteX5" fmla="*/ 42849 w 94414"/>
                <a:gd name="connsiteY5" fmla="*/ 64568 h 69078"/>
                <a:gd name="connsiteX6" fmla="*/ 31841 w 94414"/>
                <a:gd name="connsiteY6" fmla="*/ 54078 h 69078"/>
                <a:gd name="connsiteX7" fmla="*/ 28443 w 94414"/>
                <a:gd name="connsiteY7" fmla="*/ 39893 h 69078"/>
                <a:gd name="connsiteX8" fmla="*/ 31693 w 94414"/>
                <a:gd name="connsiteY8" fmla="*/ 28516 h 69078"/>
                <a:gd name="connsiteX9" fmla="*/ 39081 w 94414"/>
                <a:gd name="connsiteY9" fmla="*/ 21055 h 69078"/>
                <a:gd name="connsiteX10" fmla="*/ 0 w 94414"/>
                <a:gd name="connsiteY10" fmla="*/ 19208 h 69078"/>
                <a:gd name="connsiteX11" fmla="*/ 886 w 94414"/>
                <a:gd name="connsiteY11" fmla="*/ 0 h 69078"/>
                <a:gd name="connsiteX12" fmla="*/ 94415 w 94414"/>
                <a:gd name="connsiteY12" fmla="*/ 4433 h 69078"/>
                <a:gd name="connsiteX13" fmla="*/ 93528 w 94414"/>
                <a:gd name="connsiteY13" fmla="*/ 23641 h 69078"/>
                <a:gd name="connsiteX14" fmla="*/ 84589 w 94414"/>
                <a:gd name="connsiteY14" fmla="*/ 23197 h 69078"/>
                <a:gd name="connsiteX15" fmla="*/ 91386 w 94414"/>
                <a:gd name="connsiteY15" fmla="*/ 31250 h 69078"/>
                <a:gd name="connsiteX16" fmla="*/ 72326 w 94414"/>
                <a:gd name="connsiteY16" fmla="*/ 46025 h 69078"/>
                <a:gd name="connsiteX17" fmla="*/ 76906 w 94414"/>
                <a:gd name="connsiteY17" fmla="*/ 36421 h 69078"/>
                <a:gd name="connsiteX18" fmla="*/ 73138 w 94414"/>
                <a:gd name="connsiteY18" fmla="*/ 26522 h 69078"/>
                <a:gd name="connsiteX19" fmla="*/ 61835 w 94414"/>
                <a:gd name="connsiteY19" fmla="*/ 22015 h 69078"/>
                <a:gd name="connsiteX20" fmla="*/ 50162 w 94414"/>
                <a:gd name="connsiteY20" fmla="*/ 25488 h 69078"/>
                <a:gd name="connsiteX21" fmla="*/ 45508 w 94414"/>
                <a:gd name="connsiteY21" fmla="*/ 35018 h 69078"/>
                <a:gd name="connsiteX22" fmla="*/ 49276 w 94414"/>
                <a:gd name="connsiteY22" fmla="*/ 44991 h 69078"/>
                <a:gd name="connsiteX23" fmla="*/ 60579 w 94414"/>
                <a:gd name="connsiteY23" fmla="*/ 49571 h 69078"/>
                <a:gd name="connsiteX24" fmla="*/ 72178 w 94414"/>
                <a:gd name="connsiteY24" fmla="*/ 46099 h 69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4414" h="69078">
                  <a:moveTo>
                    <a:pt x="91386" y="31250"/>
                  </a:moveTo>
                  <a:cubicBezTo>
                    <a:pt x="93085" y="34648"/>
                    <a:pt x="93750" y="38564"/>
                    <a:pt x="93602" y="42922"/>
                  </a:cubicBezTo>
                  <a:cubicBezTo>
                    <a:pt x="93380" y="48094"/>
                    <a:pt x="91829" y="52674"/>
                    <a:pt x="88948" y="56811"/>
                  </a:cubicBezTo>
                  <a:cubicBezTo>
                    <a:pt x="86067" y="60948"/>
                    <a:pt x="82151" y="63977"/>
                    <a:pt x="77127" y="66194"/>
                  </a:cubicBezTo>
                  <a:cubicBezTo>
                    <a:pt x="72104" y="68410"/>
                    <a:pt x="66342" y="69370"/>
                    <a:pt x="59840" y="69001"/>
                  </a:cubicBezTo>
                  <a:cubicBezTo>
                    <a:pt x="53339" y="68706"/>
                    <a:pt x="47651" y="67228"/>
                    <a:pt x="42849" y="64568"/>
                  </a:cubicBezTo>
                  <a:cubicBezTo>
                    <a:pt x="37973" y="61909"/>
                    <a:pt x="34353" y="58437"/>
                    <a:pt x="31841" y="54078"/>
                  </a:cubicBezTo>
                  <a:cubicBezTo>
                    <a:pt x="29329" y="49793"/>
                    <a:pt x="28221" y="44991"/>
                    <a:pt x="28443" y="39893"/>
                  </a:cubicBezTo>
                  <a:cubicBezTo>
                    <a:pt x="28664" y="35535"/>
                    <a:pt x="29698" y="31767"/>
                    <a:pt x="31693" y="28516"/>
                  </a:cubicBezTo>
                  <a:cubicBezTo>
                    <a:pt x="33688" y="25266"/>
                    <a:pt x="36126" y="22754"/>
                    <a:pt x="39081" y="21055"/>
                  </a:cubicBezTo>
                  <a:lnTo>
                    <a:pt x="0" y="19208"/>
                  </a:lnTo>
                  <a:lnTo>
                    <a:pt x="886" y="0"/>
                  </a:lnTo>
                  <a:lnTo>
                    <a:pt x="94415" y="4433"/>
                  </a:lnTo>
                  <a:lnTo>
                    <a:pt x="93528" y="23641"/>
                  </a:lnTo>
                  <a:lnTo>
                    <a:pt x="84589" y="23197"/>
                  </a:lnTo>
                  <a:cubicBezTo>
                    <a:pt x="87470" y="25192"/>
                    <a:pt x="89687" y="27925"/>
                    <a:pt x="91386" y="31250"/>
                  </a:cubicBezTo>
                  <a:close/>
                  <a:moveTo>
                    <a:pt x="72326" y="46025"/>
                  </a:moveTo>
                  <a:cubicBezTo>
                    <a:pt x="75207" y="43513"/>
                    <a:pt x="76758" y="40263"/>
                    <a:pt x="76906" y="36421"/>
                  </a:cubicBezTo>
                  <a:cubicBezTo>
                    <a:pt x="77054" y="32580"/>
                    <a:pt x="75798" y="29329"/>
                    <a:pt x="73138" y="26522"/>
                  </a:cubicBezTo>
                  <a:cubicBezTo>
                    <a:pt x="70479" y="23714"/>
                    <a:pt x="66711" y="22237"/>
                    <a:pt x="61835" y="22015"/>
                  </a:cubicBezTo>
                  <a:cubicBezTo>
                    <a:pt x="56959" y="21794"/>
                    <a:pt x="53117" y="22902"/>
                    <a:pt x="50162" y="25488"/>
                  </a:cubicBezTo>
                  <a:cubicBezTo>
                    <a:pt x="47207" y="27999"/>
                    <a:pt x="45656" y="31176"/>
                    <a:pt x="45508" y="35018"/>
                  </a:cubicBezTo>
                  <a:cubicBezTo>
                    <a:pt x="45361" y="38859"/>
                    <a:pt x="46616" y="42184"/>
                    <a:pt x="49276" y="44991"/>
                  </a:cubicBezTo>
                  <a:cubicBezTo>
                    <a:pt x="52009" y="47798"/>
                    <a:pt x="55777" y="49350"/>
                    <a:pt x="60579" y="49571"/>
                  </a:cubicBezTo>
                  <a:cubicBezTo>
                    <a:pt x="65455" y="49793"/>
                    <a:pt x="69297" y="48685"/>
                    <a:pt x="72178" y="46099"/>
                  </a:cubicBezTo>
                  <a:close/>
                </a:path>
              </a:pathLst>
            </a:custGeom>
            <a:solidFill>
              <a:srgbClr val="F6B028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42" name="Freeform: Shape 1077">
              <a:extLst>
                <a:ext uri="{FF2B5EF4-FFF2-40B4-BE49-F238E27FC236}">
                  <a16:creationId xmlns:a16="http://schemas.microsoft.com/office/drawing/2014/main" id="{935C7915-5322-5771-F6B4-774D22942071}"/>
                </a:ext>
              </a:extLst>
            </p:cNvPr>
            <p:cNvSpPr/>
            <p:nvPr/>
          </p:nvSpPr>
          <p:spPr>
            <a:xfrm>
              <a:off x="12179823" y="7639962"/>
              <a:ext cx="86140" cy="32875"/>
            </a:xfrm>
            <a:custGeom>
              <a:avLst/>
              <a:gdLst>
                <a:gd name="connsiteX0" fmla="*/ 82964 w 86140"/>
                <a:gd name="connsiteY0" fmla="*/ 32875 h 32875"/>
                <a:gd name="connsiteX1" fmla="*/ 0 w 86140"/>
                <a:gd name="connsiteY1" fmla="*/ 18986 h 32875"/>
                <a:gd name="connsiteX2" fmla="*/ 3177 w 86140"/>
                <a:gd name="connsiteY2" fmla="*/ 0 h 32875"/>
                <a:gd name="connsiteX3" fmla="*/ 86140 w 86140"/>
                <a:gd name="connsiteY3" fmla="*/ 13889 h 32875"/>
                <a:gd name="connsiteX4" fmla="*/ 82964 w 86140"/>
                <a:gd name="connsiteY4" fmla="*/ 32875 h 3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40" h="32875">
                  <a:moveTo>
                    <a:pt x="82964" y="32875"/>
                  </a:moveTo>
                  <a:lnTo>
                    <a:pt x="0" y="18986"/>
                  </a:lnTo>
                  <a:lnTo>
                    <a:pt x="3177" y="0"/>
                  </a:lnTo>
                  <a:lnTo>
                    <a:pt x="86140" y="13889"/>
                  </a:lnTo>
                  <a:lnTo>
                    <a:pt x="82964" y="32875"/>
                  </a:lnTo>
                  <a:close/>
                </a:path>
              </a:pathLst>
            </a:custGeom>
            <a:solidFill>
              <a:srgbClr val="F6B028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43" name="Freeform: Shape 1078">
              <a:extLst>
                <a:ext uri="{FF2B5EF4-FFF2-40B4-BE49-F238E27FC236}">
                  <a16:creationId xmlns:a16="http://schemas.microsoft.com/office/drawing/2014/main" id="{96063505-AB4A-1D44-703F-1B3A9A14CF8D}"/>
                </a:ext>
              </a:extLst>
            </p:cNvPr>
            <p:cNvSpPr/>
            <p:nvPr/>
          </p:nvSpPr>
          <p:spPr>
            <a:xfrm>
              <a:off x="12168724" y="7673932"/>
              <a:ext cx="65638" cy="65637"/>
            </a:xfrm>
            <a:custGeom>
              <a:avLst/>
              <a:gdLst>
                <a:gd name="connsiteX0" fmla="*/ 9326 w 65638"/>
                <a:gd name="connsiteY0" fmla="*/ 9396 h 65637"/>
                <a:gd name="connsiteX1" fmla="*/ 23215 w 65638"/>
                <a:gd name="connsiteY1" fmla="*/ 1048 h 65637"/>
                <a:gd name="connsiteX2" fmla="*/ 41020 w 65638"/>
                <a:gd name="connsiteY2" fmla="*/ 1343 h 65637"/>
                <a:gd name="connsiteX3" fmla="*/ 56608 w 65638"/>
                <a:gd name="connsiteY3" fmla="*/ 9839 h 65637"/>
                <a:gd name="connsiteX4" fmla="*/ 64734 w 65638"/>
                <a:gd name="connsiteY4" fmla="*/ 24023 h 65637"/>
                <a:gd name="connsiteX5" fmla="*/ 64365 w 65638"/>
                <a:gd name="connsiteY5" fmla="*/ 41089 h 65637"/>
                <a:gd name="connsiteX6" fmla="*/ 56312 w 65638"/>
                <a:gd name="connsiteY6" fmla="*/ 56160 h 65637"/>
                <a:gd name="connsiteX7" fmla="*/ 42276 w 65638"/>
                <a:gd name="connsiteY7" fmla="*/ 64582 h 65637"/>
                <a:gd name="connsiteX8" fmla="*/ 24545 w 65638"/>
                <a:gd name="connsiteY8" fmla="*/ 64360 h 65637"/>
                <a:gd name="connsiteX9" fmla="*/ 8957 w 65638"/>
                <a:gd name="connsiteY9" fmla="*/ 55790 h 65637"/>
                <a:gd name="connsiteX10" fmla="*/ 904 w 65638"/>
                <a:gd name="connsiteY10" fmla="*/ 41458 h 65637"/>
                <a:gd name="connsiteX11" fmla="*/ 1274 w 65638"/>
                <a:gd name="connsiteY11" fmla="*/ 24319 h 65637"/>
                <a:gd name="connsiteX12" fmla="*/ 9326 w 65638"/>
                <a:gd name="connsiteY12" fmla="*/ 9248 h 65637"/>
                <a:gd name="connsiteX13" fmla="*/ 19152 w 65638"/>
                <a:gd name="connsiteY13" fmla="*/ 38799 h 65637"/>
                <a:gd name="connsiteX14" fmla="*/ 29495 w 65638"/>
                <a:gd name="connsiteY14" fmla="*/ 45521 h 65637"/>
                <a:gd name="connsiteX15" fmla="*/ 41758 w 65638"/>
                <a:gd name="connsiteY15" fmla="*/ 44857 h 65637"/>
                <a:gd name="connsiteX16" fmla="*/ 48038 w 65638"/>
                <a:gd name="connsiteY16" fmla="*/ 36952 h 65637"/>
                <a:gd name="connsiteX17" fmla="*/ 46486 w 65638"/>
                <a:gd name="connsiteY17" fmla="*/ 26904 h 65637"/>
                <a:gd name="connsiteX18" fmla="*/ 36070 w 65638"/>
                <a:gd name="connsiteY18" fmla="*/ 20329 h 65637"/>
                <a:gd name="connsiteX19" fmla="*/ 23806 w 65638"/>
                <a:gd name="connsiteY19" fmla="*/ 20920 h 65637"/>
                <a:gd name="connsiteX20" fmla="*/ 17527 w 65638"/>
                <a:gd name="connsiteY20" fmla="*/ 28751 h 65637"/>
                <a:gd name="connsiteX21" fmla="*/ 19078 w 65638"/>
                <a:gd name="connsiteY21" fmla="*/ 38873 h 65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5638" h="65637">
                  <a:moveTo>
                    <a:pt x="9326" y="9396"/>
                  </a:moveTo>
                  <a:cubicBezTo>
                    <a:pt x="13168" y="5332"/>
                    <a:pt x="17748" y="2525"/>
                    <a:pt x="23215" y="1048"/>
                  </a:cubicBezTo>
                  <a:cubicBezTo>
                    <a:pt x="28682" y="-430"/>
                    <a:pt x="34592" y="-356"/>
                    <a:pt x="41020" y="1343"/>
                  </a:cubicBezTo>
                  <a:cubicBezTo>
                    <a:pt x="47299" y="2968"/>
                    <a:pt x="52544" y="5850"/>
                    <a:pt x="56608" y="9839"/>
                  </a:cubicBezTo>
                  <a:cubicBezTo>
                    <a:pt x="60671" y="13828"/>
                    <a:pt x="63404" y="18556"/>
                    <a:pt x="64734" y="24023"/>
                  </a:cubicBezTo>
                  <a:cubicBezTo>
                    <a:pt x="66064" y="29490"/>
                    <a:pt x="65916" y="35179"/>
                    <a:pt x="64365" y="41089"/>
                  </a:cubicBezTo>
                  <a:cubicBezTo>
                    <a:pt x="62813" y="46999"/>
                    <a:pt x="60154" y="52096"/>
                    <a:pt x="56312" y="56160"/>
                  </a:cubicBezTo>
                  <a:cubicBezTo>
                    <a:pt x="52470" y="60297"/>
                    <a:pt x="47816" y="63104"/>
                    <a:pt x="42276" y="64582"/>
                  </a:cubicBezTo>
                  <a:cubicBezTo>
                    <a:pt x="36735" y="66059"/>
                    <a:pt x="30824" y="65985"/>
                    <a:pt x="24545" y="64360"/>
                  </a:cubicBezTo>
                  <a:cubicBezTo>
                    <a:pt x="18266" y="62735"/>
                    <a:pt x="13020" y="59854"/>
                    <a:pt x="8957" y="55790"/>
                  </a:cubicBezTo>
                  <a:cubicBezTo>
                    <a:pt x="4894" y="51727"/>
                    <a:pt x="2160" y="46999"/>
                    <a:pt x="904" y="41458"/>
                  </a:cubicBezTo>
                  <a:cubicBezTo>
                    <a:pt x="-425" y="35991"/>
                    <a:pt x="-278" y="30229"/>
                    <a:pt x="1274" y="24319"/>
                  </a:cubicBezTo>
                  <a:cubicBezTo>
                    <a:pt x="2825" y="18335"/>
                    <a:pt x="5485" y="13385"/>
                    <a:pt x="9326" y="9248"/>
                  </a:cubicBezTo>
                  <a:close/>
                  <a:moveTo>
                    <a:pt x="19152" y="38799"/>
                  </a:moveTo>
                  <a:cubicBezTo>
                    <a:pt x="21147" y="41975"/>
                    <a:pt x="24619" y="44192"/>
                    <a:pt x="29495" y="45521"/>
                  </a:cubicBezTo>
                  <a:cubicBezTo>
                    <a:pt x="34371" y="46777"/>
                    <a:pt x="38508" y="46556"/>
                    <a:pt x="41758" y="44857"/>
                  </a:cubicBezTo>
                  <a:cubicBezTo>
                    <a:pt x="45009" y="43084"/>
                    <a:pt x="47151" y="40498"/>
                    <a:pt x="48038" y="36952"/>
                  </a:cubicBezTo>
                  <a:cubicBezTo>
                    <a:pt x="48998" y="33332"/>
                    <a:pt x="48481" y="30007"/>
                    <a:pt x="46486" y="26904"/>
                  </a:cubicBezTo>
                  <a:cubicBezTo>
                    <a:pt x="44492" y="23802"/>
                    <a:pt x="41020" y="21659"/>
                    <a:pt x="36070" y="20329"/>
                  </a:cubicBezTo>
                  <a:cubicBezTo>
                    <a:pt x="31194" y="19074"/>
                    <a:pt x="27057" y="19221"/>
                    <a:pt x="23806" y="20920"/>
                  </a:cubicBezTo>
                  <a:cubicBezTo>
                    <a:pt x="20556" y="22620"/>
                    <a:pt x="18487" y="25205"/>
                    <a:pt x="17527" y="28751"/>
                  </a:cubicBezTo>
                  <a:cubicBezTo>
                    <a:pt x="16566" y="32297"/>
                    <a:pt x="17157" y="35696"/>
                    <a:pt x="19078" y="38873"/>
                  </a:cubicBezTo>
                  <a:close/>
                </a:path>
              </a:pathLst>
            </a:custGeom>
            <a:solidFill>
              <a:srgbClr val="F6B028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44" name="Freeform: Shape 1079">
              <a:extLst>
                <a:ext uri="{FF2B5EF4-FFF2-40B4-BE49-F238E27FC236}">
                  <a16:creationId xmlns:a16="http://schemas.microsoft.com/office/drawing/2014/main" id="{6B3F50CE-7074-E16A-35E4-263539154D6C}"/>
                </a:ext>
              </a:extLst>
            </p:cNvPr>
            <p:cNvSpPr/>
            <p:nvPr/>
          </p:nvSpPr>
          <p:spPr>
            <a:xfrm>
              <a:off x="12122864" y="7730683"/>
              <a:ext cx="98625" cy="90129"/>
            </a:xfrm>
            <a:custGeom>
              <a:avLst/>
              <a:gdLst>
                <a:gd name="connsiteX0" fmla="*/ 72621 w 98625"/>
                <a:gd name="connsiteY0" fmla="*/ 90130 h 90129"/>
                <a:gd name="connsiteX1" fmla="*/ 0 w 98625"/>
                <a:gd name="connsiteY1" fmla="*/ 19282 h 90129"/>
                <a:gd name="connsiteX2" fmla="*/ 7536 w 98625"/>
                <a:gd name="connsiteY2" fmla="*/ 0 h 90129"/>
                <a:gd name="connsiteX3" fmla="*/ 32284 w 98625"/>
                <a:gd name="connsiteY3" fmla="*/ 25192 h 90129"/>
                <a:gd name="connsiteX4" fmla="*/ 98626 w 98625"/>
                <a:gd name="connsiteY4" fmla="*/ 23862 h 90129"/>
                <a:gd name="connsiteX5" fmla="*/ 90795 w 98625"/>
                <a:gd name="connsiteY5" fmla="*/ 43883 h 90129"/>
                <a:gd name="connsiteX6" fmla="*/ 48611 w 98625"/>
                <a:gd name="connsiteY6" fmla="*/ 42849 h 90129"/>
                <a:gd name="connsiteX7" fmla="*/ 80304 w 98625"/>
                <a:gd name="connsiteY7" fmla="*/ 70774 h 90129"/>
                <a:gd name="connsiteX8" fmla="*/ 72695 w 98625"/>
                <a:gd name="connsiteY8" fmla="*/ 90130 h 90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8625" h="90129">
                  <a:moveTo>
                    <a:pt x="72621" y="90130"/>
                  </a:moveTo>
                  <a:lnTo>
                    <a:pt x="0" y="19282"/>
                  </a:lnTo>
                  <a:lnTo>
                    <a:pt x="7536" y="0"/>
                  </a:lnTo>
                  <a:lnTo>
                    <a:pt x="32284" y="25192"/>
                  </a:lnTo>
                  <a:lnTo>
                    <a:pt x="98626" y="23862"/>
                  </a:lnTo>
                  <a:lnTo>
                    <a:pt x="90795" y="43883"/>
                  </a:lnTo>
                  <a:lnTo>
                    <a:pt x="48611" y="42849"/>
                  </a:lnTo>
                  <a:lnTo>
                    <a:pt x="80304" y="70774"/>
                  </a:lnTo>
                  <a:lnTo>
                    <a:pt x="72695" y="90130"/>
                  </a:lnTo>
                  <a:close/>
                </a:path>
              </a:pathLst>
            </a:custGeom>
            <a:solidFill>
              <a:srgbClr val="F6B028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45" name="Freeform: Shape 1080">
              <a:extLst>
                <a:ext uri="{FF2B5EF4-FFF2-40B4-BE49-F238E27FC236}">
                  <a16:creationId xmlns:a16="http://schemas.microsoft.com/office/drawing/2014/main" id="{B9A307FF-39C0-E4FD-B885-9E3C1C7B6CF5}"/>
                </a:ext>
              </a:extLst>
            </p:cNvPr>
            <p:cNvSpPr/>
            <p:nvPr/>
          </p:nvSpPr>
          <p:spPr>
            <a:xfrm>
              <a:off x="12081936" y="7801900"/>
              <a:ext cx="108525" cy="114337"/>
            </a:xfrm>
            <a:custGeom>
              <a:avLst/>
              <a:gdLst>
                <a:gd name="connsiteX0" fmla="*/ 52452 w 108525"/>
                <a:gd name="connsiteY0" fmla="*/ 113770 h 114337"/>
                <a:gd name="connsiteX1" fmla="*/ 31841 w 108525"/>
                <a:gd name="connsiteY1" fmla="*/ 109486 h 114337"/>
                <a:gd name="connsiteX2" fmla="*/ 0 w 108525"/>
                <a:gd name="connsiteY2" fmla="*/ 90499 h 114337"/>
                <a:gd name="connsiteX3" fmla="*/ 9752 w 108525"/>
                <a:gd name="connsiteY3" fmla="*/ 74099 h 114337"/>
                <a:gd name="connsiteX4" fmla="*/ 39302 w 108525"/>
                <a:gd name="connsiteY4" fmla="*/ 91755 h 114337"/>
                <a:gd name="connsiteX5" fmla="*/ 49128 w 108525"/>
                <a:gd name="connsiteY5" fmla="*/ 93898 h 114337"/>
                <a:gd name="connsiteX6" fmla="*/ 56516 w 108525"/>
                <a:gd name="connsiteY6" fmla="*/ 88061 h 114337"/>
                <a:gd name="connsiteX7" fmla="*/ 58141 w 108525"/>
                <a:gd name="connsiteY7" fmla="*/ 78753 h 114337"/>
                <a:gd name="connsiteX8" fmla="*/ 51640 w 108525"/>
                <a:gd name="connsiteY8" fmla="*/ 71143 h 114337"/>
                <a:gd name="connsiteX9" fmla="*/ 22089 w 108525"/>
                <a:gd name="connsiteY9" fmla="*/ 53487 h 114337"/>
                <a:gd name="connsiteX10" fmla="*/ 31915 w 108525"/>
                <a:gd name="connsiteY10" fmla="*/ 37086 h 114337"/>
                <a:gd name="connsiteX11" fmla="*/ 61465 w 108525"/>
                <a:gd name="connsiteY11" fmla="*/ 54743 h 114337"/>
                <a:gd name="connsiteX12" fmla="*/ 71291 w 108525"/>
                <a:gd name="connsiteY12" fmla="*/ 56885 h 114337"/>
                <a:gd name="connsiteX13" fmla="*/ 78679 w 108525"/>
                <a:gd name="connsiteY13" fmla="*/ 51049 h 114337"/>
                <a:gd name="connsiteX14" fmla="*/ 80304 w 108525"/>
                <a:gd name="connsiteY14" fmla="*/ 41741 h 114337"/>
                <a:gd name="connsiteX15" fmla="*/ 73803 w 108525"/>
                <a:gd name="connsiteY15" fmla="*/ 34131 h 114337"/>
                <a:gd name="connsiteX16" fmla="*/ 44252 w 108525"/>
                <a:gd name="connsiteY16" fmla="*/ 16475 h 114337"/>
                <a:gd name="connsiteX17" fmla="*/ 54078 w 108525"/>
                <a:gd name="connsiteY17" fmla="*/ 0 h 114337"/>
                <a:gd name="connsiteX18" fmla="*/ 108525 w 108525"/>
                <a:gd name="connsiteY18" fmla="*/ 32506 h 114337"/>
                <a:gd name="connsiteX19" fmla="*/ 98699 w 108525"/>
                <a:gd name="connsiteY19" fmla="*/ 48980 h 114337"/>
                <a:gd name="connsiteX20" fmla="*/ 91903 w 108525"/>
                <a:gd name="connsiteY20" fmla="*/ 44917 h 114337"/>
                <a:gd name="connsiteX21" fmla="*/ 93380 w 108525"/>
                <a:gd name="connsiteY21" fmla="*/ 54743 h 114337"/>
                <a:gd name="connsiteX22" fmla="*/ 89908 w 108525"/>
                <a:gd name="connsiteY22" fmla="*/ 65086 h 114337"/>
                <a:gd name="connsiteX23" fmla="*/ 80821 w 108525"/>
                <a:gd name="connsiteY23" fmla="*/ 74394 h 114337"/>
                <a:gd name="connsiteX24" fmla="*/ 68853 w 108525"/>
                <a:gd name="connsiteY24" fmla="*/ 77423 h 114337"/>
                <a:gd name="connsiteX25" fmla="*/ 71660 w 108525"/>
                <a:gd name="connsiteY25" fmla="*/ 89391 h 114337"/>
                <a:gd name="connsiteX26" fmla="*/ 68188 w 108525"/>
                <a:gd name="connsiteY26" fmla="*/ 101581 h 114337"/>
                <a:gd name="connsiteX27" fmla="*/ 52526 w 108525"/>
                <a:gd name="connsiteY27" fmla="*/ 113918 h 114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525" h="114337">
                  <a:moveTo>
                    <a:pt x="52452" y="113770"/>
                  </a:moveTo>
                  <a:cubicBezTo>
                    <a:pt x="46025" y="115248"/>
                    <a:pt x="39081" y="113844"/>
                    <a:pt x="31841" y="109486"/>
                  </a:cubicBezTo>
                  <a:lnTo>
                    <a:pt x="0" y="90499"/>
                  </a:lnTo>
                  <a:lnTo>
                    <a:pt x="9752" y="74099"/>
                  </a:lnTo>
                  <a:lnTo>
                    <a:pt x="39302" y="91755"/>
                  </a:lnTo>
                  <a:cubicBezTo>
                    <a:pt x="42849" y="93824"/>
                    <a:pt x="46099" y="94562"/>
                    <a:pt x="49128" y="93898"/>
                  </a:cubicBezTo>
                  <a:cubicBezTo>
                    <a:pt x="52157" y="93233"/>
                    <a:pt x="54595" y="91238"/>
                    <a:pt x="56516" y="88061"/>
                  </a:cubicBezTo>
                  <a:cubicBezTo>
                    <a:pt x="58437" y="84811"/>
                    <a:pt x="58954" y="81708"/>
                    <a:pt x="58141" y="78753"/>
                  </a:cubicBezTo>
                  <a:cubicBezTo>
                    <a:pt x="57328" y="75798"/>
                    <a:pt x="55112" y="73212"/>
                    <a:pt x="51640" y="71143"/>
                  </a:cubicBezTo>
                  <a:lnTo>
                    <a:pt x="22089" y="53487"/>
                  </a:lnTo>
                  <a:lnTo>
                    <a:pt x="31915" y="37086"/>
                  </a:lnTo>
                  <a:lnTo>
                    <a:pt x="61465" y="54743"/>
                  </a:lnTo>
                  <a:cubicBezTo>
                    <a:pt x="65012" y="56811"/>
                    <a:pt x="68262" y="57550"/>
                    <a:pt x="71291" y="56885"/>
                  </a:cubicBezTo>
                  <a:cubicBezTo>
                    <a:pt x="74320" y="56220"/>
                    <a:pt x="76758" y="54226"/>
                    <a:pt x="78679" y="51049"/>
                  </a:cubicBezTo>
                  <a:cubicBezTo>
                    <a:pt x="80600" y="47798"/>
                    <a:pt x="81117" y="44769"/>
                    <a:pt x="80304" y="41741"/>
                  </a:cubicBezTo>
                  <a:cubicBezTo>
                    <a:pt x="79491" y="38785"/>
                    <a:pt x="77275" y="36200"/>
                    <a:pt x="73803" y="34131"/>
                  </a:cubicBezTo>
                  <a:lnTo>
                    <a:pt x="44252" y="16475"/>
                  </a:lnTo>
                  <a:lnTo>
                    <a:pt x="54078" y="0"/>
                  </a:lnTo>
                  <a:lnTo>
                    <a:pt x="108525" y="32506"/>
                  </a:lnTo>
                  <a:lnTo>
                    <a:pt x="98699" y="48980"/>
                  </a:lnTo>
                  <a:lnTo>
                    <a:pt x="91903" y="44917"/>
                  </a:lnTo>
                  <a:cubicBezTo>
                    <a:pt x="93159" y="47946"/>
                    <a:pt x="93676" y="51197"/>
                    <a:pt x="93380" y="54743"/>
                  </a:cubicBezTo>
                  <a:cubicBezTo>
                    <a:pt x="93085" y="58215"/>
                    <a:pt x="91977" y="61687"/>
                    <a:pt x="89908" y="65086"/>
                  </a:cubicBezTo>
                  <a:cubicBezTo>
                    <a:pt x="87470" y="69149"/>
                    <a:pt x="84441" y="72252"/>
                    <a:pt x="80821" y="74394"/>
                  </a:cubicBezTo>
                  <a:cubicBezTo>
                    <a:pt x="77201" y="76536"/>
                    <a:pt x="73138" y="77497"/>
                    <a:pt x="68853" y="77423"/>
                  </a:cubicBezTo>
                  <a:cubicBezTo>
                    <a:pt x="70700" y="81043"/>
                    <a:pt x="71660" y="85032"/>
                    <a:pt x="71660" y="89391"/>
                  </a:cubicBezTo>
                  <a:cubicBezTo>
                    <a:pt x="71660" y="93750"/>
                    <a:pt x="70478" y="97813"/>
                    <a:pt x="68188" y="101581"/>
                  </a:cubicBezTo>
                  <a:cubicBezTo>
                    <a:pt x="64199" y="108304"/>
                    <a:pt x="58954" y="112367"/>
                    <a:pt x="52526" y="113918"/>
                  </a:cubicBezTo>
                  <a:close/>
                </a:path>
              </a:pathLst>
            </a:custGeom>
            <a:solidFill>
              <a:srgbClr val="F6B028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46" name="Freeform: Shape 1081">
              <a:extLst>
                <a:ext uri="{FF2B5EF4-FFF2-40B4-BE49-F238E27FC236}">
                  <a16:creationId xmlns:a16="http://schemas.microsoft.com/office/drawing/2014/main" id="{3F617447-AE00-F4CA-6BBA-DAD8B0D2BAD1}"/>
                </a:ext>
              </a:extLst>
            </p:cNvPr>
            <p:cNvSpPr/>
            <p:nvPr/>
          </p:nvSpPr>
          <p:spPr>
            <a:xfrm>
              <a:off x="12047235" y="7908697"/>
              <a:ext cx="65843" cy="65711"/>
            </a:xfrm>
            <a:custGeom>
              <a:avLst/>
              <a:gdLst>
                <a:gd name="connsiteX0" fmla="*/ 9213 w 65843"/>
                <a:gd name="connsiteY0" fmla="*/ 53368 h 65711"/>
                <a:gd name="connsiteX1" fmla="*/ 37435 w 65843"/>
                <a:gd name="connsiteY1" fmla="*/ 20271 h 65711"/>
                <a:gd name="connsiteX2" fmla="*/ 28126 w 65843"/>
                <a:gd name="connsiteY2" fmla="*/ 17242 h 65711"/>
                <a:gd name="connsiteX3" fmla="*/ 20443 w 65843"/>
                <a:gd name="connsiteY3" fmla="*/ 21379 h 65711"/>
                <a:gd name="connsiteX4" fmla="*/ 18596 w 65843"/>
                <a:gd name="connsiteY4" fmla="*/ 32978 h 65711"/>
                <a:gd name="connsiteX5" fmla="*/ 5298 w 65843"/>
                <a:gd name="connsiteY5" fmla="*/ 48566 h 65711"/>
                <a:gd name="connsiteX6" fmla="*/ 422 w 65843"/>
                <a:gd name="connsiteY6" fmla="*/ 36967 h 65711"/>
                <a:gd name="connsiteX7" fmla="*/ 1161 w 65843"/>
                <a:gd name="connsiteY7" fmla="*/ 24038 h 65711"/>
                <a:gd name="connsiteX8" fmla="*/ 7958 w 65843"/>
                <a:gd name="connsiteY8" fmla="*/ 11701 h 65711"/>
                <a:gd name="connsiteX9" fmla="*/ 21625 w 65843"/>
                <a:gd name="connsiteY9" fmla="*/ 1801 h 65711"/>
                <a:gd name="connsiteX10" fmla="*/ 37582 w 65843"/>
                <a:gd name="connsiteY10" fmla="*/ 620 h 65711"/>
                <a:gd name="connsiteX11" fmla="*/ 53318 w 65843"/>
                <a:gd name="connsiteY11" fmla="*/ 8746 h 65711"/>
                <a:gd name="connsiteX12" fmla="*/ 63882 w 65843"/>
                <a:gd name="connsiteY12" fmla="*/ 23004 h 65711"/>
                <a:gd name="connsiteX13" fmla="*/ 65286 w 65843"/>
                <a:gd name="connsiteY13" fmla="*/ 38888 h 65711"/>
                <a:gd name="connsiteX14" fmla="*/ 57603 w 65843"/>
                <a:gd name="connsiteY14" fmla="*/ 54032 h 65711"/>
                <a:gd name="connsiteX15" fmla="*/ 44157 w 65843"/>
                <a:gd name="connsiteY15" fmla="*/ 63858 h 65711"/>
                <a:gd name="connsiteX16" fmla="*/ 28569 w 65843"/>
                <a:gd name="connsiteY16" fmla="*/ 65114 h 65711"/>
                <a:gd name="connsiteX17" fmla="*/ 13277 w 65843"/>
                <a:gd name="connsiteY17" fmla="*/ 57283 h 65711"/>
                <a:gd name="connsiteX18" fmla="*/ 9140 w 65843"/>
                <a:gd name="connsiteY18" fmla="*/ 53368 h 65711"/>
                <a:gd name="connsiteX19" fmla="*/ 29973 w 65843"/>
                <a:gd name="connsiteY19" fmla="*/ 45684 h 65711"/>
                <a:gd name="connsiteX20" fmla="*/ 38247 w 65843"/>
                <a:gd name="connsiteY20" fmla="*/ 48270 h 65711"/>
                <a:gd name="connsiteX21" fmla="*/ 45930 w 65843"/>
                <a:gd name="connsiteY21" fmla="*/ 43764 h 65711"/>
                <a:gd name="connsiteX22" fmla="*/ 49033 w 65843"/>
                <a:gd name="connsiteY22" fmla="*/ 35711 h 65711"/>
                <a:gd name="connsiteX23" fmla="*/ 45561 w 65843"/>
                <a:gd name="connsiteY23" fmla="*/ 27363 h 65711"/>
                <a:gd name="connsiteX24" fmla="*/ 29973 w 65843"/>
                <a:gd name="connsiteY24" fmla="*/ 45684 h 65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5843" h="65711">
                  <a:moveTo>
                    <a:pt x="9213" y="53368"/>
                  </a:moveTo>
                  <a:lnTo>
                    <a:pt x="37435" y="20271"/>
                  </a:lnTo>
                  <a:cubicBezTo>
                    <a:pt x="34258" y="17907"/>
                    <a:pt x="31155" y="16946"/>
                    <a:pt x="28126" y="17242"/>
                  </a:cubicBezTo>
                  <a:cubicBezTo>
                    <a:pt x="25097" y="17537"/>
                    <a:pt x="22585" y="18941"/>
                    <a:pt x="20443" y="21379"/>
                  </a:cubicBezTo>
                  <a:cubicBezTo>
                    <a:pt x="17340" y="24999"/>
                    <a:pt x="16749" y="28914"/>
                    <a:pt x="18596" y="32978"/>
                  </a:cubicBezTo>
                  <a:lnTo>
                    <a:pt x="5298" y="48566"/>
                  </a:lnTo>
                  <a:cubicBezTo>
                    <a:pt x="2786" y="45093"/>
                    <a:pt x="1161" y="41178"/>
                    <a:pt x="422" y="36967"/>
                  </a:cubicBezTo>
                  <a:cubicBezTo>
                    <a:pt x="-317" y="32682"/>
                    <a:pt x="-95" y="28397"/>
                    <a:pt x="1161" y="24038"/>
                  </a:cubicBezTo>
                  <a:cubicBezTo>
                    <a:pt x="2417" y="19680"/>
                    <a:pt x="4633" y="15543"/>
                    <a:pt x="7958" y="11701"/>
                  </a:cubicBezTo>
                  <a:cubicBezTo>
                    <a:pt x="11947" y="7047"/>
                    <a:pt x="16527" y="3722"/>
                    <a:pt x="21625" y="1801"/>
                  </a:cubicBezTo>
                  <a:cubicBezTo>
                    <a:pt x="26796" y="-119"/>
                    <a:pt x="32041" y="-489"/>
                    <a:pt x="37582" y="620"/>
                  </a:cubicBezTo>
                  <a:cubicBezTo>
                    <a:pt x="43123" y="1728"/>
                    <a:pt x="48368" y="4461"/>
                    <a:pt x="53318" y="8746"/>
                  </a:cubicBezTo>
                  <a:cubicBezTo>
                    <a:pt x="58342" y="13031"/>
                    <a:pt x="61814" y="17759"/>
                    <a:pt x="63882" y="23004"/>
                  </a:cubicBezTo>
                  <a:cubicBezTo>
                    <a:pt x="65951" y="28249"/>
                    <a:pt x="66320" y="33495"/>
                    <a:pt x="65286" y="38888"/>
                  </a:cubicBezTo>
                  <a:cubicBezTo>
                    <a:pt x="64178" y="44281"/>
                    <a:pt x="61592" y="49304"/>
                    <a:pt x="57603" y="54032"/>
                  </a:cubicBezTo>
                  <a:cubicBezTo>
                    <a:pt x="53614" y="58613"/>
                    <a:pt x="49181" y="61937"/>
                    <a:pt x="44157" y="63858"/>
                  </a:cubicBezTo>
                  <a:cubicBezTo>
                    <a:pt x="39134" y="65779"/>
                    <a:pt x="33962" y="66222"/>
                    <a:pt x="28569" y="65114"/>
                  </a:cubicBezTo>
                  <a:cubicBezTo>
                    <a:pt x="23176" y="64006"/>
                    <a:pt x="18153" y="61420"/>
                    <a:pt x="13277" y="57283"/>
                  </a:cubicBezTo>
                  <a:cubicBezTo>
                    <a:pt x="11873" y="56101"/>
                    <a:pt x="10543" y="54771"/>
                    <a:pt x="9140" y="53368"/>
                  </a:cubicBezTo>
                  <a:close/>
                  <a:moveTo>
                    <a:pt x="29973" y="45684"/>
                  </a:moveTo>
                  <a:cubicBezTo>
                    <a:pt x="32485" y="47827"/>
                    <a:pt x="35218" y="48713"/>
                    <a:pt x="38247" y="48270"/>
                  </a:cubicBezTo>
                  <a:cubicBezTo>
                    <a:pt x="41202" y="47827"/>
                    <a:pt x="43788" y="46349"/>
                    <a:pt x="45930" y="43764"/>
                  </a:cubicBezTo>
                  <a:cubicBezTo>
                    <a:pt x="47999" y="41326"/>
                    <a:pt x="49033" y="38666"/>
                    <a:pt x="49033" y="35711"/>
                  </a:cubicBezTo>
                  <a:cubicBezTo>
                    <a:pt x="49033" y="32756"/>
                    <a:pt x="47851" y="30023"/>
                    <a:pt x="45561" y="27363"/>
                  </a:cubicBezTo>
                  <a:lnTo>
                    <a:pt x="29973" y="45684"/>
                  </a:lnTo>
                  <a:close/>
                </a:path>
              </a:pathLst>
            </a:custGeom>
            <a:solidFill>
              <a:srgbClr val="F6B028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47" name="Freeform: Shape 1082">
              <a:extLst>
                <a:ext uri="{FF2B5EF4-FFF2-40B4-BE49-F238E27FC236}">
                  <a16:creationId xmlns:a16="http://schemas.microsoft.com/office/drawing/2014/main" id="{9BBE3DE1-BEAC-08C4-A182-DFDDF0988BF2}"/>
                </a:ext>
              </a:extLst>
            </p:cNvPr>
            <p:cNvSpPr/>
            <p:nvPr/>
          </p:nvSpPr>
          <p:spPr>
            <a:xfrm>
              <a:off x="11983975" y="7950319"/>
              <a:ext cx="88726" cy="79831"/>
            </a:xfrm>
            <a:custGeom>
              <a:avLst/>
              <a:gdLst>
                <a:gd name="connsiteX0" fmla="*/ 42996 w 88726"/>
                <a:gd name="connsiteY0" fmla="*/ 79565 h 79831"/>
                <a:gd name="connsiteX1" fmla="*/ 24823 w 88726"/>
                <a:gd name="connsiteY1" fmla="*/ 69297 h 79831"/>
                <a:gd name="connsiteX2" fmla="*/ 0 w 88726"/>
                <a:gd name="connsiteY2" fmla="*/ 41814 h 79831"/>
                <a:gd name="connsiteX3" fmla="*/ 14184 w 88726"/>
                <a:gd name="connsiteY3" fmla="*/ 29034 h 79831"/>
                <a:gd name="connsiteX4" fmla="*/ 37234 w 88726"/>
                <a:gd name="connsiteY4" fmla="*/ 54595 h 79831"/>
                <a:gd name="connsiteX5" fmla="*/ 46247 w 88726"/>
                <a:gd name="connsiteY5" fmla="*/ 59766 h 79831"/>
                <a:gd name="connsiteX6" fmla="*/ 55112 w 88726"/>
                <a:gd name="connsiteY6" fmla="*/ 56516 h 79831"/>
                <a:gd name="connsiteX7" fmla="*/ 59249 w 88726"/>
                <a:gd name="connsiteY7" fmla="*/ 48020 h 79831"/>
                <a:gd name="connsiteX8" fmla="*/ 55038 w 88726"/>
                <a:gd name="connsiteY8" fmla="*/ 38490 h 79831"/>
                <a:gd name="connsiteX9" fmla="*/ 31915 w 88726"/>
                <a:gd name="connsiteY9" fmla="*/ 12928 h 79831"/>
                <a:gd name="connsiteX10" fmla="*/ 46173 w 88726"/>
                <a:gd name="connsiteY10" fmla="*/ 0 h 79831"/>
                <a:gd name="connsiteX11" fmla="*/ 88726 w 88726"/>
                <a:gd name="connsiteY11" fmla="*/ 47060 h 79831"/>
                <a:gd name="connsiteX12" fmla="*/ 74468 w 88726"/>
                <a:gd name="connsiteY12" fmla="*/ 59988 h 79831"/>
                <a:gd name="connsiteX13" fmla="*/ 68853 w 88726"/>
                <a:gd name="connsiteY13" fmla="*/ 53782 h 79831"/>
                <a:gd name="connsiteX14" fmla="*/ 67450 w 88726"/>
                <a:gd name="connsiteY14" fmla="*/ 63977 h 79831"/>
                <a:gd name="connsiteX15" fmla="*/ 60801 w 88726"/>
                <a:gd name="connsiteY15" fmla="*/ 73286 h 79831"/>
                <a:gd name="connsiteX16" fmla="*/ 42922 w 88726"/>
                <a:gd name="connsiteY16" fmla="*/ 79713 h 79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8726" h="79831">
                  <a:moveTo>
                    <a:pt x="42996" y="79565"/>
                  </a:moveTo>
                  <a:cubicBezTo>
                    <a:pt x="36495" y="78901"/>
                    <a:pt x="30437" y="75502"/>
                    <a:pt x="24823" y="69297"/>
                  </a:cubicBezTo>
                  <a:lnTo>
                    <a:pt x="0" y="41814"/>
                  </a:lnTo>
                  <a:lnTo>
                    <a:pt x="14184" y="29034"/>
                  </a:lnTo>
                  <a:lnTo>
                    <a:pt x="37234" y="54595"/>
                  </a:lnTo>
                  <a:cubicBezTo>
                    <a:pt x="40115" y="57772"/>
                    <a:pt x="43070" y="59471"/>
                    <a:pt x="46247" y="59766"/>
                  </a:cubicBezTo>
                  <a:cubicBezTo>
                    <a:pt x="49424" y="60062"/>
                    <a:pt x="52379" y="58954"/>
                    <a:pt x="55112" y="56516"/>
                  </a:cubicBezTo>
                  <a:cubicBezTo>
                    <a:pt x="57846" y="54078"/>
                    <a:pt x="59175" y="51197"/>
                    <a:pt x="59249" y="48020"/>
                  </a:cubicBezTo>
                  <a:cubicBezTo>
                    <a:pt x="59249" y="44843"/>
                    <a:pt x="57846" y="41667"/>
                    <a:pt x="55038" y="38490"/>
                  </a:cubicBezTo>
                  <a:lnTo>
                    <a:pt x="31915" y="12928"/>
                  </a:lnTo>
                  <a:lnTo>
                    <a:pt x="46173" y="0"/>
                  </a:lnTo>
                  <a:lnTo>
                    <a:pt x="88726" y="47060"/>
                  </a:lnTo>
                  <a:lnTo>
                    <a:pt x="74468" y="59988"/>
                  </a:lnTo>
                  <a:lnTo>
                    <a:pt x="68853" y="53782"/>
                  </a:lnTo>
                  <a:cubicBezTo>
                    <a:pt x="69297" y="57181"/>
                    <a:pt x="68853" y="60579"/>
                    <a:pt x="67450" y="63977"/>
                  </a:cubicBezTo>
                  <a:cubicBezTo>
                    <a:pt x="66120" y="67376"/>
                    <a:pt x="63903" y="70479"/>
                    <a:pt x="60801" y="73286"/>
                  </a:cubicBezTo>
                  <a:cubicBezTo>
                    <a:pt x="55334" y="78236"/>
                    <a:pt x="49424" y="80378"/>
                    <a:pt x="42922" y="79713"/>
                  </a:cubicBezTo>
                  <a:close/>
                </a:path>
              </a:pathLst>
            </a:custGeom>
            <a:solidFill>
              <a:srgbClr val="F6B028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48" name="Freeform: Shape 1083">
              <a:extLst>
                <a:ext uri="{FF2B5EF4-FFF2-40B4-BE49-F238E27FC236}">
                  <a16:creationId xmlns:a16="http://schemas.microsoft.com/office/drawing/2014/main" id="{5DF527E3-1153-EE08-4D8B-9EB12392ADBC}"/>
                </a:ext>
              </a:extLst>
            </p:cNvPr>
            <p:cNvSpPr/>
            <p:nvPr/>
          </p:nvSpPr>
          <p:spPr>
            <a:xfrm>
              <a:off x="11946372" y="8007931"/>
              <a:ext cx="72251" cy="67460"/>
            </a:xfrm>
            <a:custGeom>
              <a:avLst/>
              <a:gdLst>
                <a:gd name="connsiteX0" fmla="*/ 9752 w 72251"/>
                <a:gd name="connsiteY0" fmla="*/ 24538 h 67460"/>
                <a:gd name="connsiteX1" fmla="*/ 0 w 72251"/>
                <a:gd name="connsiteY1" fmla="*/ 11240 h 67460"/>
                <a:gd name="connsiteX2" fmla="*/ 7905 w 72251"/>
                <a:gd name="connsiteY2" fmla="*/ 5478 h 67460"/>
                <a:gd name="connsiteX3" fmla="*/ 24158 w 72251"/>
                <a:gd name="connsiteY3" fmla="*/ 85 h 67460"/>
                <a:gd name="connsiteX4" fmla="*/ 38859 w 72251"/>
                <a:gd name="connsiteY4" fmla="*/ 10280 h 67460"/>
                <a:gd name="connsiteX5" fmla="*/ 53708 w 72251"/>
                <a:gd name="connsiteY5" fmla="*/ 30670 h 67460"/>
                <a:gd name="connsiteX6" fmla="*/ 59840 w 72251"/>
                <a:gd name="connsiteY6" fmla="*/ 26164 h 67460"/>
                <a:gd name="connsiteX7" fmla="*/ 69370 w 72251"/>
                <a:gd name="connsiteY7" fmla="*/ 39166 h 67460"/>
                <a:gd name="connsiteX8" fmla="*/ 63165 w 72251"/>
                <a:gd name="connsiteY8" fmla="*/ 43672 h 67460"/>
                <a:gd name="connsiteX9" fmla="*/ 72252 w 72251"/>
                <a:gd name="connsiteY9" fmla="*/ 56158 h 67460"/>
                <a:gd name="connsiteX10" fmla="*/ 56737 w 72251"/>
                <a:gd name="connsiteY10" fmla="*/ 67461 h 67460"/>
                <a:gd name="connsiteX11" fmla="*/ 47650 w 72251"/>
                <a:gd name="connsiteY11" fmla="*/ 54976 h 67460"/>
                <a:gd name="connsiteX12" fmla="*/ 37456 w 72251"/>
                <a:gd name="connsiteY12" fmla="*/ 62437 h 67460"/>
                <a:gd name="connsiteX13" fmla="*/ 27925 w 72251"/>
                <a:gd name="connsiteY13" fmla="*/ 49435 h 67460"/>
                <a:gd name="connsiteX14" fmla="*/ 38121 w 72251"/>
                <a:gd name="connsiteY14" fmla="*/ 41973 h 67460"/>
                <a:gd name="connsiteX15" fmla="*/ 23124 w 72251"/>
                <a:gd name="connsiteY15" fmla="*/ 21435 h 67460"/>
                <a:gd name="connsiteX16" fmla="*/ 19651 w 72251"/>
                <a:gd name="connsiteY16" fmla="*/ 18924 h 67460"/>
                <a:gd name="connsiteX17" fmla="*/ 15293 w 72251"/>
                <a:gd name="connsiteY17" fmla="*/ 20549 h 67460"/>
                <a:gd name="connsiteX18" fmla="*/ 9752 w 72251"/>
                <a:gd name="connsiteY18" fmla="*/ 24612 h 67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2251" h="67460">
                  <a:moveTo>
                    <a:pt x="9752" y="24538"/>
                  </a:moveTo>
                  <a:lnTo>
                    <a:pt x="0" y="11240"/>
                  </a:lnTo>
                  <a:lnTo>
                    <a:pt x="7905" y="5478"/>
                  </a:lnTo>
                  <a:cubicBezTo>
                    <a:pt x="13519" y="1415"/>
                    <a:pt x="18912" y="-432"/>
                    <a:pt x="24158" y="85"/>
                  </a:cubicBezTo>
                  <a:cubicBezTo>
                    <a:pt x="29329" y="602"/>
                    <a:pt x="34205" y="3927"/>
                    <a:pt x="38859" y="10280"/>
                  </a:cubicBezTo>
                  <a:lnTo>
                    <a:pt x="53708" y="30670"/>
                  </a:lnTo>
                  <a:lnTo>
                    <a:pt x="59840" y="26164"/>
                  </a:lnTo>
                  <a:lnTo>
                    <a:pt x="69370" y="39166"/>
                  </a:lnTo>
                  <a:lnTo>
                    <a:pt x="63165" y="43672"/>
                  </a:lnTo>
                  <a:lnTo>
                    <a:pt x="72252" y="56158"/>
                  </a:lnTo>
                  <a:lnTo>
                    <a:pt x="56737" y="67461"/>
                  </a:lnTo>
                  <a:lnTo>
                    <a:pt x="47650" y="54976"/>
                  </a:lnTo>
                  <a:lnTo>
                    <a:pt x="37456" y="62437"/>
                  </a:lnTo>
                  <a:lnTo>
                    <a:pt x="27925" y="49435"/>
                  </a:lnTo>
                  <a:lnTo>
                    <a:pt x="38121" y="41973"/>
                  </a:lnTo>
                  <a:lnTo>
                    <a:pt x="23124" y="21435"/>
                  </a:lnTo>
                  <a:cubicBezTo>
                    <a:pt x="22015" y="19884"/>
                    <a:pt x="20833" y="19071"/>
                    <a:pt x="19651" y="18924"/>
                  </a:cubicBezTo>
                  <a:cubicBezTo>
                    <a:pt x="18469" y="18776"/>
                    <a:pt x="16992" y="19367"/>
                    <a:pt x="15293" y="20549"/>
                  </a:cubicBezTo>
                  <a:lnTo>
                    <a:pt x="9752" y="24612"/>
                  </a:lnTo>
                  <a:close/>
                </a:path>
              </a:pathLst>
            </a:custGeom>
            <a:solidFill>
              <a:srgbClr val="F6B028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grpSp>
        <p:nvGrpSpPr>
          <p:cNvPr id="99" name="Graphic 369">
            <a:extLst>
              <a:ext uri="{FF2B5EF4-FFF2-40B4-BE49-F238E27FC236}">
                <a16:creationId xmlns:a16="http://schemas.microsoft.com/office/drawing/2014/main" id="{33D7C2FB-681E-73F1-A313-36A859D6405F}"/>
              </a:ext>
            </a:extLst>
          </p:cNvPr>
          <p:cNvGrpSpPr/>
          <p:nvPr/>
        </p:nvGrpSpPr>
        <p:grpSpPr>
          <a:xfrm>
            <a:off x="8312974" y="5386188"/>
            <a:ext cx="1649754" cy="482112"/>
            <a:chOff x="10457014" y="8578198"/>
            <a:chExt cx="991058" cy="291148"/>
          </a:xfrm>
          <a:solidFill>
            <a:srgbClr val="5259F1"/>
          </a:solidFill>
        </p:grpSpPr>
        <p:sp>
          <p:nvSpPr>
            <p:cNvPr id="117" name="Freeform: Shape 1050">
              <a:extLst>
                <a:ext uri="{FF2B5EF4-FFF2-40B4-BE49-F238E27FC236}">
                  <a16:creationId xmlns:a16="http://schemas.microsoft.com/office/drawing/2014/main" id="{0486F4A8-F2DB-FEA3-C24D-622657C7A0FB}"/>
                </a:ext>
              </a:extLst>
            </p:cNvPr>
            <p:cNvSpPr/>
            <p:nvPr/>
          </p:nvSpPr>
          <p:spPr>
            <a:xfrm>
              <a:off x="10457014" y="8590831"/>
              <a:ext cx="71734" cy="86731"/>
            </a:xfrm>
            <a:custGeom>
              <a:avLst/>
              <a:gdLst>
                <a:gd name="connsiteX0" fmla="*/ 24084 w 71734"/>
                <a:gd name="connsiteY0" fmla="*/ 58067 h 86731"/>
                <a:gd name="connsiteX1" fmla="*/ 41149 w 71734"/>
                <a:gd name="connsiteY1" fmla="*/ 76610 h 86731"/>
                <a:gd name="connsiteX2" fmla="*/ 30068 w 71734"/>
                <a:gd name="connsiteY2" fmla="*/ 86731 h 86731"/>
                <a:gd name="connsiteX3" fmla="*/ 0 w 71734"/>
                <a:gd name="connsiteY3" fmla="*/ 54004 h 86731"/>
                <a:gd name="connsiteX4" fmla="*/ 58732 w 71734"/>
                <a:gd name="connsiteY4" fmla="*/ 0 h 86731"/>
                <a:gd name="connsiteX5" fmla="*/ 71734 w 71734"/>
                <a:gd name="connsiteY5" fmla="*/ 14184 h 86731"/>
                <a:gd name="connsiteX6" fmla="*/ 24010 w 71734"/>
                <a:gd name="connsiteY6" fmla="*/ 57993 h 86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734" h="86731">
                  <a:moveTo>
                    <a:pt x="24084" y="58067"/>
                  </a:moveTo>
                  <a:lnTo>
                    <a:pt x="41149" y="76610"/>
                  </a:lnTo>
                  <a:lnTo>
                    <a:pt x="30068" y="86731"/>
                  </a:lnTo>
                  <a:lnTo>
                    <a:pt x="0" y="54004"/>
                  </a:lnTo>
                  <a:lnTo>
                    <a:pt x="58732" y="0"/>
                  </a:lnTo>
                  <a:lnTo>
                    <a:pt x="71734" y="14184"/>
                  </a:lnTo>
                  <a:lnTo>
                    <a:pt x="24010" y="57993"/>
                  </a:lnTo>
                  <a:close/>
                </a:path>
              </a:pathLst>
            </a:custGeom>
            <a:solidFill>
              <a:srgbClr val="00B075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18" name="Freeform: Shape 1051">
              <a:extLst>
                <a:ext uri="{FF2B5EF4-FFF2-40B4-BE49-F238E27FC236}">
                  <a16:creationId xmlns:a16="http://schemas.microsoft.com/office/drawing/2014/main" id="{1B3A446C-0AC8-50C9-9553-2777D47C2ECB}"/>
                </a:ext>
              </a:extLst>
            </p:cNvPr>
            <p:cNvSpPr/>
            <p:nvPr/>
          </p:nvSpPr>
          <p:spPr>
            <a:xfrm>
              <a:off x="10497425" y="8623854"/>
              <a:ext cx="73169" cy="76462"/>
            </a:xfrm>
            <a:custGeom>
              <a:avLst/>
              <a:gdLst>
                <a:gd name="connsiteX0" fmla="*/ 57328 w 73169"/>
                <a:gd name="connsiteY0" fmla="*/ 30142 h 76462"/>
                <a:gd name="connsiteX1" fmla="*/ 14037 w 73169"/>
                <a:gd name="connsiteY1" fmla="*/ 76463 h 76462"/>
                <a:gd name="connsiteX2" fmla="*/ 0 w 73169"/>
                <a:gd name="connsiteY2" fmla="*/ 63313 h 76462"/>
                <a:gd name="connsiteX3" fmla="*/ 43292 w 73169"/>
                <a:gd name="connsiteY3" fmla="*/ 16992 h 76462"/>
                <a:gd name="connsiteX4" fmla="*/ 57328 w 73169"/>
                <a:gd name="connsiteY4" fmla="*/ 30142 h 76462"/>
                <a:gd name="connsiteX5" fmla="*/ 50901 w 73169"/>
                <a:gd name="connsiteY5" fmla="*/ 10934 h 76462"/>
                <a:gd name="connsiteX6" fmla="*/ 53635 w 73169"/>
                <a:gd name="connsiteY6" fmla="*/ 3324 h 76462"/>
                <a:gd name="connsiteX7" fmla="*/ 61096 w 73169"/>
                <a:gd name="connsiteY7" fmla="*/ 0 h 76462"/>
                <a:gd name="connsiteX8" fmla="*/ 69223 w 73169"/>
                <a:gd name="connsiteY8" fmla="*/ 3472 h 76462"/>
                <a:gd name="connsiteX9" fmla="*/ 73138 w 73169"/>
                <a:gd name="connsiteY9" fmla="*/ 11229 h 76462"/>
                <a:gd name="connsiteX10" fmla="*/ 70331 w 73169"/>
                <a:gd name="connsiteY10" fmla="*/ 18912 h 76462"/>
                <a:gd name="connsiteX11" fmla="*/ 62943 w 73169"/>
                <a:gd name="connsiteY11" fmla="*/ 22163 h 76462"/>
                <a:gd name="connsiteX12" fmla="*/ 54964 w 73169"/>
                <a:gd name="connsiteY12" fmla="*/ 18765 h 76462"/>
                <a:gd name="connsiteX13" fmla="*/ 50975 w 73169"/>
                <a:gd name="connsiteY13" fmla="*/ 10934 h 76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3169" h="76462">
                  <a:moveTo>
                    <a:pt x="57328" y="30142"/>
                  </a:moveTo>
                  <a:lnTo>
                    <a:pt x="14037" y="76463"/>
                  </a:lnTo>
                  <a:lnTo>
                    <a:pt x="0" y="63313"/>
                  </a:lnTo>
                  <a:lnTo>
                    <a:pt x="43292" y="16992"/>
                  </a:lnTo>
                  <a:lnTo>
                    <a:pt x="57328" y="30142"/>
                  </a:lnTo>
                  <a:close/>
                  <a:moveTo>
                    <a:pt x="50901" y="10934"/>
                  </a:moveTo>
                  <a:cubicBezTo>
                    <a:pt x="50680" y="7979"/>
                    <a:pt x="51640" y="5467"/>
                    <a:pt x="53635" y="3324"/>
                  </a:cubicBezTo>
                  <a:cubicBezTo>
                    <a:pt x="55703" y="1108"/>
                    <a:pt x="58215" y="0"/>
                    <a:pt x="61096" y="0"/>
                  </a:cubicBezTo>
                  <a:cubicBezTo>
                    <a:pt x="64051" y="0"/>
                    <a:pt x="66711" y="1108"/>
                    <a:pt x="69223" y="3472"/>
                  </a:cubicBezTo>
                  <a:cubicBezTo>
                    <a:pt x="71661" y="5688"/>
                    <a:pt x="72917" y="8348"/>
                    <a:pt x="73138" y="11229"/>
                  </a:cubicBezTo>
                  <a:cubicBezTo>
                    <a:pt x="73360" y="14184"/>
                    <a:pt x="72399" y="16696"/>
                    <a:pt x="70331" y="18912"/>
                  </a:cubicBezTo>
                  <a:cubicBezTo>
                    <a:pt x="68336" y="21055"/>
                    <a:pt x="65824" y="22163"/>
                    <a:pt x="62943" y="22163"/>
                  </a:cubicBezTo>
                  <a:cubicBezTo>
                    <a:pt x="59988" y="22163"/>
                    <a:pt x="57328" y="21055"/>
                    <a:pt x="54964" y="18765"/>
                  </a:cubicBezTo>
                  <a:cubicBezTo>
                    <a:pt x="52526" y="16474"/>
                    <a:pt x="51197" y="13815"/>
                    <a:pt x="50975" y="10934"/>
                  </a:cubicBezTo>
                  <a:close/>
                </a:path>
              </a:pathLst>
            </a:custGeom>
            <a:solidFill>
              <a:srgbClr val="00B075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19" name="Freeform: Shape 1052">
              <a:extLst>
                <a:ext uri="{FF2B5EF4-FFF2-40B4-BE49-F238E27FC236}">
                  <a16:creationId xmlns:a16="http://schemas.microsoft.com/office/drawing/2014/main" id="{7FDAB38E-A3F6-B58B-35AB-463AB302112C}"/>
                </a:ext>
              </a:extLst>
            </p:cNvPr>
            <p:cNvSpPr/>
            <p:nvPr/>
          </p:nvSpPr>
          <p:spPr>
            <a:xfrm>
              <a:off x="10526385" y="8653455"/>
              <a:ext cx="79122" cy="72201"/>
            </a:xfrm>
            <a:custGeom>
              <a:avLst/>
              <a:gdLst>
                <a:gd name="connsiteX0" fmla="*/ 52822 w 79122"/>
                <a:gd name="connsiteY0" fmla="*/ 42207 h 72201"/>
                <a:gd name="connsiteX1" fmla="*/ 44843 w 79122"/>
                <a:gd name="connsiteY1" fmla="*/ 35632 h 72201"/>
                <a:gd name="connsiteX2" fmla="*/ 14849 w 79122"/>
                <a:gd name="connsiteY2" fmla="*/ 72201 h 72201"/>
                <a:gd name="connsiteX3" fmla="*/ 0 w 79122"/>
                <a:gd name="connsiteY3" fmla="*/ 60012 h 72201"/>
                <a:gd name="connsiteX4" fmla="*/ 29994 w 79122"/>
                <a:gd name="connsiteY4" fmla="*/ 23442 h 72201"/>
                <a:gd name="connsiteX5" fmla="*/ 24601 w 79122"/>
                <a:gd name="connsiteY5" fmla="*/ 19010 h 72201"/>
                <a:gd name="connsiteX6" fmla="*/ 34870 w 79122"/>
                <a:gd name="connsiteY6" fmla="*/ 6524 h 72201"/>
                <a:gd name="connsiteX7" fmla="*/ 40263 w 79122"/>
                <a:gd name="connsiteY7" fmla="*/ 10957 h 72201"/>
                <a:gd name="connsiteX8" fmla="*/ 41445 w 79122"/>
                <a:gd name="connsiteY8" fmla="*/ 9553 h 72201"/>
                <a:gd name="connsiteX9" fmla="*/ 57846 w 79122"/>
                <a:gd name="connsiteY9" fmla="*/ 23 h 72201"/>
                <a:gd name="connsiteX10" fmla="*/ 76758 w 79122"/>
                <a:gd name="connsiteY10" fmla="*/ 7707 h 72201"/>
                <a:gd name="connsiteX11" fmla="*/ 79122 w 79122"/>
                <a:gd name="connsiteY11" fmla="*/ 9775 h 72201"/>
                <a:gd name="connsiteX12" fmla="*/ 68632 w 79122"/>
                <a:gd name="connsiteY12" fmla="*/ 22482 h 72201"/>
                <a:gd name="connsiteX13" fmla="*/ 61613 w 79122"/>
                <a:gd name="connsiteY13" fmla="*/ 18788 h 72201"/>
                <a:gd name="connsiteX14" fmla="*/ 55482 w 79122"/>
                <a:gd name="connsiteY14" fmla="*/ 22704 h 72201"/>
                <a:gd name="connsiteX15" fmla="*/ 55112 w 79122"/>
                <a:gd name="connsiteY15" fmla="*/ 23147 h 72201"/>
                <a:gd name="connsiteX16" fmla="*/ 63091 w 79122"/>
                <a:gd name="connsiteY16" fmla="*/ 29722 h 72201"/>
                <a:gd name="connsiteX17" fmla="*/ 52822 w 79122"/>
                <a:gd name="connsiteY17" fmla="*/ 42207 h 72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9122" h="72201">
                  <a:moveTo>
                    <a:pt x="52822" y="42207"/>
                  </a:moveTo>
                  <a:lnTo>
                    <a:pt x="44843" y="35632"/>
                  </a:lnTo>
                  <a:lnTo>
                    <a:pt x="14849" y="72201"/>
                  </a:lnTo>
                  <a:lnTo>
                    <a:pt x="0" y="60012"/>
                  </a:lnTo>
                  <a:lnTo>
                    <a:pt x="29994" y="23442"/>
                  </a:lnTo>
                  <a:lnTo>
                    <a:pt x="24601" y="19010"/>
                  </a:lnTo>
                  <a:lnTo>
                    <a:pt x="34870" y="6524"/>
                  </a:lnTo>
                  <a:lnTo>
                    <a:pt x="40263" y="10957"/>
                  </a:lnTo>
                  <a:lnTo>
                    <a:pt x="41445" y="9553"/>
                  </a:lnTo>
                  <a:cubicBezTo>
                    <a:pt x="46395" y="3496"/>
                    <a:pt x="51862" y="319"/>
                    <a:pt x="57846" y="23"/>
                  </a:cubicBezTo>
                  <a:cubicBezTo>
                    <a:pt x="63830" y="-272"/>
                    <a:pt x="70109" y="2240"/>
                    <a:pt x="76758" y="7707"/>
                  </a:cubicBezTo>
                  <a:cubicBezTo>
                    <a:pt x="77866" y="8593"/>
                    <a:pt x="78605" y="9332"/>
                    <a:pt x="79122" y="9775"/>
                  </a:cubicBezTo>
                  <a:lnTo>
                    <a:pt x="68632" y="22482"/>
                  </a:lnTo>
                  <a:cubicBezTo>
                    <a:pt x="65898" y="19970"/>
                    <a:pt x="63608" y="18714"/>
                    <a:pt x="61613" y="18788"/>
                  </a:cubicBezTo>
                  <a:cubicBezTo>
                    <a:pt x="59619" y="18788"/>
                    <a:pt x="57624" y="20118"/>
                    <a:pt x="55482" y="22704"/>
                  </a:cubicBezTo>
                  <a:lnTo>
                    <a:pt x="55112" y="23147"/>
                  </a:lnTo>
                  <a:lnTo>
                    <a:pt x="63091" y="29722"/>
                  </a:lnTo>
                  <a:lnTo>
                    <a:pt x="52822" y="42207"/>
                  </a:lnTo>
                  <a:close/>
                </a:path>
              </a:pathLst>
            </a:custGeom>
            <a:solidFill>
              <a:srgbClr val="00B075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20" name="Freeform: Shape 1053">
              <a:extLst>
                <a:ext uri="{FF2B5EF4-FFF2-40B4-BE49-F238E27FC236}">
                  <a16:creationId xmlns:a16="http://schemas.microsoft.com/office/drawing/2014/main" id="{A3B4EB94-53F7-6565-6FDC-EE66FC2E95B6}"/>
                </a:ext>
              </a:extLst>
            </p:cNvPr>
            <p:cNvSpPr/>
            <p:nvPr/>
          </p:nvSpPr>
          <p:spPr>
            <a:xfrm>
              <a:off x="10569424" y="8697903"/>
              <a:ext cx="65294" cy="66001"/>
            </a:xfrm>
            <a:custGeom>
              <a:avLst/>
              <a:gdLst>
                <a:gd name="connsiteX0" fmla="*/ 55808 w 65294"/>
                <a:gd name="connsiteY0" fmla="*/ 54202 h 66001"/>
                <a:gd name="connsiteX1" fmla="*/ 19682 w 65294"/>
                <a:gd name="connsiteY1" fmla="*/ 29970 h 66001"/>
                <a:gd name="connsiteX2" fmla="*/ 17761 w 65294"/>
                <a:gd name="connsiteY2" fmla="*/ 39574 h 66001"/>
                <a:gd name="connsiteX3" fmla="*/ 22785 w 65294"/>
                <a:gd name="connsiteY3" fmla="*/ 46740 h 66001"/>
                <a:gd name="connsiteX4" fmla="*/ 34531 w 65294"/>
                <a:gd name="connsiteY4" fmla="*/ 47257 h 66001"/>
                <a:gd name="connsiteX5" fmla="*/ 51523 w 65294"/>
                <a:gd name="connsiteY5" fmla="*/ 58635 h 66001"/>
                <a:gd name="connsiteX6" fmla="*/ 40515 w 65294"/>
                <a:gd name="connsiteY6" fmla="*/ 64840 h 66001"/>
                <a:gd name="connsiteX7" fmla="*/ 27587 w 65294"/>
                <a:gd name="connsiteY7" fmla="*/ 65579 h 66001"/>
                <a:gd name="connsiteX8" fmla="*/ 14510 w 65294"/>
                <a:gd name="connsiteY8" fmla="*/ 60260 h 66001"/>
                <a:gd name="connsiteX9" fmla="*/ 3133 w 65294"/>
                <a:gd name="connsiteY9" fmla="*/ 47775 h 66001"/>
                <a:gd name="connsiteX10" fmla="*/ 104 w 65294"/>
                <a:gd name="connsiteY10" fmla="*/ 32039 h 66001"/>
                <a:gd name="connsiteX11" fmla="*/ 6384 w 65294"/>
                <a:gd name="connsiteY11" fmla="*/ 15417 h 66001"/>
                <a:gd name="connsiteX12" fmla="*/ 19312 w 65294"/>
                <a:gd name="connsiteY12" fmla="*/ 3301 h 66001"/>
                <a:gd name="connsiteX13" fmla="*/ 34900 w 65294"/>
                <a:gd name="connsiteY13" fmla="*/ 124 h 66001"/>
                <a:gd name="connsiteX14" fmla="*/ 50858 w 65294"/>
                <a:gd name="connsiteY14" fmla="*/ 6034 h 66001"/>
                <a:gd name="connsiteX15" fmla="*/ 62161 w 65294"/>
                <a:gd name="connsiteY15" fmla="*/ 18298 h 66001"/>
                <a:gd name="connsiteX16" fmla="*/ 65190 w 65294"/>
                <a:gd name="connsiteY16" fmla="*/ 33590 h 66001"/>
                <a:gd name="connsiteX17" fmla="*/ 59206 w 65294"/>
                <a:gd name="connsiteY17" fmla="*/ 49695 h 66001"/>
                <a:gd name="connsiteX18" fmla="*/ 55734 w 65294"/>
                <a:gd name="connsiteY18" fmla="*/ 54202 h 66001"/>
                <a:gd name="connsiteX19" fmla="*/ 45760 w 65294"/>
                <a:gd name="connsiteY19" fmla="*/ 34477 h 66001"/>
                <a:gd name="connsiteX20" fmla="*/ 47386 w 65294"/>
                <a:gd name="connsiteY20" fmla="*/ 25981 h 66001"/>
                <a:gd name="connsiteX21" fmla="*/ 42066 w 65294"/>
                <a:gd name="connsiteY21" fmla="*/ 18815 h 66001"/>
                <a:gd name="connsiteX22" fmla="*/ 33718 w 65294"/>
                <a:gd name="connsiteY22" fmla="*/ 16599 h 66001"/>
                <a:gd name="connsiteX23" fmla="*/ 25814 w 65294"/>
                <a:gd name="connsiteY23" fmla="*/ 21031 h 66001"/>
                <a:gd name="connsiteX24" fmla="*/ 45760 w 65294"/>
                <a:gd name="connsiteY24" fmla="*/ 34477 h 6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5294" h="66001">
                  <a:moveTo>
                    <a:pt x="55808" y="54202"/>
                  </a:moveTo>
                  <a:lnTo>
                    <a:pt x="19682" y="29970"/>
                  </a:lnTo>
                  <a:cubicBezTo>
                    <a:pt x="17761" y="33369"/>
                    <a:pt x="17096" y="36619"/>
                    <a:pt x="17761" y="39574"/>
                  </a:cubicBezTo>
                  <a:cubicBezTo>
                    <a:pt x="18426" y="42529"/>
                    <a:pt x="20125" y="44894"/>
                    <a:pt x="22785" y="46740"/>
                  </a:cubicBezTo>
                  <a:cubicBezTo>
                    <a:pt x="26774" y="49400"/>
                    <a:pt x="30689" y="49548"/>
                    <a:pt x="34531" y="47257"/>
                  </a:cubicBezTo>
                  <a:lnTo>
                    <a:pt x="51523" y="58635"/>
                  </a:lnTo>
                  <a:cubicBezTo>
                    <a:pt x="48346" y="61516"/>
                    <a:pt x="44652" y="63584"/>
                    <a:pt x="40515" y="64840"/>
                  </a:cubicBezTo>
                  <a:cubicBezTo>
                    <a:pt x="36378" y="66096"/>
                    <a:pt x="32093" y="66318"/>
                    <a:pt x="27587" y="65579"/>
                  </a:cubicBezTo>
                  <a:cubicBezTo>
                    <a:pt x="23080" y="64840"/>
                    <a:pt x="18721" y="63067"/>
                    <a:pt x="14510" y="60260"/>
                  </a:cubicBezTo>
                  <a:cubicBezTo>
                    <a:pt x="9413" y="56862"/>
                    <a:pt x="5571" y="52651"/>
                    <a:pt x="3133" y="47775"/>
                  </a:cubicBezTo>
                  <a:cubicBezTo>
                    <a:pt x="622" y="42899"/>
                    <a:pt x="-339" y="37654"/>
                    <a:pt x="104" y="32039"/>
                  </a:cubicBezTo>
                  <a:cubicBezTo>
                    <a:pt x="622" y="26424"/>
                    <a:pt x="2690" y="20884"/>
                    <a:pt x="6384" y="15417"/>
                  </a:cubicBezTo>
                  <a:cubicBezTo>
                    <a:pt x="10078" y="9950"/>
                    <a:pt x="14363" y="5887"/>
                    <a:pt x="19312" y="3301"/>
                  </a:cubicBezTo>
                  <a:cubicBezTo>
                    <a:pt x="24262" y="715"/>
                    <a:pt x="29507" y="-393"/>
                    <a:pt x="34900" y="124"/>
                  </a:cubicBezTo>
                  <a:cubicBezTo>
                    <a:pt x="40367" y="567"/>
                    <a:pt x="45686" y="2562"/>
                    <a:pt x="50858" y="6034"/>
                  </a:cubicBezTo>
                  <a:cubicBezTo>
                    <a:pt x="55881" y="9433"/>
                    <a:pt x="59649" y="13496"/>
                    <a:pt x="62161" y="18298"/>
                  </a:cubicBezTo>
                  <a:cubicBezTo>
                    <a:pt x="64673" y="23100"/>
                    <a:pt x="65633" y="28197"/>
                    <a:pt x="65190" y="33590"/>
                  </a:cubicBezTo>
                  <a:cubicBezTo>
                    <a:pt x="64747" y="38983"/>
                    <a:pt x="62752" y="44376"/>
                    <a:pt x="59206" y="49695"/>
                  </a:cubicBezTo>
                  <a:cubicBezTo>
                    <a:pt x="58172" y="51173"/>
                    <a:pt x="57063" y="52724"/>
                    <a:pt x="55734" y="54202"/>
                  </a:cubicBezTo>
                  <a:close/>
                  <a:moveTo>
                    <a:pt x="45760" y="34477"/>
                  </a:moveTo>
                  <a:cubicBezTo>
                    <a:pt x="47607" y="31743"/>
                    <a:pt x="48198" y="28862"/>
                    <a:pt x="47386" y="25981"/>
                  </a:cubicBezTo>
                  <a:cubicBezTo>
                    <a:pt x="46647" y="23100"/>
                    <a:pt x="44800" y="20736"/>
                    <a:pt x="42066" y="18815"/>
                  </a:cubicBezTo>
                  <a:cubicBezTo>
                    <a:pt x="39407" y="17042"/>
                    <a:pt x="36600" y="16303"/>
                    <a:pt x="33718" y="16599"/>
                  </a:cubicBezTo>
                  <a:cubicBezTo>
                    <a:pt x="30837" y="16894"/>
                    <a:pt x="28178" y="18445"/>
                    <a:pt x="25814" y="21031"/>
                  </a:cubicBezTo>
                  <a:lnTo>
                    <a:pt x="45760" y="34477"/>
                  </a:lnTo>
                  <a:close/>
                </a:path>
              </a:pathLst>
            </a:custGeom>
            <a:solidFill>
              <a:srgbClr val="00B075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21" name="Freeform: Shape 1054">
              <a:extLst>
                <a:ext uri="{FF2B5EF4-FFF2-40B4-BE49-F238E27FC236}">
                  <a16:creationId xmlns:a16="http://schemas.microsoft.com/office/drawing/2014/main" id="{B3436E0F-5FB7-BDFD-7A51-9B097D04F0A6}"/>
                </a:ext>
              </a:extLst>
            </p:cNvPr>
            <p:cNvSpPr/>
            <p:nvPr/>
          </p:nvSpPr>
          <p:spPr>
            <a:xfrm>
              <a:off x="10658783" y="8734195"/>
              <a:ext cx="80225" cy="81964"/>
            </a:xfrm>
            <a:custGeom>
              <a:avLst/>
              <a:gdLst>
                <a:gd name="connsiteX0" fmla="*/ 17276 w 80225"/>
                <a:gd name="connsiteY0" fmla="*/ 7567 h 81964"/>
                <a:gd name="connsiteX1" fmla="*/ 36041 w 80225"/>
                <a:gd name="connsiteY1" fmla="*/ 179 h 81964"/>
                <a:gd name="connsiteX2" fmla="*/ 56874 w 80225"/>
                <a:gd name="connsiteY2" fmla="*/ 3799 h 81964"/>
                <a:gd name="connsiteX3" fmla="*/ 75786 w 80225"/>
                <a:gd name="connsiteY3" fmla="*/ 20495 h 81964"/>
                <a:gd name="connsiteX4" fmla="*/ 79628 w 80225"/>
                <a:gd name="connsiteY4" fmla="*/ 44653 h 81964"/>
                <a:gd name="connsiteX5" fmla="*/ 60346 w 80225"/>
                <a:gd name="connsiteY5" fmla="*/ 36009 h 81964"/>
                <a:gd name="connsiteX6" fmla="*/ 57317 w 80225"/>
                <a:gd name="connsiteY6" fmla="*/ 26332 h 81964"/>
                <a:gd name="connsiteX7" fmla="*/ 49412 w 80225"/>
                <a:gd name="connsiteY7" fmla="*/ 19904 h 81964"/>
                <a:gd name="connsiteX8" fmla="*/ 33750 w 80225"/>
                <a:gd name="connsiteY8" fmla="*/ 19756 h 81964"/>
                <a:gd name="connsiteX9" fmla="*/ 21930 w 80225"/>
                <a:gd name="connsiteY9" fmla="*/ 32759 h 81964"/>
                <a:gd name="connsiteX10" fmla="*/ 20157 w 80225"/>
                <a:gd name="connsiteY10" fmla="*/ 50268 h 81964"/>
                <a:gd name="connsiteX11" fmla="*/ 30721 w 80225"/>
                <a:gd name="connsiteY11" fmla="*/ 61866 h 81964"/>
                <a:gd name="connsiteX12" fmla="*/ 40769 w 80225"/>
                <a:gd name="connsiteY12" fmla="*/ 63492 h 81964"/>
                <a:gd name="connsiteX13" fmla="*/ 50003 w 80225"/>
                <a:gd name="connsiteY13" fmla="*/ 59281 h 81964"/>
                <a:gd name="connsiteX14" fmla="*/ 69285 w 80225"/>
                <a:gd name="connsiteY14" fmla="*/ 67924 h 81964"/>
                <a:gd name="connsiteX15" fmla="*/ 48747 w 80225"/>
                <a:gd name="connsiteY15" fmla="*/ 81074 h 81964"/>
                <a:gd name="connsiteX16" fmla="*/ 23777 w 80225"/>
                <a:gd name="connsiteY16" fmla="*/ 78045 h 81964"/>
                <a:gd name="connsiteX17" fmla="*/ 7155 w 80225"/>
                <a:gd name="connsiteY17" fmla="*/ 64969 h 81964"/>
                <a:gd name="connsiteX18" fmla="*/ 136 w 80225"/>
                <a:gd name="connsiteY18" fmla="*/ 46057 h 81964"/>
                <a:gd name="connsiteX19" fmla="*/ 4126 w 80225"/>
                <a:gd name="connsiteY19" fmla="*/ 24780 h 81964"/>
                <a:gd name="connsiteX20" fmla="*/ 17350 w 80225"/>
                <a:gd name="connsiteY20" fmla="*/ 7567 h 81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0225" h="81964">
                  <a:moveTo>
                    <a:pt x="17276" y="7567"/>
                  </a:moveTo>
                  <a:cubicBezTo>
                    <a:pt x="22890" y="3282"/>
                    <a:pt x="29096" y="844"/>
                    <a:pt x="36041" y="179"/>
                  </a:cubicBezTo>
                  <a:cubicBezTo>
                    <a:pt x="42985" y="-486"/>
                    <a:pt x="49929" y="696"/>
                    <a:pt x="56874" y="3799"/>
                  </a:cubicBezTo>
                  <a:cubicBezTo>
                    <a:pt x="65444" y="7641"/>
                    <a:pt x="71723" y="13181"/>
                    <a:pt x="75786" y="20495"/>
                  </a:cubicBezTo>
                  <a:cubicBezTo>
                    <a:pt x="79850" y="27809"/>
                    <a:pt x="81106" y="35862"/>
                    <a:pt x="79628" y="44653"/>
                  </a:cubicBezTo>
                  <a:lnTo>
                    <a:pt x="60346" y="36009"/>
                  </a:lnTo>
                  <a:cubicBezTo>
                    <a:pt x="60346" y="32316"/>
                    <a:pt x="59238" y="29065"/>
                    <a:pt x="57317" y="26332"/>
                  </a:cubicBezTo>
                  <a:cubicBezTo>
                    <a:pt x="55396" y="23524"/>
                    <a:pt x="52737" y="21456"/>
                    <a:pt x="49412" y="19904"/>
                  </a:cubicBezTo>
                  <a:cubicBezTo>
                    <a:pt x="44019" y="17466"/>
                    <a:pt x="38774" y="17466"/>
                    <a:pt x="33750" y="19756"/>
                  </a:cubicBezTo>
                  <a:cubicBezTo>
                    <a:pt x="28727" y="22047"/>
                    <a:pt x="24737" y="26405"/>
                    <a:pt x="21930" y="32759"/>
                  </a:cubicBezTo>
                  <a:cubicBezTo>
                    <a:pt x="19123" y="39112"/>
                    <a:pt x="18458" y="44948"/>
                    <a:pt x="20157" y="50268"/>
                  </a:cubicBezTo>
                  <a:cubicBezTo>
                    <a:pt x="21856" y="55587"/>
                    <a:pt x="25328" y="59428"/>
                    <a:pt x="30721" y="61866"/>
                  </a:cubicBezTo>
                  <a:cubicBezTo>
                    <a:pt x="34046" y="63344"/>
                    <a:pt x="37444" y="63935"/>
                    <a:pt x="40769" y="63492"/>
                  </a:cubicBezTo>
                  <a:cubicBezTo>
                    <a:pt x="44093" y="63048"/>
                    <a:pt x="47196" y="61645"/>
                    <a:pt x="50003" y="59281"/>
                  </a:cubicBezTo>
                  <a:lnTo>
                    <a:pt x="69285" y="67924"/>
                  </a:lnTo>
                  <a:cubicBezTo>
                    <a:pt x="63744" y="74869"/>
                    <a:pt x="56874" y="79301"/>
                    <a:pt x="48747" y="81074"/>
                  </a:cubicBezTo>
                  <a:cubicBezTo>
                    <a:pt x="40621" y="82921"/>
                    <a:pt x="32273" y="81887"/>
                    <a:pt x="23777" y="78045"/>
                  </a:cubicBezTo>
                  <a:cubicBezTo>
                    <a:pt x="16833" y="74942"/>
                    <a:pt x="11292" y="70584"/>
                    <a:pt x="7155" y="64969"/>
                  </a:cubicBezTo>
                  <a:cubicBezTo>
                    <a:pt x="3018" y="59355"/>
                    <a:pt x="727" y="53075"/>
                    <a:pt x="136" y="46057"/>
                  </a:cubicBezTo>
                  <a:cubicBezTo>
                    <a:pt x="-455" y="39112"/>
                    <a:pt x="875" y="32020"/>
                    <a:pt x="4126" y="24780"/>
                  </a:cubicBezTo>
                  <a:cubicBezTo>
                    <a:pt x="7376" y="17614"/>
                    <a:pt x="11735" y="11852"/>
                    <a:pt x="17350" y="7567"/>
                  </a:cubicBezTo>
                  <a:close/>
                </a:path>
              </a:pathLst>
            </a:custGeom>
            <a:solidFill>
              <a:srgbClr val="00B075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22" name="Freeform: Shape 1055">
              <a:extLst>
                <a:ext uri="{FF2B5EF4-FFF2-40B4-BE49-F238E27FC236}">
                  <a16:creationId xmlns:a16="http://schemas.microsoft.com/office/drawing/2014/main" id="{A31DB7E9-340B-9FA2-2EA8-A3541DC4AF99}"/>
                </a:ext>
              </a:extLst>
            </p:cNvPr>
            <p:cNvSpPr/>
            <p:nvPr/>
          </p:nvSpPr>
          <p:spPr>
            <a:xfrm>
              <a:off x="10731319" y="8770648"/>
              <a:ext cx="84367" cy="98699"/>
            </a:xfrm>
            <a:custGeom>
              <a:avLst/>
              <a:gdLst>
                <a:gd name="connsiteX0" fmla="*/ 84367 w 84367"/>
                <a:gd name="connsiteY0" fmla="*/ 20464 h 98699"/>
                <a:gd name="connsiteX1" fmla="*/ 19799 w 84367"/>
                <a:gd name="connsiteY1" fmla="*/ 98699 h 98699"/>
                <a:gd name="connsiteX2" fmla="*/ 0 w 84367"/>
                <a:gd name="connsiteY2" fmla="*/ 92715 h 98699"/>
                <a:gd name="connsiteX3" fmla="*/ 23050 w 84367"/>
                <a:gd name="connsiteY3" fmla="*/ 65972 h 98699"/>
                <a:gd name="connsiteX4" fmla="*/ 16253 w 84367"/>
                <a:gd name="connsiteY4" fmla="*/ 0 h 98699"/>
                <a:gd name="connsiteX5" fmla="*/ 36791 w 84367"/>
                <a:gd name="connsiteY5" fmla="*/ 6206 h 98699"/>
                <a:gd name="connsiteX6" fmla="*/ 39229 w 84367"/>
                <a:gd name="connsiteY6" fmla="*/ 48389 h 98699"/>
                <a:gd name="connsiteX7" fmla="*/ 64421 w 84367"/>
                <a:gd name="connsiteY7" fmla="*/ 14554 h 98699"/>
                <a:gd name="connsiteX8" fmla="*/ 84367 w 84367"/>
                <a:gd name="connsiteY8" fmla="*/ 20538 h 98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367" h="98699">
                  <a:moveTo>
                    <a:pt x="84367" y="20464"/>
                  </a:moveTo>
                  <a:lnTo>
                    <a:pt x="19799" y="98699"/>
                  </a:lnTo>
                  <a:lnTo>
                    <a:pt x="0" y="92715"/>
                  </a:lnTo>
                  <a:lnTo>
                    <a:pt x="23050" y="65972"/>
                  </a:lnTo>
                  <a:lnTo>
                    <a:pt x="16253" y="0"/>
                  </a:lnTo>
                  <a:lnTo>
                    <a:pt x="36791" y="6206"/>
                  </a:lnTo>
                  <a:lnTo>
                    <a:pt x="39229" y="48389"/>
                  </a:lnTo>
                  <a:lnTo>
                    <a:pt x="64421" y="14554"/>
                  </a:lnTo>
                  <a:lnTo>
                    <a:pt x="84367" y="20538"/>
                  </a:lnTo>
                  <a:close/>
                </a:path>
              </a:pathLst>
            </a:custGeom>
            <a:solidFill>
              <a:srgbClr val="00B075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23" name="Freeform: Shape 1056">
              <a:extLst>
                <a:ext uri="{FF2B5EF4-FFF2-40B4-BE49-F238E27FC236}">
                  <a16:creationId xmlns:a16="http://schemas.microsoft.com/office/drawing/2014/main" id="{6B8ECD55-9DF8-2AED-F241-FFD86A4B65AC}"/>
                </a:ext>
              </a:extLst>
            </p:cNvPr>
            <p:cNvSpPr/>
            <p:nvPr/>
          </p:nvSpPr>
          <p:spPr>
            <a:xfrm>
              <a:off x="10812671" y="8795637"/>
              <a:ext cx="62856" cy="65497"/>
            </a:xfrm>
            <a:custGeom>
              <a:avLst/>
              <a:gdLst>
                <a:gd name="connsiteX0" fmla="*/ 7670 w 62856"/>
                <a:gd name="connsiteY0" fmla="*/ 10914 h 65497"/>
                <a:gd name="connsiteX1" fmla="*/ 20598 w 62856"/>
                <a:gd name="connsiteY1" fmla="*/ 1680 h 65497"/>
                <a:gd name="connsiteX2" fmla="*/ 37368 w 62856"/>
                <a:gd name="connsiteY2" fmla="*/ 572 h 65497"/>
                <a:gd name="connsiteX3" fmla="*/ 55690 w 62856"/>
                <a:gd name="connsiteY3" fmla="*/ 10176 h 65497"/>
                <a:gd name="connsiteX4" fmla="*/ 62856 w 62856"/>
                <a:gd name="connsiteY4" fmla="*/ 29310 h 65497"/>
                <a:gd name="connsiteX5" fmla="*/ 42688 w 62856"/>
                <a:gd name="connsiteY5" fmla="*/ 25764 h 65497"/>
                <a:gd name="connsiteX6" fmla="*/ 34118 w 62856"/>
                <a:gd name="connsiteY6" fmla="*/ 16898 h 65497"/>
                <a:gd name="connsiteX7" fmla="*/ 25105 w 62856"/>
                <a:gd name="connsiteY7" fmla="*/ 19558 h 65497"/>
                <a:gd name="connsiteX8" fmla="*/ 19934 w 62856"/>
                <a:gd name="connsiteY8" fmla="*/ 30713 h 65497"/>
                <a:gd name="connsiteX9" fmla="*/ 20968 w 62856"/>
                <a:gd name="connsiteY9" fmla="*/ 42977 h 65497"/>
                <a:gd name="connsiteX10" fmla="*/ 28577 w 62856"/>
                <a:gd name="connsiteY10" fmla="*/ 48518 h 65497"/>
                <a:gd name="connsiteX11" fmla="*/ 39659 w 62856"/>
                <a:gd name="connsiteY11" fmla="*/ 43051 h 65497"/>
                <a:gd name="connsiteX12" fmla="*/ 59827 w 62856"/>
                <a:gd name="connsiteY12" fmla="*/ 46597 h 65497"/>
                <a:gd name="connsiteX13" fmla="*/ 46529 w 62856"/>
                <a:gd name="connsiteY13" fmla="*/ 62037 h 65497"/>
                <a:gd name="connsiteX14" fmla="*/ 26065 w 62856"/>
                <a:gd name="connsiteY14" fmla="*/ 64918 h 65497"/>
                <a:gd name="connsiteX15" fmla="*/ 10625 w 62856"/>
                <a:gd name="connsiteY15" fmla="*/ 58196 h 65497"/>
                <a:gd name="connsiteX16" fmla="*/ 1612 w 62856"/>
                <a:gd name="connsiteY16" fmla="*/ 45046 h 65497"/>
                <a:gd name="connsiteX17" fmla="*/ 652 w 62856"/>
                <a:gd name="connsiteY17" fmla="*/ 27315 h 65497"/>
                <a:gd name="connsiteX18" fmla="*/ 7596 w 62856"/>
                <a:gd name="connsiteY18" fmla="*/ 10988 h 6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2856" h="65497">
                  <a:moveTo>
                    <a:pt x="7670" y="10914"/>
                  </a:moveTo>
                  <a:cubicBezTo>
                    <a:pt x="11142" y="6556"/>
                    <a:pt x="15427" y="3453"/>
                    <a:pt x="20598" y="1680"/>
                  </a:cubicBezTo>
                  <a:cubicBezTo>
                    <a:pt x="25770" y="-93"/>
                    <a:pt x="31311" y="-463"/>
                    <a:pt x="37368" y="572"/>
                  </a:cubicBezTo>
                  <a:cubicBezTo>
                    <a:pt x="45126" y="1901"/>
                    <a:pt x="51257" y="5152"/>
                    <a:pt x="55690" y="10176"/>
                  </a:cubicBezTo>
                  <a:cubicBezTo>
                    <a:pt x="60197" y="15199"/>
                    <a:pt x="62561" y="21553"/>
                    <a:pt x="62856" y="29310"/>
                  </a:cubicBezTo>
                  <a:lnTo>
                    <a:pt x="42688" y="25764"/>
                  </a:lnTo>
                  <a:cubicBezTo>
                    <a:pt x="41801" y="20666"/>
                    <a:pt x="38994" y="17711"/>
                    <a:pt x="34118" y="16898"/>
                  </a:cubicBezTo>
                  <a:cubicBezTo>
                    <a:pt x="30646" y="16307"/>
                    <a:pt x="27617" y="17194"/>
                    <a:pt x="25105" y="19558"/>
                  </a:cubicBezTo>
                  <a:cubicBezTo>
                    <a:pt x="22593" y="21922"/>
                    <a:pt x="20820" y="25616"/>
                    <a:pt x="19934" y="30713"/>
                  </a:cubicBezTo>
                  <a:cubicBezTo>
                    <a:pt x="19047" y="35811"/>
                    <a:pt x="19416" y="39874"/>
                    <a:pt x="20968" y="42977"/>
                  </a:cubicBezTo>
                  <a:cubicBezTo>
                    <a:pt x="22519" y="46080"/>
                    <a:pt x="25105" y="47927"/>
                    <a:pt x="28577" y="48518"/>
                  </a:cubicBezTo>
                  <a:cubicBezTo>
                    <a:pt x="33453" y="49404"/>
                    <a:pt x="37147" y="47557"/>
                    <a:pt x="39659" y="43051"/>
                  </a:cubicBezTo>
                  <a:lnTo>
                    <a:pt x="59827" y="46597"/>
                  </a:lnTo>
                  <a:cubicBezTo>
                    <a:pt x="56946" y="53615"/>
                    <a:pt x="52439" y="58787"/>
                    <a:pt x="46529" y="62037"/>
                  </a:cubicBezTo>
                  <a:cubicBezTo>
                    <a:pt x="40619" y="65288"/>
                    <a:pt x="33749" y="66248"/>
                    <a:pt x="26065" y="64918"/>
                  </a:cubicBezTo>
                  <a:cubicBezTo>
                    <a:pt x="20007" y="63884"/>
                    <a:pt x="14910" y="61594"/>
                    <a:pt x="10625" y="58196"/>
                  </a:cubicBezTo>
                  <a:cubicBezTo>
                    <a:pt x="6414" y="54797"/>
                    <a:pt x="3385" y="50365"/>
                    <a:pt x="1612" y="45046"/>
                  </a:cubicBezTo>
                  <a:cubicBezTo>
                    <a:pt x="-161" y="39726"/>
                    <a:pt x="-456" y="33816"/>
                    <a:pt x="652" y="27315"/>
                  </a:cubicBezTo>
                  <a:cubicBezTo>
                    <a:pt x="1760" y="20814"/>
                    <a:pt x="4124" y="15421"/>
                    <a:pt x="7596" y="10988"/>
                  </a:cubicBezTo>
                  <a:close/>
                </a:path>
              </a:pathLst>
            </a:custGeom>
            <a:solidFill>
              <a:srgbClr val="00B075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24" name="Freeform: Shape 1057">
              <a:extLst>
                <a:ext uri="{FF2B5EF4-FFF2-40B4-BE49-F238E27FC236}">
                  <a16:creationId xmlns:a16="http://schemas.microsoft.com/office/drawing/2014/main" id="{7F40BA3D-1A08-D585-2D08-37030725772E}"/>
                </a:ext>
              </a:extLst>
            </p:cNvPr>
            <p:cNvSpPr/>
            <p:nvPr/>
          </p:nvSpPr>
          <p:spPr>
            <a:xfrm>
              <a:off x="10886756" y="8782025"/>
              <a:ext cx="23197" cy="84884"/>
            </a:xfrm>
            <a:custGeom>
              <a:avLst/>
              <a:gdLst>
                <a:gd name="connsiteX0" fmla="*/ 23197 w 23197"/>
                <a:gd name="connsiteY0" fmla="*/ 886 h 84884"/>
                <a:gd name="connsiteX1" fmla="*/ 19208 w 23197"/>
                <a:gd name="connsiteY1" fmla="*/ 84884 h 84884"/>
                <a:gd name="connsiteX2" fmla="*/ 0 w 23197"/>
                <a:gd name="connsiteY2" fmla="*/ 83998 h 84884"/>
                <a:gd name="connsiteX3" fmla="*/ 3989 w 23197"/>
                <a:gd name="connsiteY3" fmla="*/ 0 h 84884"/>
                <a:gd name="connsiteX4" fmla="*/ 23197 w 23197"/>
                <a:gd name="connsiteY4" fmla="*/ 886 h 84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7" h="84884">
                  <a:moveTo>
                    <a:pt x="23197" y="886"/>
                  </a:moveTo>
                  <a:lnTo>
                    <a:pt x="19208" y="84884"/>
                  </a:lnTo>
                  <a:lnTo>
                    <a:pt x="0" y="83998"/>
                  </a:lnTo>
                  <a:lnTo>
                    <a:pt x="3989" y="0"/>
                  </a:lnTo>
                  <a:lnTo>
                    <a:pt x="23197" y="886"/>
                  </a:lnTo>
                  <a:close/>
                </a:path>
              </a:pathLst>
            </a:custGeom>
            <a:solidFill>
              <a:srgbClr val="00B075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25" name="Freeform: Shape 1058">
              <a:extLst>
                <a:ext uri="{FF2B5EF4-FFF2-40B4-BE49-F238E27FC236}">
                  <a16:creationId xmlns:a16="http://schemas.microsoft.com/office/drawing/2014/main" id="{634C80D5-1C22-F147-9539-37764A334D5C}"/>
                </a:ext>
              </a:extLst>
            </p:cNvPr>
            <p:cNvSpPr/>
            <p:nvPr/>
          </p:nvSpPr>
          <p:spPr>
            <a:xfrm>
              <a:off x="10920416" y="8802239"/>
              <a:ext cx="62970" cy="65288"/>
            </a:xfrm>
            <a:custGeom>
              <a:avLst/>
              <a:gdLst>
                <a:gd name="connsiteX0" fmla="*/ 62749 w 62970"/>
                <a:gd name="connsiteY0" fmla="*/ 36227 h 65288"/>
                <a:gd name="connsiteX1" fmla="*/ 19310 w 62970"/>
                <a:gd name="connsiteY1" fmla="*/ 37705 h 65288"/>
                <a:gd name="connsiteX2" fmla="*/ 23373 w 62970"/>
                <a:gd name="connsiteY2" fmla="*/ 46644 h 65288"/>
                <a:gd name="connsiteX3" fmla="*/ 31647 w 62970"/>
                <a:gd name="connsiteY3" fmla="*/ 49451 h 65288"/>
                <a:gd name="connsiteX4" fmla="*/ 41399 w 62970"/>
                <a:gd name="connsiteY4" fmla="*/ 42950 h 65288"/>
                <a:gd name="connsiteX5" fmla="*/ 61863 w 62970"/>
                <a:gd name="connsiteY5" fmla="*/ 42285 h 65288"/>
                <a:gd name="connsiteX6" fmla="*/ 56544 w 62970"/>
                <a:gd name="connsiteY6" fmla="*/ 53736 h 65288"/>
                <a:gd name="connsiteX7" fmla="*/ 46570 w 62970"/>
                <a:gd name="connsiteY7" fmla="*/ 61937 h 65288"/>
                <a:gd name="connsiteX8" fmla="*/ 32829 w 62970"/>
                <a:gd name="connsiteY8" fmla="*/ 65261 h 65288"/>
                <a:gd name="connsiteX9" fmla="*/ 16281 w 62970"/>
                <a:gd name="connsiteY9" fmla="*/ 61863 h 65288"/>
                <a:gd name="connsiteX10" fmla="*/ 4682 w 62970"/>
                <a:gd name="connsiteY10" fmla="*/ 50855 h 65288"/>
                <a:gd name="connsiteX11" fmla="*/ 28 w 62970"/>
                <a:gd name="connsiteY11" fmla="*/ 33716 h 65288"/>
                <a:gd name="connsiteX12" fmla="*/ 3426 w 62970"/>
                <a:gd name="connsiteY12" fmla="*/ 16281 h 65288"/>
                <a:gd name="connsiteX13" fmla="*/ 14212 w 62970"/>
                <a:gd name="connsiteY13" fmla="*/ 4534 h 65288"/>
                <a:gd name="connsiteX14" fmla="*/ 30613 w 62970"/>
                <a:gd name="connsiteY14" fmla="*/ 28 h 65288"/>
                <a:gd name="connsiteX15" fmla="*/ 46940 w 62970"/>
                <a:gd name="connsiteY15" fmla="*/ 3352 h 65288"/>
                <a:gd name="connsiteX16" fmla="*/ 58390 w 62970"/>
                <a:gd name="connsiteY16" fmla="*/ 13990 h 65288"/>
                <a:gd name="connsiteX17" fmla="*/ 62971 w 62970"/>
                <a:gd name="connsiteY17" fmla="*/ 30539 h 65288"/>
                <a:gd name="connsiteX18" fmla="*/ 62823 w 62970"/>
                <a:gd name="connsiteY18" fmla="*/ 36227 h 65288"/>
                <a:gd name="connsiteX19" fmla="*/ 43024 w 62970"/>
                <a:gd name="connsiteY19" fmla="*/ 26106 h 65288"/>
                <a:gd name="connsiteX20" fmla="*/ 39404 w 62970"/>
                <a:gd name="connsiteY20" fmla="*/ 18275 h 65288"/>
                <a:gd name="connsiteX21" fmla="*/ 30908 w 62970"/>
                <a:gd name="connsiteY21" fmla="*/ 15616 h 65288"/>
                <a:gd name="connsiteX22" fmla="*/ 22856 w 62970"/>
                <a:gd name="connsiteY22" fmla="*/ 18719 h 65288"/>
                <a:gd name="connsiteX23" fmla="*/ 19014 w 62970"/>
                <a:gd name="connsiteY23" fmla="*/ 26919 h 65288"/>
                <a:gd name="connsiteX24" fmla="*/ 43024 w 62970"/>
                <a:gd name="connsiteY24" fmla="*/ 26106 h 65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2970" h="65288">
                  <a:moveTo>
                    <a:pt x="62749" y="36227"/>
                  </a:moveTo>
                  <a:lnTo>
                    <a:pt x="19310" y="37705"/>
                  </a:lnTo>
                  <a:cubicBezTo>
                    <a:pt x="19753" y="41620"/>
                    <a:pt x="21083" y="44575"/>
                    <a:pt x="23373" y="46644"/>
                  </a:cubicBezTo>
                  <a:cubicBezTo>
                    <a:pt x="25663" y="48713"/>
                    <a:pt x="28396" y="49599"/>
                    <a:pt x="31647" y="49451"/>
                  </a:cubicBezTo>
                  <a:cubicBezTo>
                    <a:pt x="36449" y="49304"/>
                    <a:pt x="39700" y="47161"/>
                    <a:pt x="41399" y="42950"/>
                  </a:cubicBezTo>
                  <a:lnTo>
                    <a:pt x="61863" y="42285"/>
                  </a:lnTo>
                  <a:cubicBezTo>
                    <a:pt x="60976" y="46496"/>
                    <a:pt x="59203" y="50264"/>
                    <a:pt x="56544" y="53736"/>
                  </a:cubicBezTo>
                  <a:cubicBezTo>
                    <a:pt x="53884" y="57208"/>
                    <a:pt x="50560" y="59868"/>
                    <a:pt x="46570" y="61937"/>
                  </a:cubicBezTo>
                  <a:cubicBezTo>
                    <a:pt x="42581" y="64005"/>
                    <a:pt x="37927" y="65039"/>
                    <a:pt x="32829" y="65261"/>
                  </a:cubicBezTo>
                  <a:cubicBezTo>
                    <a:pt x="26697" y="65483"/>
                    <a:pt x="21156" y="64374"/>
                    <a:pt x="16281" y="61863"/>
                  </a:cubicBezTo>
                  <a:cubicBezTo>
                    <a:pt x="11405" y="59351"/>
                    <a:pt x="7489" y="55731"/>
                    <a:pt x="4682" y="50855"/>
                  </a:cubicBezTo>
                  <a:cubicBezTo>
                    <a:pt x="1801" y="46053"/>
                    <a:pt x="249" y="40291"/>
                    <a:pt x="28" y="33716"/>
                  </a:cubicBezTo>
                  <a:cubicBezTo>
                    <a:pt x="-194" y="27141"/>
                    <a:pt x="914" y="21304"/>
                    <a:pt x="3426" y="16281"/>
                  </a:cubicBezTo>
                  <a:cubicBezTo>
                    <a:pt x="5938" y="11257"/>
                    <a:pt x="9484" y="7341"/>
                    <a:pt x="14212" y="4534"/>
                  </a:cubicBezTo>
                  <a:cubicBezTo>
                    <a:pt x="18940" y="1727"/>
                    <a:pt x="24407" y="249"/>
                    <a:pt x="30613" y="28"/>
                  </a:cubicBezTo>
                  <a:cubicBezTo>
                    <a:pt x="36671" y="-194"/>
                    <a:pt x="42138" y="914"/>
                    <a:pt x="46940" y="3352"/>
                  </a:cubicBezTo>
                  <a:cubicBezTo>
                    <a:pt x="51741" y="5790"/>
                    <a:pt x="55583" y="9336"/>
                    <a:pt x="58390" y="13990"/>
                  </a:cubicBezTo>
                  <a:cubicBezTo>
                    <a:pt x="61198" y="18645"/>
                    <a:pt x="62749" y="24185"/>
                    <a:pt x="62971" y="30539"/>
                  </a:cubicBezTo>
                  <a:cubicBezTo>
                    <a:pt x="62971" y="32386"/>
                    <a:pt x="62971" y="34233"/>
                    <a:pt x="62823" y="36227"/>
                  </a:cubicBezTo>
                  <a:close/>
                  <a:moveTo>
                    <a:pt x="43024" y="26106"/>
                  </a:moveTo>
                  <a:cubicBezTo>
                    <a:pt x="42876" y="22782"/>
                    <a:pt x="41694" y="20196"/>
                    <a:pt x="39404" y="18275"/>
                  </a:cubicBezTo>
                  <a:cubicBezTo>
                    <a:pt x="37114" y="16354"/>
                    <a:pt x="34233" y="15468"/>
                    <a:pt x="30908" y="15616"/>
                  </a:cubicBezTo>
                  <a:cubicBezTo>
                    <a:pt x="27658" y="15690"/>
                    <a:pt x="24998" y="16798"/>
                    <a:pt x="22856" y="18719"/>
                  </a:cubicBezTo>
                  <a:cubicBezTo>
                    <a:pt x="20713" y="20639"/>
                    <a:pt x="19457" y="23447"/>
                    <a:pt x="19014" y="26919"/>
                  </a:cubicBezTo>
                  <a:lnTo>
                    <a:pt x="43024" y="26106"/>
                  </a:lnTo>
                  <a:close/>
                </a:path>
              </a:pathLst>
            </a:custGeom>
            <a:solidFill>
              <a:srgbClr val="00B075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26" name="Freeform: Shape 1059">
              <a:extLst>
                <a:ext uri="{FF2B5EF4-FFF2-40B4-BE49-F238E27FC236}">
                  <a16:creationId xmlns:a16="http://schemas.microsoft.com/office/drawing/2014/main" id="{C16ACE78-1129-15D2-65D6-FA4E8ABC3733}"/>
                </a:ext>
              </a:extLst>
            </p:cNvPr>
            <p:cNvSpPr/>
            <p:nvPr/>
          </p:nvSpPr>
          <p:spPr>
            <a:xfrm>
              <a:off x="11015074" y="8775739"/>
              <a:ext cx="65122" cy="81723"/>
            </a:xfrm>
            <a:custGeom>
              <a:avLst/>
              <a:gdLst>
                <a:gd name="connsiteX0" fmla="*/ 24977 w 65122"/>
                <a:gd name="connsiteY0" fmla="*/ 80754 h 81723"/>
                <a:gd name="connsiteX1" fmla="*/ 12713 w 65122"/>
                <a:gd name="connsiteY1" fmla="*/ 74401 h 81723"/>
                <a:gd name="connsiteX2" fmla="*/ 6064 w 65122"/>
                <a:gd name="connsiteY2" fmla="*/ 61989 h 81723"/>
                <a:gd name="connsiteX3" fmla="*/ 26233 w 65122"/>
                <a:gd name="connsiteY3" fmla="*/ 58369 h 81723"/>
                <a:gd name="connsiteX4" fmla="*/ 30444 w 65122"/>
                <a:gd name="connsiteY4" fmla="*/ 64501 h 81723"/>
                <a:gd name="connsiteX5" fmla="*/ 37462 w 65122"/>
                <a:gd name="connsiteY5" fmla="*/ 65609 h 81723"/>
                <a:gd name="connsiteX6" fmla="*/ 43742 w 65122"/>
                <a:gd name="connsiteY6" fmla="*/ 62432 h 81723"/>
                <a:gd name="connsiteX7" fmla="*/ 45219 w 65122"/>
                <a:gd name="connsiteY7" fmla="*/ 56596 h 81723"/>
                <a:gd name="connsiteX8" fmla="*/ 42412 w 65122"/>
                <a:gd name="connsiteY8" fmla="*/ 52164 h 81723"/>
                <a:gd name="connsiteX9" fmla="*/ 37093 w 65122"/>
                <a:gd name="connsiteY9" fmla="*/ 49873 h 81723"/>
                <a:gd name="connsiteX10" fmla="*/ 28597 w 65122"/>
                <a:gd name="connsiteY10" fmla="*/ 48544 h 81723"/>
                <a:gd name="connsiteX11" fmla="*/ 15447 w 65122"/>
                <a:gd name="connsiteY11" fmla="*/ 46032 h 81723"/>
                <a:gd name="connsiteX12" fmla="*/ 5990 w 65122"/>
                <a:gd name="connsiteY12" fmla="*/ 40565 h 81723"/>
                <a:gd name="connsiteX13" fmla="*/ 450 w 65122"/>
                <a:gd name="connsiteY13" fmla="*/ 29188 h 81723"/>
                <a:gd name="connsiteX14" fmla="*/ 5252 w 65122"/>
                <a:gd name="connsiteY14" fmla="*/ 10645 h 81723"/>
                <a:gd name="connsiteX15" fmla="*/ 24607 w 65122"/>
                <a:gd name="connsiteY15" fmla="*/ 745 h 81723"/>
                <a:gd name="connsiteX16" fmla="*/ 46401 w 65122"/>
                <a:gd name="connsiteY16" fmla="*/ 3257 h 81723"/>
                <a:gd name="connsiteX17" fmla="*/ 57926 w 65122"/>
                <a:gd name="connsiteY17" fmla="*/ 19067 h 81723"/>
                <a:gd name="connsiteX18" fmla="*/ 37462 w 65122"/>
                <a:gd name="connsiteY18" fmla="*/ 22761 h 81723"/>
                <a:gd name="connsiteX19" fmla="*/ 33620 w 65122"/>
                <a:gd name="connsiteY19" fmla="*/ 17294 h 81723"/>
                <a:gd name="connsiteX20" fmla="*/ 26676 w 65122"/>
                <a:gd name="connsiteY20" fmla="*/ 16259 h 81723"/>
                <a:gd name="connsiteX21" fmla="*/ 21505 w 65122"/>
                <a:gd name="connsiteY21" fmla="*/ 19067 h 81723"/>
                <a:gd name="connsiteX22" fmla="*/ 20323 w 65122"/>
                <a:gd name="connsiteY22" fmla="*/ 24755 h 81723"/>
                <a:gd name="connsiteX23" fmla="*/ 24903 w 65122"/>
                <a:gd name="connsiteY23" fmla="*/ 30074 h 81723"/>
                <a:gd name="connsiteX24" fmla="*/ 36797 w 65122"/>
                <a:gd name="connsiteY24" fmla="*/ 32660 h 81723"/>
                <a:gd name="connsiteX25" fmla="*/ 49873 w 65122"/>
                <a:gd name="connsiteY25" fmla="*/ 35394 h 81723"/>
                <a:gd name="connsiteX26" fmla="*/ 59256 w 65122"/>
                <a:gd name="connsiteY26" fmla="*/ 40786 h 81723"/>
                <a:gd name="connsiteX27" fmla="*/ 64723 w 65122"/>
                <a:gd name="connsiteY27" fmla="*/ 51720 h 81723"/>
                <a:gd name="connsiteX28" fmla="*/ 63540 w 65122"/>
                <a:gd name="connsiteY28" fmla="*/ 64501 h 81723"/>
                <a:gd name="connsiteX29" fmla="*/ 55340 w 65122"/>
                <a:gd name="connsiteY29" fmla="*/ 74992 h 81723"/>
                <a:gd name="connsiteX30" fmla="*/ 40786 w 65122"/>
                <a:gd name="connsiteY30" fmla="*/ 80976 h 81723"/>
                <a:gd name="connsiteX31" fmla="*/ 25051 w 65122"/>
                <a:gd name="connsiteY31" fmla="*/ 80976 h 8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5122" h="81723">
                  <a:moveTo>
                    <a:pt x="24977" y="80754"/>
                  </a:moveTo>
                  <a:cubicBezTo>
                    <a:pt x="20175" y="79720"/>
                    <a:pt x="16038" y="77577"/>
                    <a:pt x="12713" y="74401"/>
                  </a:cubicBezTo>
                  <a:cubicBezTo>
                    <a:pt x="9389" y="71224"/>
                    <a:pt x="7173" y="67087"/>
                    <a:pt x="6064" y="61989"/>
                  </a:cubicBezTo>
                  <a:lnTo>
                    <a:pt x="26233" y="58369"/>
                  </a:lnTo>
                  <a:cubicBezTo>
                    <a:pt x="27045" y="61251"/>
                    <a:pt x="28449" y="63245"/>
                    <a:pt x="30444" y="64501"/>
                  </a:cubicBezTo>
                  <a:cubicBezTo>
                    <a:pt x="32438" y="65757"/>
                    <a:pt x="34729" y="66126"/>
                    <a:pt x="37462" y="65609"/>
                  </a:cubicBezTo>
                  <a:cubicBezTo>
                    <a:pt x="40269" y="65092"/>
                    <a:pt x="42338" y="64058"/>
                    <a:pt x="43742" y="62432"/>
                  </a:cubicBezTo>
                  <a:cubicBezTo>
                    <a:pt x="45145" y="60807"/>
                    <a:pt x="45588" y="58886"/>
                    <a:pt x="45219" y="56596"/>
                  </a:cubicBezTo>
                  <a:cubicBezTo>
                    <a:pt x="44850" y="54675"/>
                    <a:pt x="43963" y="53198"/>
                    <a:pt x="42412" y="52164"/>
                  </a:cubicBezTo>
                  <a:cubicBezTo>
                    <a:pt x="40860" y="51129"/>
                    <a:pt x="39087" y="50391"/>
                    <a:pt x="37093" y="49873"/>
                  </a:cubicBezTo>
                  <a:cubicBezTo>
                    <a:pt x="35098" y="49356"/>
                    <a:pt x="32217" y="48913"/>
                    <a:pt x="28597" y="48544"/>
                  </a:cubicBezTo>
                  <a:cubicBezTo>
                    <a:pt x="23278" y="47879"/>
                    <a:pt x="18919" y="47066"/>
                    <a:pt x="15447" y="46032"/>
                  </a:cubicBezTo>
                  <a:cubicBezTo>
                    <a:pt x="11974" y="45071"/>
                    <a:pt x="8872" y="43225"/>
                    <a:pt x="5990" y="40565"/>
                  </a:cubicBezTo>
                  <a:cubicBezTo>
                    <a:pt x="3109" y="37905"/>
                    <a:pt x="1336" y="34138"/>
                    <a:pt x="450" y="29188"/>
                  </a:cubicBezTo>
                  <a:cubicBezTo>
                    <a:pt x="-880" y="21874"/>
                    <a:pt x="745" y="15668"/>
                    <a:pt x="5252" y="10645"/>
                  </a:cubicBezTo>
                  <a:cubicBezTo>
                    <a:pt x="9758" y="5547"/>
                    <a:pt x="16185" y="2297"/>
                    <a:pt x="24607" y="745"/>
                  </a:cubicBezTo>
                  <a:cubicBezTo>
                    <a:pt x="33177" y="-806"/>
                    <a:pt x="40417" y="80"/>
                    <a:pt x="46401" y="3257"/>
                  </a:cubicBezTo>
                  <a:cubicBezTo>
                    <a:pt x="52385" y="6434"/>
                    <a:pt x="56227" y="11753"/>
                    <a:pt x="57926" y="19067"/>
                  </a:cubicBezTo>
                  <a:lnTo>
                    <a:pt x="37462" y="22761"/>
                  </a:lnTo>
                  <a:cubicBezTo>
                    <a:pt x="36871" y="20249"/>
                    <a:pt x="35615" y="18402"/>
                    <a:pt x="33620" y="17294"/>
                  </a:cubicBezTo>
                  <a:cubicBezTo>
                    <a:pt x="31626" y="16112"/>
                    <a:pt x="29336" y="15816"/>
                    <a:pt x="26676" y="16259"/>
                  </a:cubicBezTo>
                  <a:cubicBezTo>
                    <a:pt x="24386" y="16703"/>
                    <a:pt x="22687" y="17589"/>
                    <a:pt x="21505" y="19067"/>
                  </a:cubicBezTo>
                  <a:cubicBezTo>
                    <a:pt x="20323" y="20544"/>
                    <a:pt x="19953" y="22465"/>
                    <a:pt x="20323" y="24755"/>
                  </a:cubicBezTo>
                  <a:cubicBezTo>
                    <a:pt x="20766" y="27267"/>
                    <a:pt x="22317" y="29040"/>
                    <a:pt x="24903" y="30074"/>
                  </a:cubicBezTo>
                  <a:cubicBezTo>
                    <a:pt x="27489" y="31035"/>
                    <a:pt x="31478" y="31921"/>
                    <a:pt x="36797" y="32660"/>
                  </a:cubicBezTo>
                  <a:cubicBezTo>
                    <a:pt x="42116" y="33473"/>
                    <a:pt x="46475" y="34359"/>
                    <a:pt x="49873" y="35394"/>
                  </a:cubicBezTo>
                  <a:cubicBezTo>
                    <a:pt x="53272" y="36428"/>
                    <a:pt x="56374" y="38201"/>
                    <a:pt x="59256" y="40786"/>
                  </a:cubicBezTo>
                  <a:cubicBezTo>
                    <a:pt x="62063" y="43372"/>
                    <a:pt x="63910" y="46992"/>
                    <a:pt x="64723" y="51720"/>
                  </a:cubicBezTo>
                  <a:cubicBezTo>
                    <a:pt x="65535" y="56227"/>
                    <a:pt x="65092" y="60438"/>
                    <a:pt x="63540" y="64501"/>
                  </a:cubicBezTo>
                  <a:cubicBezTo>
                    <a:pt x="61915" y="68564"/>
                    <a:pt x="59182" y="72036"/>
                    <a:pt x="55340" y="74992"/>
                  </a:cubicBezTo>
                  <a:cubicBezTo>
                    <a:pt x="51425" y="77947"/>
                    <a:pt x="46549" y="79941"/>
                    <a:pt x="40786" y="80976"/>
                  </a:cubicBezTo>
                  <a:cubicBezTo>
                    <a:pt x="35098" y="82010"/>
                    <a:pt x="29853" y="81936"/>
                    <a:pt x="25051" y="80976"/>
                  </a:cubicBezTo>
                  <a:close/>
                </a:path>
              </a:pathLst>
            </a:custGeom>
            <a:solidFill>
              <a:srgbClr val="00B075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27" name="Freeform: Shape 1060">
              <a:extLst>
                <a:ext uri="{FF2B5EF4-FFF2-40B4-BE49-F238E27FC236}">
                  <a16:creationId xmlns:a16="http://schemas.microsoft.com/office/drawing/2014/main" id="{7EFB1513-6A1E-C5DB-461E-5A02F8EE08F7}"/>
                </a:ext>
              </a:extLst>
            </p:cNvPr>
            <p:cNvSpPr/>
            <p:nvPr/>
          </p:nvSpPr>
          <p:spPr>
            <a:xfrm>
              <a:off x="11083860" y="8767397"/>
              <a:ext cx="78383" cy="73723"/>
            </a:xfrm>
            <a:custGeom>
              <a:avLst/>
              <a:gdLst>
                <a:gd name="connsiteX0" fmla="*/ 59766 w 78383"/>
                <a:gd name="connsiteY0" fmla="*/ 0 h 73723"/>
                <a:gd name="connsiteX1" fmla="*/ 78383 w 78383"/>
                <a:gd name="connsiteY1" fmla="*/ 60653 h 73723"/>
                <a:gd name="connsiteX2" fmla="*/ 59988 w 78383"/>
                <a:gd name="connsiteY2" fmla="*/ 66268 h 73723"/>
                <a:gd name="connsiteX3" fmla="*/ 57476 w 78383"/>
                <a:gd name="connsiteY3" fmla="*/ 57993 h 73723"/>
                <a:gd name="connsiteX4" fmla="*/ 51861 w 78383"/>
                <a:gd name="connsiteY4" fmla="*/ 66785 h 73723"/>
                <a:gd name="connsiteX5" fmla="*/ 42036 w 78383"/>
                <a:gd name="connsiteY5" fmla="*/ 72473 h 73723"/>
                <a:gd name="connsiteX6" fmla="*/ 28960 w 78383"/>
                <a:gd name="connsiteY6" fmla="*/ 73138 h 73723"/>
                <a:gd name="connsiteX7" fmla="*/ 18026 w 78383"/>
                <a:gd name="connsiteY7" fmla="*/ 66711 h 73723"/>
                <a:gd name="connsiteX8" fmla="*/ 10860 w 78383"/>
                <a:gd name="connsiteY8" fmla="*/ 53782 h 73723"/>
                <a:gd name="connsiteX9" fmla="*/ 0 w 78383"/>
                <a:gd name="connsiteY9" fmla="*/ 18395 h 73723"/>
                <a:gd name="connsiteX10" fmla="*/ 18248 w 78383"/>
                <a:gd name="connsiteY10" fmla="*/ 12781 h 73723"/>
                <a:gd name="connsiteX11" fmla="*/ 28369 w 78383"/>
                <a:gd name="connsiteY11" fmla="*/ 45730 h 73723"/>
                <a:gd name="connsiteX12" fmla="*/ 34353 w 78383"/>
                <a:gd name="connsiteY12" fmla="*/ 54226 h 73723"/>
                <a:gd name="connsiteX13" fmla="*/ 43735 w 78383"/>
                <a:gd name="connsiteY13" fmla="*/ 55038 h 73723"/>
                <a:gd name="connsiteX14" fmla="*/ 51197 w 78383"/>
                <a:gd name="connsiteY14" fmla="*/ 49054 h 73723"/>
                <a:gd name="connsiteX15" fmla="*/ 51418 w 78383"/>
                <a:gd name="connsiteY15" fmla="*/ 38638 h 73723"/>
                <a:gd name="connsiteX16" fmla="*/ 41297 w 78383"/>
                <a:gd name="connsiteY16" fmla="*/ 5688 h 73723"/>
                <a:gd name="connsiteX17" fmla="*/ 59693 w 78383"/>
                <a:gd name="connsiteY17" fmla="*/ 74 h 73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8383" h="73723">
                  <a:moveTo>
                    <a:pt x="59766" y="0"/>
                  </a:moveTo>
                  <a:lnTo>
                    <a:pt x="78383" y="60653"/>
                  </a:lnTo>
                  <a:lnTo>
                    <a:pt x="59988" y="66268"/>
                  </a:lnTo>
                  <a:lnTo>
                    <a:pt x="57476" y="57993"/>
                  </a:lnTo>
                  <a:cubicBezTo>
                    <a:pt x="56442" y="61244"/>
                    <a:pt x="54595" y="64199"/>
                    <a:pt x="51861" y="66785"/>
                  </a:cubicBezTo>
                  <a:cubicBezTo>
                    <a:pt x="49202" y="69371"/>
                    <a:pt x="45877" y="71291"/>
                    <a:pt x="42036" y="72473"/>
                  </a:cubicBezTo>
                  <a:cubicBezTo>
                    <a:pt x="37456" y="73877"/>
                    <a:pt x="33097" y="74099"/>
                    <a:pt x="28960" y="73138"/>
                  </a:cubicBezTo>
                  <a:cubicBezTo>
                    <a:pt x="24823" y="72178"/>
                    <a:pt x="21203" y="70035"/>
                    <a:pt x="18026" y="66711"/>
                  </a:cubicBezTo>
                  <a:cubicBezTo>
                    <a:pt x="14923" y="63386"/>
                    <a:pt x="12485" y="59102"/>
                    <a:pt x="10860" y="53782"/>
                  </a:cubicBezTo>
                  <a:lnTo>
                    <a:pt x="0" y="18395"/>
                  </a:lnTo>
                  <a:lnTo>
                    <a:pt x="18248" y="12781"/>
                  </a:lnTo>
                  <a:lnTo>
                    <a:pt x="28369" y="45730"/>
                  </a:lnTo>
                  <a:cubicBezTo>
                    <a:pt x="29625" y="49793"/>
                    <a:pt x="31619" y="52600"/>
                    <a:pt x="34353" y="54226"/>
                  </a:cubicBezTo>
                  <a:cubicBezTo>
                    <a:pt x="37086" y="55851"/>
                    <a:pt x="40263" y="56073"/>
                    <a:pt x="43735" y="55038"/>
                  </a:cubicBezTo>
                  <a:cubicBezTo>
                    <a:pt x="47281" y="53930"/>
                    <a:pt x="49793" y="51935"/>
                    <a:pt x="51197" y="49054"/>
                  </a:cubicBezTo>
                  <a:cubicBezTo>
                    <a:pt x="52600" y="46173"/>
                    <a:pt x="52674" y="42701"/>
                    <a:pt x="51418" y="38638"/>
                  </a:cubicBezTo>
                  <a:lnTo>
                    <a:pt x="41297" y="5688"/>
                  </a:lnTo>
                  <a:lnTo>
                    <a:pt x="59693" y="74"/>
                  </a:lnTo>
                  <a:close/>
                </a:path>
              </a:pathLst>
            </a:custGeom>
            <a:solidFill>
              <a:srgbClr val="00B075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28" name="Freeform: Shape 1061">
              <a:extLst>
                <a:ext uri="{FF2B5EF4-FFF2-40B4-BE49-F238E27FC236}">
                  <a16:creationId xmlns:a16="http://schemas.microsoft.com/office/drawing/2014/main" id="{D2493191-E6B9-8060-A6AF-462A95EF3752}"/>
                </a:ext>
              </a:extLst>
            </p:cNvPr>
            <p:cNvSpPr/>
            <p:nvPr/>
          </p:nvSpPr>
          <p:spPr>
            <a:xfrm>
              <a:off x="11156850" y="8742939"/>
              <a:ext cx="77204" cy="104392"/>
            </a:xfrm>
            <a:custGeom>
              <a:avLst/>
              <a:gdLst>
                <a:gd name="connsiteX0" fmla="*/ 25192 w 77204"/>
                <a:gd name="connsiteY0" fmla="*/ 9830 h 104392"/>
                <a:gd name="connsiteX1" fmla="*/ 34574 w 77204"/>
                <a:gd name="connsiteY1" fmla="*/ 2516 h 104392"/>
                <a:gd name="connsiteX2" fmla="*/ 48980 w 77204"/>
                <a:gd name="connsiteY2" fmla="*/ 226 h 104392"/>
                <a:gd name="connsiteX3" fmla="*/ 62795 w 77204"/>
                <a:gd name="connsiteY3" fmla="*/ 6358 h 104392"/>
                <a:gd name="connsiteX4" fmla="*/ 73286 w 77204"/>
                <a:gd name="connsiteY4" fmla="*/ 20395 h 104392"/>
                <a:gd name="connsiteX5" fmla="*/ 77201 w 77204"/>
                <a:gd name="connsiteY5" fmla="*/ 37534 h 104392"/>
                <a:gd name="connsiteX6" fmla="*/ 72990 w 77204"/>
                <a:gd name="connsiteY6" fmla="*/ 52088 h 104392"/>
                <a:gd name="connsiteX7" fmla="*/ 61909 w 77204"/>
                <a:gd name="connsiteY7" fmla="*/ 61618 h 104392"/>
                <a:gd name="connsiteX8" fmla="*/ 50310 w 77204"/>
                <a:gd name="connsiteY8" fmla="*/ 63982 h 104392"/>
                <a:gd name="connsiteX9" fmla="*/ 40263 w 77204"/>
                <a:gd name="connsiteY9" fmla="*/ 60879 h 104392"/>
                <a:gd name="connsiteX10" fmla="*/ 56664 w 77204"/>
                <a:gd name="connsiteY10" fmla="*/ 96340 h 104392"/>
                <a:gd name="connsiteX11" fmla="*/ 39229 w 77204"/>
                <a:gd name="connsiteY11" fmla="*/ 104393 h 104392"/>
                <a:gd name="connsiteX12" fmla="*/ 0 w 77204"/>
                <a:gd name="connsiteY12" fmla="*/ 19360 h 104392"/>
                <a:gd name="connsiteX13" fmla="*/ 17435 w 77204"/>
                <a:gd name="connsiteY13" fmla="*/ 11308 h 104392"/>
                <a:gd name="connsiteX14" fmla="*/ 21203 w 77204"/>
                <a:gd name="connsiteY14" fmla="*/ 19434 h 104392"/>
                <a:gd name="connsiteX15" fmla="*/ 25266 w 77204"/>
                <a:gd name="connsiteY15" fmla="*/ 9682 h 104392"/>
                <a:gd name="connsiteX16" fmla="*/ 47133 w 77204"/>
                <a:gd name="connsiteY16" fmla="*/ 19951 h 104392"/>
                <a:gd name="connsiteX17" fmla="*/ 36495 w 77204"/>
                <a:gd name="connsiteY17" fmla="*/ 20321 h 104392"/>
                <a:gd name="connsiteX18" fmla="*/ 29403 w 77204"/>
                <a:gd name="connsiteY18" fmla="*/ 28226 h 104392"/>
                <a:gd name="connsiteX19" fmla="*/ 30585 w 77204"/>
                <a:gd name="connsiteY19" fmla="*/ 40341 h 104392"/>
                <a:gd name="connsiteX20" fmla="*/ 39007 w 77204"/>
                <a:gd name="connsiteY20" fmla="*/ 49059 h 104392"/>
                <a:gd name="connsiteX21" fmla="*/ 49571 w 77204"/>
                <a:gd name="connsiteY21" fmla="*/ 48837 h 104392"/>
                <a:gd name="connsiteX22" fmla="*/ 56664 w 77204"/>
                <a:gd name="connsiteY22" fmla="*/ 40858 h 104392"/>
                <a:gd name="connsiteX23" fmla="*/ 55482 w 77204"/>
                <a:gd name="connsiteY23" fmla="*/ 28669 h 104392"/>
                <a:gd name="connsiteX24" fmla="*/ 47060 w 77204"/>
                <a:gd name="connsiteY24" fmla="*/ 19951 h 10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7204" h="104392">
                  <a:moveTo>
                    <a:pt x="25192" y="9830"/>
                  </a:moveTo>
                  <a:cubicBezTo>
                    <a:pt x="27408" y="6801"/>
                    <a:pt x="30511" y="4363"/>
                    <a:pt x="34574" y="2516"/>
                  </a:cubicBezTo>
                  <a:cubicBezTo>
                    <a:pt x="39303" y="374"/>
                    <a:pt x="44105" y="-439"/>
                    <a:pt x="48980" y="226"/>
                  </a:cubicBezTo>
                  <a:cubicBezTo>
                    <a:pt x="53856" y="891"/>
                    <a:pt x="58511" y="2960"/>
                    <a:pt x="62795" y="6358"/>
                  </a:cubicBezTo>
                  <a:cubicBezTo>
                    <a:pt x="67080" y="9830"/>
                    <a:pt x="70552" y="14484"/>
                    <a:pt x="73286" y="20395"/>
                  </a:cubicBezTo>
                  <a:cubicBezTo>
                    <a:pt x="76019" y="26305"/>
                    <a:pt x="77275" y="32067"/>
                    <a:pt x="77201" y="37534"/>
                  </a:cubicBezTo>
                  <a:cubicBezTo>
                    <a:pt x="77127" y="43001"/>
                    <a:pt x="75650" y="47951"/>
                    <a:pt x="72990" y="52088"/>
                  </a:cubicBezTo>
                  <a:cubicBezTo>
                    <a:pt x="70331" y="56225"/>
                    <a:pt x="66637" y="59475"/>
                    <a:pt x="61909" y="61618"/>
                  </a:cubicBezTo>
                  <a:cubicBezTo>
                    <a:pt x="57993" y="63465"/>
                    <a:pt x="54078" y="64204"/>
                    <a:pt x="50310" y="63982"/>
                  </a:cubicBezTo>
                  <a:cubicBezTo>
                    <a:pt x="46542" y="63760"/>
                    <a:pt x="43144" y="62726"/>
                    <a:pt x="40263" y="60879"/>
                  </a:cubicBezTo>
                  <a:lnTo>
                    <a:pt x="56664" y="96340"/>
                  </a:lnTo>
                  <a:lnTo>
                    <a:pt x="39229" y="104393"/>
                  </a:lnTo>
                  <a:lnTo>
                    <a:pt x="0" y="19360"/>
                  </a:lnTo>
                  <a:lnTo>
                    <a:pt x="17435" y="11308"/>
                  </a:lnTo>
                  <a:lnTo>
                    <a:pt x="21203" y="19434"/>
                  </a:lnTo>
                  <a:cubicBezTo>
                    <a:pt x="21646" y="15962"/>
                    <a:pt x="22976" y="12711"/>
                    <a:pt x="25266" y="9682"/>
                  </a:cubicBezTo>
                  <a:close/>
                  <a:moveTo>
                    <a:pt x="47133" y="19951"/>
                  </a:moveTo>
                  <a:cubicBezTo>
                    <a:pt x="43587" y="18548"/>
                    <a:pt x="40041" y="18695"/>
                    <a:pt x="36495" y="20321"/>
                  </a:cubicBezTo>
                  <a:cubicBezTo>
                    <a:pt x="33023" y="21946"/>
                    <a:pt x="30659" y="24532"/>
                    <a:pt x="29403" y="28226"/>
                  </a:cubicBezTo>
                  <a:cubicBezTo>
                    <a:pt x="28147" y="31919"/>
                    <a:pt x="28590" y="35909"/>
                    <a:pt x="30585" y="40341"/>
                  </a:cubicBezTo>
                  <a:cubicBezTo>
                    <a:pt x="32654" y="44774"/>
                    <a:pt x="35461" y="47655"/>
                    <a:pt x="39007" y="49059"/>
                  </a:cubicBezTo>
                  <a:cubicBezTo>
                    <a:pt x="42627" y="50462"/>
                    <a:pt x="46099" y="50389"/>
                    <a:pt x="49571" y="48837"/>
                  </a:cubicBezTo>
                  <a:cubicBezTo>
                    <a:pt x="53044" y="47286"/>
                    <a:pt x="55408" y="44552"/>
                    <a:pt x="56664" y="40858"/>
                  </a:cubicBezTo>
                  <a:cubicBezTo>
                    <a:pt x="57920" y="37165"/>
                    <a:pt x="57550" y="33101"/>
                    <a:pt x="55482" y="28669"/>
                  </a:cubicBezTo>
                  <a:cubicBezTo>
                    <a:pt x="53413" y="24236"/>
                    <a:pt x="50606" y="21355"/>
                    <a:pt x="47060" y="19951"/>
                  </a:cubicBezTo>
                  <a:close/>
                </a:path>
              </a:pathLst>
            </a:custGeom>
            <a:solidFill>
              <a:srgbClr val="00B075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29" name="Freeform: Shape 1062">
              <a:extLst>
                <a:ext uri="{FF2B5EF4-FFF2-40B4-BE49-F238E27FC236}">
                  <a16:creationId xmlns:a16="http://schemas.microsoft.com/office/drawing/2014/main" id="{82A9166A-100B-6361-684D-2D02AFCF97D9}"/>
                </a:ext>
              </a:extLst>
            </p:cNvPr>
            <p:cNvSpPr/>
            <p:nvPr/>
          </p:nvSpPr>
          <p:spPr>
            <a:xfrm>
              <a:off x="11225777" y="8703863"/>
              <a:ext cx="79127" cy="104535"/>
            </a:xfrm>
            <a:custGeom>
              <a:avLst/>
              <a:gdLst>
                <a:gd name="connsiteX0" fmla="*/ 23641 w 79127"/>
                <a:gd name="connsiteY0" fmla="*/ 12707 h 104535"/>
                <a:gd name="connsiteX1" fmla="*/ 31915 w 79127"/>
                <a:gd name="connsiteY1" fmla="*/ 4211 h 104535"/>
                <a:gd name="connsiteX2" fmla="*/ 45878 w 79127"/>
                <a:gd name="connsiteY2" fmla="*/ 0 h 104535"/>
                <a:gd name="connsiteX3" fmla="*/ 60357 w 79127"/>
                <a:gd name="connsiteY3" fmla="*/ 4211 h 104535"/>
                <a:gd name="connsiteX4" fmla="*/ 72695 w 79127"/>
                <a:gd name="connsiteY4" fmla="*/ 16696 h 104535"/>
                <a:gd name="connsiteX5" fmla="*/ 78901 w 79127"/>
                <a:gd name="connsiteY5" fmla="*/ 33171 h 104535"/>
                <a:gd name="connsiteX6" fmla="*/ 76684 w 79127"/>
                <a:gd name="connsiteY6" fmla="*/ 48168 h 104535"/>
                <a:gd name="connsiteX7" fmla="*/ 67006 w 79127"/>
                <a:gd name="connsiteY7" fmla="*/ 59102 h 104535"/>
                <a:gd name="connsiteX8" fmla="*/ 55851 w 79127"/>
                <a:gd name="connsiteY8" fmla="*/ 63017 h 104535"/>
                <a:gd name="connsiteX9" fmla="*/ 45508 w 79127"/>
                <a:gd name="connsiteY9" fmla="*/ 61244 h 104535"/>
                <a:gd name="connsiteX10" fmla="*/ 66563 w 79127"/>
                <a:gd name="connsiteY10" fmla="*/ 94193 h 104535"/>
                <a:gd name="connsiteX11" fmla="*/ 50384 w 79127"/>
                <a:gd name="connsiteY11" fmla="*/ 104536 h 104535"/>
                <a:gd name="connsiteX12" fmla="*/ 0 w 79127"/>
                <a:gd name="connsiteY12" fmla="*/ 25635 h 104535"/>
                <a:gd name="connsiteX13" fmla="*/ 16179 w 79127"/>
                <a:gd name="connsiteY13" fmla="*/ 15293 h 104535"/>
                <a:gd name="connsiteX14" fmla="*/ 20981 w 79127"/>
                <a:gd name="connsiteY14" fmla="*/ 22828 h 104535"/>
                <a:gd name="connsiteX15" fmla="*/ 23641 w 79127"/>
                <a:gd name="connsiteY15" fmla="*/ 12633 h 104535"/>
                <a:gd name="connsiteX16" fmla="*/ 46764 w 79127"/>
                <a:gd name="connsiteY16" fmla="*/ 19725 h 104535"/>
                <a:gd name="connsiteX17" fmla="*/ 36274 w 79127"/>
                <a:gd name="connsiteY17" fmla="*/ 21498 h 104535"/>
                <a:gd name="connsiteX18" fmla="*/ 30363 w 79127"/>
                <a:gd name="connsiteY18" fmla="*/ 30290 h 104535"/>
                <a:gd name="connsiteX19" fmla="*/ 33171 w 79127"/>
                <a:gd name="connsiteY19" fmla="*/ 42110 h 104535"/>
                <a:gd name="connsiteX20" fmla="*/ 42701 w 79127"/>
                <a:gd name="connsiteY20" fmla="*/ 49645 h 104535"/>
                <a:gd name="connsiteX21" fmla="*/ 53191 w 79127"/>
                <a:gd name="connsiteY21" fmla="*/ 47946 h 104535"/>
                <a:gd name="connsiteX22" fmla="*/ 59175 w 79127"/>
                <a:gd name="connsiteY22" fmla="*/ 39081 h 104535"/>
                <a:gd name="connsiteX23" fmla="*/ 56368 w 79127"/>
                <a:gd name="connsiteY23" fmla="*/ 27187 h 104535"/>
                <a:gd name="connsiteX24" fmla="*/ 46838 w 79127"/>
                <a:gd name="connsiteY24" fmla="*/ 19725 h 104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9127" h="104535">
                  <a:moveTo>
                    <a:pt x="23641" y="12707"/>
                  </a:moveTo>
                  <a:cubicBezTo>
                    <a:pt x="25414" y="9383"/>
                    <a:pt x="28221" y="6575"/>
                    <a:pt x="31915" y="4211"/>
                  </a:cubicBezTo>
                  <a:cubicBezTo>
                    <a:pt x="36274" y="1404"/>
                    <a:pt x="40928" y="0"/>
                    <a:pt x="45878" y="0"/>
                  </a:cubicBezTo>
                  <a:cubicBezTo>
                    <a:pt x="50827" y="0"/>
                    <a:pt x="55703" y="1404"/>
                    <a:pt x="60357" y="4211"/>
                  </a:cubicBezTo>
                  <a:cubicBezTo>
                    <a:pt x="65086" y="7018"/>
                    <a:pt x="69149" y="11229"/>
                    <a:pt x="72695" y="16696"/>
                  </a:cubicBezTo>
                  <a:cubicBezTo>
                    <a:pt x="76241" y="22163"/>
                    <a:pt x="78236" y="27704"/>
                    <a:pt x="78901" y="33171"/>
                  </a:cubicBezTo>
                  <a:cubicBezTo>
                    <a:pt x="79565" y="38638"/>
                    <a:pt x="78753" y="43661"/>
                    <a:pt x="76684" y="48168"/>
                  </a:cubicBezTo>
                  <a:cubicBezTo>
                    <a:pt x="74616" y="52674"/>
                    <a:pt x="71365" y="56368"/>
                    <a:pt x="67006" y="59102"/>
                  </a:cubicBezTo>
                  <a:cubicBezTo>
                    <a:pt x="63313" y="61466"/>
                    <a:pt x="59619" y="62722"/>
                    <a:pt x="55851" y="63017"/>
                  </a:cubicBezTo>
                  <a:cubicBezTo>
                    <a:pt x="52083" y="63313"/>
                    <a:pt x="48611" y="62722"/>
                    <a:pt x="45508" y="61244"/>
                  </a:cubicBezTo>
                  <a:lnTo>
                    <a:pt x="66563" y="94193"/>
                  </a:lnTo>
                  <a:lnTo>
                    <a:pt x="50384" y="104536"/>
                  </a:lnTo>
                  <a:lnTo>
                    <a:pt x="0" y="25635"/>
                  </a:lnTo>
                  <a:lnTo>
                    <a:pt x="16179" y="15293"/>
                  </a:lnTo>
                  <a:lnTo>
                    <a:pt x="20981" y="22828"/>
                  </a:lnTo>
                  <a:cubicBezTo>
                    <a:pt x="20981" y="19356"/>
                    <a:pt x="21868" y="15957"/>
                    <a:pt x="23641" y="12633"/>
                  </a:cubicBezTo>
                  <a:close/>
                  <a:moveTo>
                    <a:pt x="46764" y="19725"/>
                  </a:moveTo>
                  <a:cubicBezTo>
                    <a:pt x="43070" y="18839"/>
                    <a:pt x="39524" y="19430"/>
                    <a:pt x="36274" y="21498"/>
                  </a:cubicBezTo>
                  <a:cubicBezTo>
                    <a:pt x="33023" y="23567"/>
                    <a:pt x="31102" y="26448"/>
                    <a:pt x="30363" y="30290"/>
                  </a:cubicBezTo>
                  <a:cubicBezTo>
                    <a:pt x="29625" y="34057"/>
                    <a:pt x="30585" y="38047"/>
                    <a:pt x="33171" y="42110"/>
                  </a:cubicBezTo>
                  <a:cubicBezTo>
                    <a:pt x="35756" y="46173"/>
                    <a:pt x="38933" y="48685"/>
                    <a:pt x="42701" y="49645"/>
                  </a:cubicBezTo>
                  <a:cubicBezTo>
                    <a:pt x="46469" y="50606"/>
                    <a:pt x="49941" y="50015"/>
                    <a:pt x="53191" y="47946"/>
                  </a:cubicBezTo>
                  <a:cubicBezTo>
                    <a:pt x="56442" y="45877"/>
                    <a:pt x="58363" y="42922"/>
                    <a:pt x="59175" y="39081"/>
                  </a:cubicBezTo>
                  <a:cubicBezTo>
                    <a:pt x="59914" y="35239"/>
                    <a:pt x="58954" y="31250"/>
                    <a:pt x="56368" y="27187"/>
                  </a:cubicBezTo>
                  <a:cubicBezTo>
                    <a:pt x="53782" y="23124"/>
                    <a:pt x="50606" y="20612"/>
                    <a:pt x="46838" y="19725"/>
                  </a:cubicBezTo>
                  <a:close/>
                </a:path>
              </a:pathLst>
            </a:custGeom>
            <a:solidFill>
              <a:srgbClr val="00B075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30" name="Freeform: Shape 1063">
              <a:extLst>
                <a:ext uri="{FF2B5EF4-FFF2-40B4-BE49-F238E27FC236}">
                  <a16:creationId xmlns:a16="http://schemas.microsoft.com/office/drawing/2014/main" id="{E3FF5ABE-2B22-82D4-9292-530E8A987181}"/>
                </a:ext>
              </a:extLst>
            </p:cNvPr>
            <p:cNvSpPr/>
            <p:nvPr/>
          </p:nvSpPr>
          <p:spPr>
            <a:xfrm>
              <a:off x="11298712" y="8659923"/>
              <a:ext cx="66490" cy="66645"/>
            </a:xfrm>
            <a:custGeom>
              <a:avLst/>
              <a:gdLst>
                <a:gd name="connsiteX0" fmla="*/ 38841 w 66490"/>
                <a:gd name="connsiteY0" fmla="*/ 66029 h 66645"/>
                <a:gd name="connsiteX1" fmla="*/ 22662 w 66490"/>
                <a:gd name="connsiteY1" fmla="*/ 64773 h 66645"/>
                <a:gd name="connsiteX2" fmla="*/ 8329 w 66490"/>
                <a:gd name="connsiteY2" fmla="*/ 54283 h 66645"/>
                <a:gd name="connsiteX3" fmla="*/ 498 w 66490"/>
                <a:gd name="connsiteY3" fmla="*/ 38326 h 66645"/>
                <a:gd name="connsiteX4" fmla="*/ 2124 w 66490"/>
                <a:gd name="connsiteY4" fmla="*/ 22073 h 66645"/>
                <a:gd name="connsiteX5" fmla="*/ 12319 w 66490"/>
                <a:gd name="connsiteY5" fmla="*/ 8331 h 66645"/>
                <a:gd name="connsiteX6" fmla="*/ 27611 w 66490"/>
                <a:gd name="connsiteY6" fmla="*/ 648 h 66645"/>
                <a:gd name="connsiteX7" fmla="*/ 43938 w 66490"/>
                <a:gd name="connsiteY7" fmla="*/ 1904 h 66645"/>
                <a:gd name="connsiteX8" fmla="*/ 58270 w 66490"/>
                <a:gd name="connsiteY8" fmla="*/ 12321 h 66645"/>
                <a:gd name="connsiteX9" fmla="*/ 66027 w 66490"/>
                <a:gd name="connsiteY9" fmla="*/ 28278 h 66645"/>
                <a:gd name="connsiteX10" fmla="*/ 64328 w 66490"/>
                <a:gd name="connsiteY10" fmla="*/ 44605 h 66645"/>
                <a:gd name="connsiteX11" fmla="*/ 54133 w 66490"/>
                <a:gd name="connsiteY11" fmla="*/ 58420 h 66645"/>
                <a:gd name="connsiteX12" fmla="*/ 38914 w 66490"/>
                <a:gd name="connsiteY12" fmla="*/ 66029 h 66645"/>
                <a:gd name="connsiteX13" fmla="*/ 47854 w 66490"/>
                <a:gd name="connsiteY13" fmla="*/ 36405 h 66645"/>
                <a:gd name="connsiteX14" fmla="*/ 43273 w 66490"/>
                <a:gd name="connsiteY14" fmla="*/ 24954 h 66645"/>
                <a:gd name="connsiteX15" fmla="*/ 32857 w 66490"/>
                <a:gd name="connsiteY15" fmla="*/ 18379 h 66645"/>
                <a:gd name="connsiteX16" fmla="*/ 23105 w 66490"/>
                <a:gd name="connsiteY16" fmla="*/ 21186 h 66645"/>
                <a:gd name="connsiteX17" fmla="*/ 18524 w 66490"/>
                <a:gd name="connsiteY17" fmla="*/ 30273 h 66645"/>
                <a:gd name="connsiteX18" fmla="*/ 23253 w 66490"/>
                <a:gd name="connsiteY18" fmla="*/ 41650 h 66645"/>
                <a:gd name="connsiteX19" fmla="*/ 33595 w 66490"/>
                <a:gd name="connsiteY19" fmla="*/ 48299 h 66645"/>
                <a:gd name="connsiteX20" fmla="*/ 43273 w 66490"/>
                <a:gd name="connsiteY20" fmla="*/ 45565 h 66645"/>
                <a:gd name="connsiteX21" fmla="*/ 47854 w 66490"/>
                <a:gd name="connsiteY21" fmla="*/ 36405 h 6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6490" h="66645">
                  <a:moveTo>
                    <a:pt x="38841" y="66029"/>
                  </a:moveTo>
                  <a:cubicBezTo>
                    <a:pt x="33374" y="67138"/>
                    <a:pt x="27981" y="66768"/>
                    <a:pt x="22662" y="64773"/>
                  </a:cubicBezTo>
                  <a:cubicBezTo>
                    <a:pt x="17342" y="62779"/>
                    <a:pt x="12540" y="59307"/>
                    <a:pt x="8329" y="54283"/>
                  </a:cubicBezTo>
                  <a:cubicBezTo>
                    <a:pt x="4118" y="49259"/>
                    <a:pt x="1533" y="44014"/>
                    <a:pt x="498" y="38326"/>
                  </a:cubicBezTo>
                  <a:cubicBezTo>
                    <a:pt x="-536" y="32711"/>
                    <a:pt x="55" y="27244"/>
                    <a:pt x="2124" y="22073"/>
                  </a:cubicBezTo>
                  <a:cubicBezTo>
                    <a:pt x="4192" y="16901"/>
                    <a:pt x="7591" y="12247"/>
                    <a:pt x="12319" y="8331"/>
                  </a:cubicBezTo>
                  <a:cubicBezTo>
                    <a:pt x="17047" y="4416"/>
                    <a:pt x="22144" y="1830"/>
                    <a:pt x="27611" y="648"/>
                  </a:cubicBezTo>
                  <a:cubicBezTo>
                    <a:pt x="33078" y="-534"/>
                    <a:pt x="38545" y="-90"/>
                    <a:pt x="43938" y="1904"/>
                  </a:cubicBezTo>
                  <a:cubicBezTo>
                    <a:pt x="49331" y="3899"/>
                    <a:pt x="54133" y="7371"/>
                    <a:pt x="58270" y="12321"/>
                  </a:cubicBezTo>
                  <a:cubicBezTo>
                    <a:pt x="62481" y="17344"/>
                    <a:pt x="65067" y="22664"/>
                    <a:pt x="66027" y="28278"/>
                  </a:cubicBezTo>
                  <a:cubicBezTo>
                    <a:pt x="66988" y="33893"/>
                    <a:pt x="66471" y="39360"/>
                    <a:pt x="64328" y="44605"/>
                  </a:cubicBezTo>
                  <a:cubicBezTo>
                    <a:pt x="62186" y="49850"/>
                    <a:pt x="58787" y="54431"/>
                    <a:pt x="54133" y="58420"/>
                  </a:cubicBezTo>
                  <a:cubicBezTo>
                    <a:pt x="49405" y="62409"/>
                    <a:pt x="44308" y="64921"/>
                    <a:pt x="38914" y="66029"/>
                  </a:cubicBezTo>
                  <a:close/>
                  <a:moveTo>
                    <a:pt x="47854" y="36405"/>
                  </a:moveTo>
                  <a:cubicBezTo>
                    <a:pt x="48075" y="32637"/>
                    <a:pt x="46598" y="28795"/>
                    <a:pt x="43273" y="24954"/>
                  </a:cubicBezTo>
                  <a:cubicBezTo>
                    <a:pt x="40023" y="21038"/>
                    <a:pt x="36550" y="18896"/>
                    <a:pt x="32857" y="18379"/>
                  </a:cubicBezTo>
                  <a:cubicBezTo>
                    <a:pt x="29163" y="17936"/>
                    <a:pt x="25912" y="18822"/>
                    <a:pt x="23105" y="21186"/>
                  </a:cubicBezTo>
                  <a:cubicBezTo>
                    <a:pt x="20224" y="23624"/>
                    <a:pt x="18746" y="26653"/>
                    <a:pt x="18524" y="30273"/>
                  </a:cubicBezTo>
                  <a:cubicBezTo>
                    <a:pt x="18377" y="33893"/>
                    <a:pt x="19928" y="37734"/>
                    <a:pt x="23253" y="41650"/>
                  </a:cubicBezTo>
                  <a:cubicBezTo>
                    <a:pt x="26503" y="45565"/>
                    <a:pt x="29975" y="47708"/>
                    <a:pt x="33595" y="48299"/>
                  </a:cubicBezTo>
                  <a:cubicBezTo>
                    <a:pt x="37215" y="48816"/>
                    <a:pt x="40392" y="47930"/>
                    <a:pt x="43273" y="45565"/>
                  </a:cubicBezTo>
                  <a:cubicBezTo>
                    <a:pt x="46081" y="43201"/>
                    <a:pt x="47632" y="40173"/>
                    <a:pt x="47854" y="36405"/>
                  </a:cubicBezTo>
                  <a:close/>
                </a:path>
              </a:pathLst>
            </a:custGeom>
            <a:solidFill>
              <a:srgbClr val="00B075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31" name="Freeform: Shape 1064">
              <a:extLst>
                <a:ext uri="{FF2B5EF4-FFF2-40B4-BE49-F238E27FC236}">
                  <a16:creationId xmlns:a16="http://schemas.microsoft.com/office/drawing/2014/main" id="{4A5FAAB1-4D56-D1C8-C4D3-1F951042A43D}"/>
                </a:ext>
              </a:extLst>
            </p:cNvPr>
            <p:cNvSpPr/>
            <p:nvPr/>
          </p:nvSpPr>
          <p:spPr>
            <a:xfrm>
              <a:off x="11343906" y="8611738"/>
              <a:ext cx="58879" cy="72473"/>
            </a:xfrm>
            <a:custGeom>
              <a:avLst/>
              <a:gdLst>
                <a:gd name="connsiteX0" fmla="*/ 20833 w 58879"/>
                <a:gd name="connsiteY0" fmla="*/ 10195 h 72473"/>
                <a:gd name="connsiteX1" fmla="*/ 26522 w 58879"/>
                <a:gd name="connsiteY1" fmla="*/ 0 h 72473"/>
                <a:gd name="connsiteX2" fmla="*/ 41297 w 58879"/>
                <a:gd name="connsiteY2" fmla="*/ 14332 h 72473"/>
                <a:gd name="connsiteX3" fmla="*/ 37603 w 58879"/>
                <a:gd name="connsiteY3" fmla="*/ 18100 h 72473"/>
                <a:gd name="connsiteX4" fmla="*/ 32358 w 58879"/>
                <a:gd name="connsiteY4" fmla="*/ 27999 h 72473"/>
                <a:gd name="connsiteX5" fmla="*/ 37751 w 58879"/>
                <a:gd name="connsiteY5" fmla="*/ 38194 h 72473"/>
                <a:gd name="connsiteX6" fmla="*/ 58880 w 58879"/>
                <a:gd name="connsiteY6" fmla="*/ 58658 h 72473"/>
                <a:gd name="connsiteX7" fmla="*/ 45508 w 58879"/>
                <a:gd name="connsiteY7" fmla="*/ 72473 h 72473"/>
                <a:gd name="connsiteX8" fmla="*/ 0 w 58879"/>
                <a:gd name="connsiteY8" fmla="*/ 28295 h 72473"/>
                <a:gd name="connsiteX9" fmla="*/ 13372 w 58879"/>
                <a:gd name="connsiteY9" fmla="*/ 14480 h 72473"/>
                <a:gd name="connsiteX10" fmla="*/ 20981 w 58879"/>
                <a:gd name="connsiteY10" fmla="*/ 21868 h 72473"/>
                <a:gd name="connsiteX11" fmla="*/ 20981 w 58879"/>
                <a:gd name="connsiteY11" fmla="*/ 10047 h 72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879" h="72473">
                  <a:moveTo>
                    <a:pt x="20833" y="10195"/>
                  </a:moveTo>
                  <a:cubicBezTo>
                    <a:pt x="21720" y="6354"/>
                    <a:pt x="23641" y="2955"/>
                    <a:pt x="26522" y="0"/>
                  </a:cubicBezTo>
                  <a:lnTo>
                    <a:pt x="41297" y="14332"/>
                  </a:lnTo>
                  <a:lnTo>
                    <a:pt x="37603" y="18100"/>
                  </a:lnTo>
                  <a:cubicBezTo>
                    <a:pt x="34279" y="21572"/>
                    <a:pt x="32506" y="24823"/>
                    <a:pt x="32358" y="27999"/>
                  </a:cubicBezTo>
                  <a:cubicBezTo>
                    <a:pt x="32210" y="31176"/>
                    <a:pt x="33983" y="34574"/>
                    <a:pt x="37751" y="38194"/>
                  </a:cubicBezTo>
                  <a:lnTo>
                    <a:pt x="58880" y="58658"/>
                  </a:lnTo>
                  <a:lnTo>
                    <a:pt x="45508" y="72473"/>
                  </a:lnTo>
                  <a:lnTo>
                    <a:pt x="0" y="28295"/>
                  </a:lnTo>
                  <a:lnTo>
                    <a:pt x="13372" y="14480"/>
                  </a:lnTo>
                  <a:lnTo>
                    <a:pt x="20981" y="21868"/>
                  </a:lnTo>
                  <a:cubicBezTo>
                    <a:pt x="20021" y="17804"/>
                    <a:pt x="20021" y="13889"/>
                    <a:pt x="20981" y="10047"/>
                  </a:cubicBezTo>
                  <a:close/>
                </a:path>
              </a:pathLst>
            </a:custGeom>
            <a:solidFill>
              <a:srgbClr val="00B075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32" name="Freeform: Shape 1065">
              <a:extLst>
                <a:ext uri="{FF2B5EF4-FFF2-40B4-BE49-F238E27FC236}">
                  <a16:creationId xmlns:a16="http://schemas.microsoft.com/office/drawing/2014/main" id="{E699AEDC-9601-4E0A-C8B2-684D0BFD9AFA}"/>
                </a:ext>
              </a:extLst>
            </p:cNvPr>
            <p:cNvSpPr/>
            <p:nvPr/>
          </p:nvSpPr>
          <p:spPr>
            <a:xfrm>
              <a:off x="11367030" y="8578198"/>
              <a:ext cx="81042" cy="57426"/>
            </a:xfrm>
            <a:custGeom>
              <a:avLst/>
              <a:gdLst>
                <a:gd name="connsiteX0" fmla="*/ 68336 w 81042"/>
                <a:gd name="connsiteY0" fmla="*/ 29994 h 57426"/>
                <a:gd name="connsiteX1" fmla="*/ 81043 w 81042"/>
                <a:gd name="connsiteY1" fmla="*/ 40484 h 57426"/>
                <a:gd name="connsiteX2" fmla="*/ 74837 w 81042"/>
                <a:gd name="connsiteY2" fmla="*/ 48020 h 57426"/>
                <a:gd name="connsiteX3" fmla="*/ 60431 w 81042"/>
                <a:gd name="connsiteY3" fmla="*/ 57255 h 57426"/>
                <a:gd name="connsiteX4" fmla="*/ 43735 w 81042"/>
                <a:gd name="connsiteY4" fmla="*/ 50975 h 57426"/>
                <a:gd name="connsiteX5" fmla="*/ 24305 w 81042"/>
                <a:gd name="connsiteY5" fmla="*/ 34870 h 57426"/>
                <a:gd name="connsiteX6" fmla="*/ 19430 w 81042"/>
                <a:gd name="connsiteY6" fmla="*/ 40780 h 57426"/>
                <a:gd name="connsiteX7" fmla="*/ 7018 w 81042"/>
                <a:gd name="connsiteY7" fmla="*/ 30511 h 57426"/>
                <a:gd name="connsiteX8" fmla="*/ 11894 w 81042"/>
                <a:gd name="connsiteY8" fmla="*/ 24601 h 57426"/>
                <a:gd name="connsiteX9" fmla="*/ 0 w 81042"/>
                <a:gd name="connsiteY9" fmla="*/ 14775 h 57426"/>
                <a:gd name="connsiteX10" fmla="*/ 12263 w 81042"/>
                <a:gd name="connsiteY10" fmla="*/ 0 h 57426"/>
                <a:gd name="connsiteX11" fmla="*/ 24158 w 81042"/>
                <a:gd name="connsiteY11" fmla="*/ 9826 h 57426"/>
                <a:gd name="connsiteX12" fmla="*/ 32210 w 81042"/>
                <a:gd name="connsiteY12" fmla="*/ 148 h 57426"/>
                <a:gd name="connsiteX13" fmla="*/ 44622 w 81042"/>
                <a:gd name="connsiteY13" fmla="*/ 10416 h 57426"/>
                <a:gd name="connsiteX14" fmla="*/ 36569 w 81042"/>
                <a:gd name="connsiteY14" fmla="*/ 20094 h 57426"/>
                <a:gd name="connsiteX15" fmla="*/ 56146 w 81042"/>
                <a:gd name="connsiteY15" fmla="*/ 36347 h 57426"/>
                <a:gd name="connsiteX16" fmla="*/ 60136 w 81042"/>
                <a:gd name="connsiteY16" fmla="*/ 37899 h 57426"/>
                <a:gd name="connsiteX17" fmla="*/ 63977 w 81042"/>
                <a:gd name="connsiteY17" fmla="*/ 35239 h 57426"/>
                <a:gd name="connsiteX18" fmla="*/ 68336 w 81042"/>
                <a:gd name="connsiteY18" fmla="*/ 29994 h 5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1042" h="57426">
                  <a:moveTo>
                    <a:pt x="68336" y="29994"/>
                  </a:moveTo>
                  <a:lnTo>
                    <a:pt x="81043" y="40484"/>
                  </a:lnTo>
                  <a:lnTo>
                    <a:pt x="74837" y="48020"/>
                  </a:lnTo>
                  <a:cubicBezTo>
                    <a:pt x="70405" y="53413"/>
                    <a:pt x="65603" y="56442"/>
                    <a:pt x="60431" y="57255"/>
                  </a:cubicBezTo>
                  <a:cubicBezTo>
                    <a:pt x="55260" y="58067"/>
                    <a:pt x="49719" y="55999"/>
                    <a:pt x="43735" y="50975"/>
                  </a:cubicBezTo>
                  <a:lnTo>
                    <a:pt x="24305" y="34870"/>
                  </a:lnTo>
                  <a:lnTo>
                    <a:pt x="19430" y="40780"/>
                  </a:lnTo>
                  <a:lnTo>
                    <a:pt x="7018" y="30511"/>
                  </a:lnTo>
                  <a:lnTo>
                    <a:pt x="11894" y="24601"/>
                  </a:lnTo>
                  <a:lnTo>
                    <a:pt x="0" y="14775"/>
                  </a:lnTo>
                  <a:lnTo>
                    <a:pt x="12263" y="0"/>
                  </a:lnTo>
                  <a:lnTo>
                    <a:pt x="24158" y="9826"/>
                  </a:lnTo>
                  <a:lnTo>
                    <a:pt x="32210" y="148"/>
                  </a:lnTo>
                  <a:lnTo>
                    <a:pt x="44622" y="10416"/>
                  </a:lnTo>
                  <a:lnTo>
                    <a:pt x="36569" y="20094"/>
                  </a:lnTo>
                  <a:lnTo>
                    <a:pt x="56146" y="36347"/>
                  </a:lnTo>
                  <a:cubicBezTo>
                    <a:pt x="57624" y="37529"/>
                    <a:pt x="58954" y="38120"/>
                    <a:pt x="60136" y="37899"/>
                  </a:cubicBezTo>
                  <a:cubicBezTo>
                    <a:pt x="61318" y="37751"/>
                    <a:pt x="62648" y="36864"/>
                    <a:pt x="63977" y="35239"/>
                  </a:cubicBezTo>
                  <a:lnTo>
                    <a:pt x="68336" y="29994"/>
                  </a:lnTo>
                  <a:close/>
                </a:path>
              </a:pathLst>
            </a:custGeom>
            <a:solidFill>
              <a:srgbClr val="00B075"/>
            </a:solidFill>
            <a:ln w="7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8A44CD96-D90E-E6FC-33DC-32EC910F957B}"/>
              </a:ext>
            </a:extLst>
          </p:cNvPr>
          <p:cNvGrpSpPr/>
          <p:nvPr/>
        </p:nvGrpSpPr>
        <p:grpSpPr>
          <a:xfrm>
            <a:off x="8268499" y="2103907"/>
            <a:ext cx="1739578" cy="846618"/>
            <a:chOff x="4591882" y="3500018"/>
            <a:chExt cx="1045018" cy="51127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01C2F7CF-3351-E3DE-2D33-E5C4CE083E9C}"/>
                </a:ext>
              </a:extLst>
            </p:cNvPr>
            <p:cNvSpPr txBox="1"/>
            <p:nvPr/>
          </p:nvSpPr>
          <p:spPr>
            <a:xfrm>
              <a:off x="4591882" y="3500018"/>
              <a:ext cx="1045018" cy="5112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950" spc="0" baseline="0" dirty="0">
                  <a:ln/>
                  <a:latin typeface="Poppins Light" panose="00000400000000000000" pitchFamily="2" charset="0"/>
                  <a:cs typeface="Poppins Light" panose="00000400000000000000" pitchFamily="2" charset="0"/>
                  <a:sym typeface="Poppins"/>
                  <a:rtl val="0"/>
                </a:rPr>
                <a:t>Collaboration, integration,</a:t>
              </a:r>
            </a:p>
            <a:p>
              <a:pPr algn="ctr"/>
              <a:r>
                <a:rPr lang="en-IN" sz="950" spc="0" baseline="0" dirty="0">
                  <a:ln/>
                  <a:latin typeface="Poppins Light" panose="00000400000000000000" pitchFamily="2" charset="0"/>
                  <a:cs typeface="Poppins Light" panose="00000400000000000000" pitchFamily="2" charset="0"/>
                  <a:sym typeface="Poppins"/>
                  <a:rtl val="0"/>
                </a:rPr>
                <a:t>intelligence, analytics,</a:t>
              </a:r>
            </a:p>
            <a:p>
              <a:pPr algn="ctr"/>
              <a:r>
                <a:rPr lang="en-IN" sz="950" spc="0" baseline="0" dirty="0">
                  <a:ln/>
                  <a:latin typeface="Poppins Light" panose="00000400000000000000" pitchFamily="2" charset="0"/>
                  <a:cs typeface="Poppins Light" panose="00000400000000000000" pitchFamily="2" charset="0"/>
                  <a:sym typeface="Poppins"/>
                  <a:rtl val="0"/>
                </a:rPr>
                <a:t>real-time feedback,</a:t>
              </a:r>
            </a:p>
            <a:p>
              <a:pPr algn="ctr"/>
              <a:r>
                <a:rPr lang="en-IN" sz="950" spc="0" baseline="0" dirty="0">
                  <a:ln/>
                  <a:latin typeface="Poppins Light" panose="00000400000000000000" pitchFamily="2" charset="0"/>
                  <a:cs typeface="Poppins Light" panose="00000400000000000000" pitchFamily="2" charset="0"/>
                  <a:sym typeface="Poppins"/>
                  <a:rtl val="0"/>
                </a:rPr>
                <a:t>ML gamification </a:t>
              </a:r>
            </a:p>
            <a:p>
              <a:pPr algn="ctr"/>
              <a:r>
                <a:rPr lang="en-IN" sz="950" spc="0" baseline="0" dirty="0">
                  <a:ln/>
                  <a:latin typeface="Poppins Light" panose="00000400000000000000" pitchFamily="2" charset="0"/>
                  <a:cs typeface="Poppins Light" panose="00000400000000000000" pitchFamily="2" charset="0"/>
                  <a:sym typeface="Poppins"/>
                  <a:rtl val="0"/>
                </a:rPr>
                <a:t> 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64ADCCC-9E11-4B7B-9D9A-6189CB051A04}"/>
                </a:ext>
              </a:extLst>
            </p:cNvPr>
            <p:cNvSpPr txBox="1"/>
            <p:nvPr/>
          </p:nvSpPr>
          <p:spPr>
            <a:xfrm>
              <a:off x="5015436" y="3568872"/>
              <a:ext cx="184731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IN" sz="600" spc="0" baseline="0" dirty="0">
                <a:ln/>
                <a:latin typeface="Poppins Medium" panose="00000600000000000000" pitchFamily="2" charset="0"/>
                <a:cs typeface="Poppins Medium" panose="00000600000000000000" pitchFamily="2" charset="0"/>
                <a:sym typeface="Poppins"/>
                <a:rtl val="0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C0FD4B82-24DC-A0BF-FADC-5D6E28A13AB4}"/>
                </a:ext>
              </a:extLst>
            </p:cNvPr>
            <p:cNvSpPr txBox="1"/>
            <p:nvPr/>
          </p:nvSpPr>
          <p:spPr>
            <a:xfrm>
              <a:off x="5015436" y="3678696"/>
              <a:ext cx="18473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IN" sz="600" spc="0" baseline="0" dirty="0">
                <a:ln/>
                <a:latin typeface="Poppins Medium" panose="00000600000000000000" pitchFamily="2" charset="0"/>
                <a:cs typeface="Poppins Medium" panose="00000600000000000000" pitchFamily="2" charset="0"/>
                <a:sym typeface="Poppins"/>
                <a:rtl val="0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13FD644C-1C8B-0EDB-A5A4-025D4E92BDCD}"/>
                </a:ext>
              </a:extLst>
            </p:cNvPr>
            <p:cNvSpPr txBox="1"/>
            <p:nvPr/>
          </p:nvSpPr>
          <p:spPr>
            <a:xfrm>
              <a:off x="5015435" y="3788614"/>
              <a:ext cx="184731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IN" sz="600" spc="0" baseline="0" dirty="0">
                <a:ln/>
                <a:latin typeface="Poppins Medium" panose="00000600000000000000" pitchFamily="2" charset="0"/>
                <a:cs typeface="Poppins Medium" panose="00000600000000000000" pitchFamily="2" charset="0"/>
                <a:sym typeface="Poppins"/>
                <a:rtl val="0"/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02AF955-0DC6-430C-02F2-C48FABD8CA84}"/>
              </a:ext>
            </a:extLst>
          </p:cNvPr>
          <p:cNvGrpSpPr/>
          <p:nvPr/>
        </p:nvGrpSpPr>
        <p:grpSpPr>
          <a:xfrm>
            <a:off x="7702178" y="3446668"/>
            <a:ext cx="307510" cy="669660"/>
            <a:chOff x="4251678" y="4310911"/>
            <a:chExt cx="184731" cy="404408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C04B1B6C-3E94-4675-C0B2-16938C8A3826}"/>
                </a:ext>
              </a:extLst>
            </p:cNvPr>
            <p:cNvSpPr txBox="1"/>
            <p:nvPr/>
          </p:nvSpPr>
          <p:spPr>
            <a:xfrm>
              <a:off x="4251679" y="4310911"/>
              <a:ext cx="18473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IN" sz="600" spc="0" baseline="0" dirty="0">
                <a:ln/>
                <a:latin typeface="Poppins Medium" panose="00000600000000000000" pitchFamily="2" charset="0"/>
                <a:cs typeface="Poppins Medium" panose="00000600000000000000" pitchFamily="2" charset="0"/>
                <a:sym typeface="Poppins"/>
                <a:rtl val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E00A6DE9-EAAE-7F78-DCFA-DA37F59ABCD2}"/>
                </a:ext>
              </a:extLst>
            </p:cNvPr>
            <p:cNvSpPr txBox="1"/>
            <p:nvPr/>
          </p:nvSpPr>
          <p:spPr>
            <a:xfrm>
              <a:off x="4251678" y="4420734"/>
              <a:ext cx="184731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IN" sz="600" spc="0" baseline="0" dirty="0">
                <a:ln/>
                <a:latin typeface="Poppins Medium" panose="00000600000000000000" pitchFamily="2" charset="0"/>
                <a:cs typeface="Poppins Medium" panose="00000600000000000000" pitchFamily="2" charset="0"/>
                <a:sym typeface="Poppins"/>
                <a:rtl val="0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8B1157AD-14A1-E931-C220-C249BF6E8FAD}"/>
                </a:ext>
              </a:extLst>
            </p:cNvPr>
            <p:cNvSpPr txBox="1"/>
            <p:nvPr/>
          </p:nvSpPr>
          <p:spPr>
            <a:xfrm>
              <a:off x="4251679" y="4530653"/>
              <a:ext cx="18473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IN" sz="600" spc="0" baseline="0" dirty="0">
                <a:ln/>
                <a:latin typeface="Poppins Medium" panose="00000600000000000000" pitchFamily="2" charset="0"/>
                <a:cs typeface="Poppins Medium" panose="00000600000000000000" pitchFamily="2" charset="0"/>
                <a:sym typeface="Poppins"/>
                <a:rtl val="0"/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85A93C2-AA44-C357-CB6E-9A90DFD522B5}"/>
              </a:ext>
            </a:extLst>
          </p:cNvPr>
          <p:cNvGrpSpPr/>
          <p:nvPr/>
        </p:nvGrpSpPr>
        <p:grpSpPr>
          <a:xfrm>
            <a:off x="9647999" y="3674707"/>
            <a:ext cx="486294" cy="487803"/>
            <a:chOff x="5420590" y="4448629"/>
            <a:chExt cx="292132" cy="294585"/>
          </a:xfrm>
        </p:grpSpPr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2E58DAE6-D7A6-8CFC-199E-40AFACA71E77}"/>
                </a:ext>
              </a:extLst>
            </p:cNvPr>
            <p:cNvSpPr txBox="1"/>
            <p:nvPr/>
          </p:nvSpPr>
          <p:spPr>
            <a:xfrm>
              <a:off x="5420590" y="4448629"/>
              <a:ext cx="184731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en-IN" sz="600" spc="0" baseline="0" dirty="0">
                <a:ln/>
                <a:latin typeface="Poppins"/>
                <a:cs typeface="Poppins"/>
                <a:sym typeface="Poppins"/>
                <a:rtl val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5702E5D6-D5A3-8FA8-1EF3-E69EA26352FF}"/>
                </a:ext>
              </a:extLst>
            </p:cNvPr>
            <p:cNvSpPr txBox="1"/>
            <p:nvPr/>
          </p:nvSpPr>
          <p:spPr>
            <a:xfrm>
              <a:off x="5527991" y="4558548"/>
              <a:ext cx="184731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en-IN" sz="600" spc="0" baseline="0" dirty="0">
                <a:ln/>
                <a:latin typeface="Poppins"/>
                <a:cs typeface="Poppins"/>
                <a:sym typeface="Poppins"/>
                <a:rtl val="0"/>
              </a:endParaRP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0C9D5E9-0715-F09F-C317-F07F97A6771B}"/>
              </a:ext>
            </a:extLst>
          </p:cNvPr>
          <p:cNvGrpSpPr/>
          <p:nvPr/>
        </p:nvGrpSpPr>
        <p:grpSpPr>
          <a:xfrm>
            <a:off x="8298801" y="4646023"/>
            <a:ext cx="1534048" cy="846618"/>
            <a:chOff x="4610087" y="5035205"/>
            <a:chExt cx="921550" cy="511274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4ACE5239-609C-320A-F400-11C181B906D5}"/>
                </a:ext>
              </a:extLst>
            </p:cNvPr>
            <p:cNvSpPr txBox="1"/>
            <p:nvPr/>
          </p:nvSpPr>
          <p:spPr>
            <a:xfrm>
              <a:off x="4725435" y="5035205"/>
              <a:ext cx="806202" cy="5112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950" dirty="0">
                  <a:ln/>
                  <a:latin typeface="Poppins Light" panose="00000400000000000000" pitchFamily="2" charset="0"/>
                  <a:cs typeface="Poppins Light" panose="00000400000000000000" pitchFamily="2" charset="0"/>
                  <a:sym typeface="Poppins"/>
                  <a:rtl val="0"/>
                </a:rPr>
                <a:t>Multi-stakeholder,</a:t>
              </a:r>
            </a:p>
            <a:p>
              <a:pPr algn="ctr"/>
              <a:r>
                <a:rPr lang="en-IN" sz="950" dirty="0">
                  <a:ln/>
                  <a:latin typeface="Poppins Light" panose="00000400000000000000" pitchFamily="2" charset="0"/>
                  <a:cs typeface="Poppins Light" panose="00000400000000000000" pitchFamily="2" charset="0"/>
                  <a:sym typeface="Poppins"/>
                  <a:rtl val="0"/>
                </a:rPr>
                <a:t>academic, </a:t>
              </a:r>
            </a:p>
            <a:p>
              <a:pPr algn="ctr"/>
              <a:r>
                <a:rPr lang="en-IN" sz="950" dirty="0">
                  <a:ln/>
                  <a:latin typeface="Poppins Light" panose="00000400000000000000" pitchFamily="2" charset="0"/>
                  <a:cs typeface="Poppins Light" panose="00000400000000000000" pitchFamily="2" charset="0"/>
                  <a:sym typeface="Poppins"/>
                  <a:rtl val="0"/>
                </a:rPr>
                <a:t>software, guidance</a:t>
              </a:r>
            </a:p>
            <a:p>
              <a:pPr algn="ctr"/>
              <a:r>
                <a:rPr lang="en-IN" sz="950" dirty="0">
                  <a:ln/>
                  <a:latin typeface="Poppins Light" panose="00000400000000000000" pitchFamily="2" charset="0"/>
                  <a:cs typeface="Poppins Light" panose="00000400000000000000" pitchFamily="2" charset="0"/>
                  <a:sym typeface="Poppins"/>
                  <a:rtl val="0"/>
                </a:rPr>
                <a:t> </a:t>
              </a:r>
            </a:p>
            <a:p>
              <a:pPr algn="ctr"/>
              <a:r>
                <a:rPr lang="en-IN" sz="950" dirty="0">
                  <a:ln/>
                  <a:latin typeface="Poppins Light" panose="00000400000000000000" pitchFamily="2" charset="0"/>
                  <a:cs typeface="Poppins Light" panose="00000400000000000000" pitchFamily="2" charset="0"/>
                  <a:sym typeface="Poppins"/>
                  <a:rtl val="0"/>
                </a:rPr>
                <a:t> 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195503A-7A1A-B8A6-A275-60D6ED92DF44}"/>
                </a:ext>
              </a:extLst>
            </p:cNvPr>
            <p:cNvSpPr txBox="1"/>
            <p:nvPr/>
          </p:nvSpPr>
          <p:spPr>
            <a:xfrm>
              <a:off x="4610087" y="5196335"/>
              <a:ext cx="18473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en-IN" sz="700" spc="0" baseline="0" dirty="0">
                <a:ln/>
                <a:latin typeface="Poppins"/>
                <a:cs typeface="Poppins"/>
                <a:sym typeface="Poppins"/>
                <a:rtl val="0"/>
              </a:endParaRPr>
            </a:p>
          </p:txBody>
        </p:sp>
      </p:grpSp>
      <p:sp>
        <p:nvSpPr>
          <p:cNvPr id="195" name="Rectangle: Rounded Corners 194">
            <a:extLst>
              <a:ext uri="{FF2B5EF4-FFF2-40B4-BE49-F238E27FC236}">
                <a16:creationId xmlns:a16="http://schemas.microsoft.com/office/drawing/2014/main" id="{A0B5948F-B162-6801-2536-83A40D46E087}"/>
              </a:ext>
            </a:extLst>
          </p:cNvPr>
          <p:cNvSpPr/>
          <p:nvPr/>
        </p:nvSpPr>
        <p:spPr>
          <a:xfrm>
            <a:off x="659433" y="5542235"/>
            <a:ext cx="4771810" cy="887946"/>
          </a:xfrm>
          <a:prstGeom prst="roundRect">
            <a:avLst>
              <a:gd name="adj" fmla="val 7128"/>
            </a:avLst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192FE83-F88A-D633-AD3A-35C24F493E33}"/>
              </a:ext>
            </a:extLst>
          </p:cNvPr>
          <p:cNvSpPr/>
          <p:nvPr/>
        </p:nvSpPr>
        <p:spPr>
          <a:xfrm rot="16200000">
            <a:off x="1940445" y="6001675"/>
            <a:ext cx="624725" cy="24989"/>
          </a:xfrm>
          <a:custGeom>
            <a:avLst/>
            <a:gdLst>
              <a:gd name="connsiteX0" fmla="*/ 0 w 630364"/>
              <a:gd name="connsiteY0" fmla="*/ 0 h 9525"/>
              <a:gd name="connsiteX1" fmla="*/ 630364 w 630364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0364" h="9525">
                <a:moveTo>
                  <a:pt x="0" y="0"/>
                </a:moveTo>
                <a:lnTo>
                  <a:pt x="630364" y="0"/>
                </a:lnTo>
              </a:path>
            </a:pathLst>
          </a:custGeom>
          <a:ln w="9525" cap="flat">
            <a:solidFill>
              <a:schemeClr val="bg1">
                <a:lumMod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IN" sz="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22B8A9-552D-D1A7-3AAA-C7693EF0E395}"/>
              </a:ext>
            </a:extLst>
          </p:cNvPr>
          <p:cNvSpPr txBox="1"/>
          <p:nvPr/>
        </p:nvSpPr>
        <p:spPr>
          <a:xfrm>
            <a:off x="845468" y="6034693"/>
            <a:ext cx="1226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>
                <a:latin typeface="Poppins Light" panose="00000400000000000000" pitchFamily="2" charset="0"/>
                <a:ea typeface="+mn-lt"/>
                <a:cs typeface="Poppins Light" panose="00000400000000000000" pitchFamily="2" charset="0"/>
              </a:rPr>
              <a:t>Friction between</a:t>
            </a:r>
          </a:p>
          <a:p>
            <a:pPr algn="ctr"/>
            <a:r>
              <a:rPr lang="en-IN" sz="1000" dirty="0">
                <a:latin typeface="Poppins Light" panose="00000400000000000000" pitchFamily="2" charset="0"/>
                <a:ea typeface="+mn-lt"/>
                <a:cs typeface="Poppins Light" panose="00000400000000000000" pitchFamily="2" charset="0"/>
              </a:rPr>
              <a:t> teams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E7467C-CB80-A59B-BD74-F2DC96EF683E}"/>
              </a:ext>
            </a:extLst>
          </p:cNvPr>
          <p:cNvSpPr txBox="1"/>
          <p:nvPr/>
        </p:nvSpPr>
        <p:spPr>
          <a:xfrm>
            <a:off x="2433254" y="6030929"/>
            <a:ext cx="1166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>
                <a:latin typeface="Poppins Light" panose="00000400000000000000" pitchFamily="2" charset="0"/>
                <a:ea typeface="+mn-lt"/>
                <a:cs typeface="Poppins Light" panose="00000400000000000000" pitchFamily="2" charset="0"/>
              </a:rPr>
              <a:t>Lack of </a:t>
            </a:r>
          </a:p>
          <a:p>
            <a:pPr algn="ctr"/>
            <a:r>
              <a:rPr lang="en-IN" sz="1000" dirty="0">
                <a:latin typeface="Poppins Light" panose="00000400000000000000" pitchFamily="2" charset="0"/>
                <a:ea typeface="+mn-lt"/>
                <a:cs typeface="Poppins Light" panose="00000400000000000000" pitchFamily="2" charset="0"/>
              </a:rPr>
              <a:t>ownership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BC66BCB-D466-1F79-3020-737180B9CE33}"/>
              </a:ext>
            </a:extLst>
          </p:cNvPr>
          <p:cNvGrpSpPr/>
          <p:nvPr/>
        </p:nvGrpSpPr>
        <p:grpSpPr>
          <a:xfrm>
            <a:off x="2815369" y="5657801"/>
            <a:ext cx="399824" cy="271580"/>
            <a:chOff x="2815369" y="5705428"/>
            <a:chExt cx="399824" cy="271580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5D0CCCF-8A7A-5079-DE54-5FBD0AF83FDF}"/>
                </a:ext>
              </a:extLst>
            </p:cNvPr>
            <p:cNvSpPr/>
            <p:nvPr/>
          </p:nvSpPr>
          <p:spPr>
            <a:xfrm>
              <a:off x="3052399" y="5750928"/>
              <a:ext cx="21248" cy="24645"/>
            </a:xfrm>
            <a:custGeom>
              <a:avLst/>
              <a:gdLst>
                <a:gd name="connsiteX0" fmla="*/ 7810 w 19716"/>
                <a:gd name="connsiteY0" fmla="*/ 0 h 24764"/>
                <a:gd name="connsiteX1" fmla="*/ 12763 w 19716"/>
                <a:gd name="connsiteY1" fmla="*/ 0 h 24764"/>
                <a:gd name="connsiteX2" fmla="*/ 19717 w 19716"/>
                <a:gd name="connsiteY2" fmla="*/ 6953 h 24764"/>
                <a:gd name="connsiteX3" fmla="*/ 19717 w 19716"/>
                <a:gd name="connsiteY3" fmla="*/ 24765 h 24764"/>
                <a:gd name="connsiteX4" fmla="*/ 0 w 19716"/>
                <a:gd name="connsiteY4" fmla="*/ 24765 h 24764"/>
                <a:gd name="connsiteX5" fmla="*/ 0 w 19716"/>
                <a:gd name="connsiteY5" fmla="*/ 7906 h 24764"/>
                <a:gd name="connsiteX6" fmla="*/ 7810 w 19716"/>
                <a:gd name="connsiteY6" fmla="*/ 95 h 2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716" h="24764">
                  <a:moveTo>
                    <a:pt x="7810" y="0"/>
                  </a:moveTo>
                  <a:lnTo>
                    <a:pt x="12763" y="0"/>
                  </a:lnTo>
                  <a:cubicBezTo>
                    <a:pt x="16573" y="0"/>
                    <a:pt x="19717" y="3143"/>
                    <a:pt x="19717" y="6953"/>
                  </a:cubicBezTo>
                  <a:lnTo>
                    <a:pt x="19717" y="24765"/>
                  </a:lnTo>
                  <a:lnTo>
                    <a:pt x="0" y="24765"/>
                  </a:lnTo>
                  <a:lnTo>
                    <a:pt x="0" y="7906"/>
                  </a:lnTo>
                  <a:cubicBezTo>
                    <a:pt x="0" y="3619"/>
                    <a:pt x="3524" y="95"/>
                    <a:pt x="7810" y="95"/>
                  </a:cubicBez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60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3CDD42D-7E8E-5119-6C91-C1A839F97FC3}"/>
                </a:ext>
              </a:extLst>
            </p:cNvPr>
            <p:cNvSpPr/>
            <p:nvPr/>
          </p:nvSpPr>
          <p:spPr>
            <a:xfrm>
              <a:off x="2860227" y="5912549"/>
              <a:ext cx="70007" cy="64459"/>
            </a:xfrm>
            <a:custGeom>
              <a:avLst/>
              <a:gdLst>
                <a:gd name="connsiteX0" fmla="*/ 64960 w 64960"/>
                <a:gd name="connsiteY0" fmla="*/ 32385 h 64770"/>
                <a:gd name="connsiteX1" fmla="*/ 32480 w 64960"/>
                <a:gd name="connsiteY1" fmla="*/ 64770 h 64770"/>
                <a:gd name="connsiteX2" fmla="*/ 0 w 64960"/>
                <a:gd name="connsiteY2" fmla="*/ 32385 h 64770"/>
                <a:gd name="connsiteX3" fmla="*/ 32480 w 64960"/>
                <a:gd name="connsiteY3" fmla="*/ 0 h 64770"/>
                <a:gd name="connsiteX4" fmla="*/ 64960 w 64960"/>
                <a:gd name="connsiteY4" fmla="*/ 32385 h 64770"/>
                <a:gd name="connsiteX5" fmla="*/ 64960 w 64960"/>
                <a:gd name="connsiteY5" fmla="*/ 32385 h 64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960" h="64770">
                  <a:moveTo>
                    <a:pt x="64960" y="32385"/>
                  </a:moveTo>
                  <a:cubicBezTo>
                    <a:pt x="64960" y="50292"/>
                    <a:pt x="50482" y="64770"/>
                    <a:pt x="32480" y="64770"/>
                  </a:cubicBezTo>
                  <a:cubicBezTo>
                    <a:pt x="14478" y="64770"/>
                    <a:pt x="0" y="50292"/>
                    <a:pt x="0" y="32385"/>
                  </a:cubicBezTo>
                  <a:cubicBezTo>
                    <a:pt x="0" y="14478"/>
                    <a:pt x="14478" y="0"/>
                    <a:pt x="32480" y="0"/>
                  </a:cubicBezTo>
                  <a:cubicBezTo>
                    <a:pt x="50482" y="0"/>
                    <a:pt x="64960" y="14478"/>
                    <a:pt x="64960" y="32385"/>
                  </a:cubicBezTo>
                  <a:lnTo>
                    <a:pt x="64960" y="323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60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DDD0E47-D9CA-53CE-EDA4-14980B753E7C}"/>
                </a:ext>
              </a:extLst>
            </p:cNvPr>
            <p:cNvSpPr/>
            <p:nvPr/>
          </p:nvSpPr>
          <p:spPr>
            <a:xfrm>
              <a:off x="2860227" y="5912549"/>
              <a:ext cx="70007" cy="64459"/>
            </a:xfrm>
            <a:custGeom>
              <a:avLst/>
              <a:gdLst>
                <a:gd name="connsiteX0" fmla="*/ 64960 w 64960"/>
                <a:gd name="connsiteY0" fmla="*/ 32385 h 64770"/>
                <a:gd name="connsiteX1" fmla="*/ 32480 w 64960"/>
                <a:gd name="connsiteY1" fmla="*/ 64770 h 64770"/>
                <a:gd name="connsiteX2" fmla="*/ 0 w 64960"/>
                <a:gd name="connsiteY2" fmla="*/ 32385 h 64770"/>
                <a:gd name="connsiteX3" fmla="*/ 32480 w 64960"/>
                <a:gd name="connsiteY3" fmla="*/ 0 h 64770"/>
                <a:gd name="connsiteX4" fmla="*/ 64960 w 64960"/>
                <a:gd name="connsiteY4" fmla="*/ 32385 h 64770"/>
                <a:gd name="connsiteX5" fmla="*/ 64960 w 64960"/>
                <a:gd name="connsiteY5" fmla="*/ 32385 h 64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960" h="64770">
                  <a:moveTo>
                    <a:pt x="64960" y="32385"/>
                  </a:moveTo>
                  <a:cubicBezTo>
                    <a:pt x="64960" y="50292"/>
                    <a:pt x="50482" y="64770"/>
                    <a:pt x="32480" y="64770"/>
                  </a:cubicBezTo>
                  <a:cubicBezTo>
                    <a:pt x="14478" y="64770"/>
                    <a:pt x="0" y="50292"/>
                    <a:pt x="0" y="32385"/>
                  </a:cubicBezTo>
                  <a:cubicBezTo>
                    <a:pt x="0" y="14478"/>
                    <a:pt x="14478" y="0"/>
                    <a:pt x="32480" y="0"/>
                  </a:cubicBezTo>
                  <a:cubicBezTo>
                    <a:pt x="50482" y="0"/>
                    <a:pt x="64960" y="14478"/>
                    <a:pt x="64960" y="32385"/>
                  </a:cubicBezTo>
                  <a:lnTo>
                    <a:pt x="64960" y="323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60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D92A903-947A-D08A-F3A5-478776CB5DBC}"/>
                </a:ext>
              </a:extLst>
            </p:cNvPr>
            <p:cNvSpPr/>
            <p:nvPr/>
          </p:nvSpPr>
          <p:spPr>
            <a:xfrm>
              <a:off x="3109977" y="5912549"/>
              <a:ext cx="70007" cy="64459"/>
            </a:xfrm>
            <a:custGeom>
              <a:avLst/>
              <a:gdLst>
                <a:gd name="connsiteX0" fmla="*/ 64960 w 64960"/>
                <a:gd name="connsiteY0" fmla="*/ 32385 h 64770"/>
                <a:gd name="connsiteX1" fmla="*/ 32480 w 64960"/>
                <a:gd name="connsiteY1" fmla="*/ 64770 h 64770"/>
                <a:gd name="connsiteX2" fmla="*/ 0 w 64960"/>
                <a:gd name="connsiteY2" fmla="*/ 32385 h 64770"/>
                <a:gd name="connsiteX3" fmla="*/ 32480 w 64960"/>
                <a:gd name="connsiteY3" fmla="*/ 0 h 64770"/>
                <a:gd name="connsiteX4" fmla="*/ 64960 w 64960"/>
                <a:gd name="connsiteY4" fmla="*/ 32385 h 64770"/>
                <a:gd name="connsiteX5" fmla="*/ 64960 w 64960"/>
                <a:gd name="connsiteY5" fmla="*/ 32385 h 64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960" h="64770">
                  <a:moveTo>
                    <a:pt x="64960" y="32385"/>
                  </a:moveTo>
                  <a:cubicBezTo>
                    <a:pt x="64960" y="50292"/>
                    <a:pt x="50482" y="64770"/>
                    <a:pt x="32480" y="64770"/>
                  </a:cubicBezTo>
                  <a:cubicBezTo>
                    <a:pt x="14478" y="64770"/>
                    <a:pt x="0" y="50292"/>
                    <a:pt x="0" y="32385"/>
                  </a:cubicBezTo>
                  <a:cubicBezTo>
                    <a:pt x="0" y="14478"/>
                    <a:pt x="14478" y="0"/>
                    <a:pt x="32480" y="0"/>
                  </a:cubicBezTo>
                  <a:cubicBezTo>
                    <a:pt x="50482" y="0"/>
                    <a:pt x="64960" y="14478"/>
                    <a:pt x="64960" y="32385"/>
                  </a:cubicBezTo>
                  <a:lnTo>
                    <a:pt x="64960" y="323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60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235B210-955B-8F33-91BE-499326B08B5C}"/>
                </a:ext>
              </a:extLst>
            </p:cNvPr>
            <p:cNvSpPr/>
            <p:nvPr/>
          </p:nvSpPr>
          <p:spPr>
            <a:xfrm>
              <a:off x="3109977" y="5912549"/>
              <a:ext cx="70007" cy="64459"/>
            </a:xfrm>
            <a:custGeom>
              <a:avLst/>
              <a:gdLst>
                <a:gd name="connsiteX0" fmla="*/ 64960 w 64960"/>
                <a:gd name="connsiteY0" fmla="*/ 32385 h 64770"/>
                <a:gd name="connsiteX1" fmla="*/ 32480 w 64960"/>
                <a:gd name="connsiteY1" fmla="*/ 64770 h 64770"/>
                <a:gd name="connsiteX2" fmla="*/ 0 w 64960"/>
                <a:gd name="connsiteY2" fmla="*/ 32385 h 64770"/>
                <a:gd name="connsiteX3" fmla="*/ 32480 w 64960"/>
                <a:gd name="connsiteY3" fmla="*/ 0 h 64770"/>
                <a:gd name="connsiteX4" fmla="*/ 64960 w 64960"/>
                <a:gd name="connsiteY4" fmla="*/ 32385 h 64770"/>
                <a:gd name="connsiteX5" fmla="*/ 64960 w 64960"/>
                <a:gd name="connsiteY5" fmla="*/ 32385 h 64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960" h="64770">
                  <a:moveTo>
                    <a:pt x="64960" y="32385"/>
                  </a:moveTo>
                  <a:cubicBezTo>
                    <a:pt x="64960" y="50292"/>
                    <a:pt x="50482" y="64770"/>
                    <a:pt x="32480" y="64770"/>
                  </a:cubicBezTo>
                  <a:cubicBezTo>
                    <a:pt x="14478" y="64770"/>
                    <a:pt x="0" y="50292"/>
                    <a:pt x="0" y="32385"/>
                  </a:cubicBezTo>
                  <a:cubicBezTo>
                    <a:pt x="0" y="14478"/>
                    <a:pt x="14478" y="0"/>
                    <a:pt x="32480" y="0"/>
                  </a:cubicBezTo>
                  <a:cubicBezTo>
                    <a:pt x="50482" y="0"/>
                    <a:pt x="64960" y="14478"/>
                    <a:pt x="64960" y="32385"/>
                  </a:cubicBezTo>
                  <a:lnTo>
                    <a:pt x="64960" y="323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60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0E64ADD-4B6D-6A8E-3CB8-3256850C428D}"/>
                </a:ext>
              </a:extLst>
            </p:cNvPr>
            <p:cNvSpPr/>
            <p:nvPr/>
          </p:nvSpPr>
          <p:spPr>
            <a:xfrm>
              <a:off x="2815369" y="5742207"/>
              <a:ext cx="399824" cy="202571"/>
            </a:xfrm>
            <a:custGeom>
              <a:avLst/>
              <a:gdLst>
                <a:gd name="connsiteX0" fmla="*/ 363379 w 370998"/>
                <a:gd name="connsiteY0" fmla="*/ 124016 h 203549"/>
                <a:gd name="connsiteX1" fmla="*/ 338804 w 370998"/>
                <a:gd name="connsiteY1" fmla="*/ 105537 h 203549"/>
                <a:gd name="connsiteX2" fmla="*/ 332327 w 370998"/>
                <a:gd name="connsiteY2" fmla="*/ 95822 h 203549"/>
                <a:gd name="connsiteX3" fmla="*/ 323088 w 370998"/>
                <a:gd name="connsiteY3" fmla="*/ 63913 h 203549"/>
                <a:gd name="connsiteX4" fmla="*/ 287369 w 370998"/>
                <a:gd name="connsiteY4" fmla="*/ 37052 h 203549"/>
                <a:gd name="connsiteX5" fmla="*/ 278130 w 370998"/>
                <a:gd name="connsiteY5" fmla="*/ 37052 h 203549"/>
                <a:gd name="connsiteX6" fmla="*/ 278130 w 370998"/>
                <a:gd name="connsiteY6" fmla="*/ 13907 h 203549"/>
                <a:gd name="connsiteX7" fmla="*/ 264223 w 370998"/>
                <a:gd name="connsiteY7" fmla="*/ 0 h 203549"/>
                <a:gd name="connsiteX8" fmla="*/ 254984 w 370998"/>
                <a:gd name="connsiteY8" fmla="*/ 0 h 203549"/>
                <a:gd name="connsiteX9" fmla="*/ 241078 w 370998"/>
                <a:gd name="connsiteY9" fmla="*/ 13907 h 203549"/>
                <a:gd name="connsiteX10" fmla="*/ 241078 w 370998"/>
                <a:gd name="connsiteY10" fmla="*/ 37052 h 203549"/>
                <a:gd name="connsiteX11" fmla="*/ 241078 w 370998"/>
                <a:gd name="connsiteY11" fmla="*/ 37052 h 203549"/>
                <a:gd name="connsiteX12" fmla="*/ 241078 w 370998"/>
                <a:gd name="connsiteY12" fmla="*/ 27813 h 203549"/>
                <a:gd name="connsiteX13" fmla="*/ 222504 w 370998"/>
                <a:gd name="connsiteY13" fmla="*/ 9335 h 203549"/>
                <a:gd name="connsiteX14" fmla="*/ 18574 w 370998"/>
                <a:gd name="connsiteY14" fmla="*/ 9335 h 203549"/>
                <a:gd name="connsiteX15" fmla="*/ 0 w 370998"/>
                <a:gd name="connsiteY15" fmla="*/ 27813 h 203549"/>
                <a:gd name="connsiteX16" fmla="*/ 0 w 370998"/>
                <a:gd name="connsiteY16" fmla="*/ 185071 h 203549"/>
                <a:gd name="connsiteX17" fmla="*/ 18574 w 370998"/>
                <a:gd name="connsiteY17" fmla="*/ 203549 h 203549"/>
                <a:gd name="connsiteX18" fmla="*/ 27813 w 370998"/>
                <a:gd name="connsiteY18" fmla="*/ 203549 h 203549"/>
                <a:gd name="connsiteX19" fmla="*/ 74200 w 370998"/>
                <a:gd name="connsiteY19" fmla="*/ 157258 h 203549"/>
                <a:gd name="connsiteX20" fmla="*/ 120587 w 370998"/>
                <a:gd name="connsiteY20" fmla="*/ 203549 h 203549"/>
                <a:gd name="connsiteX21" fmla="*/ 259651 w 370998"/>
                <a:gd name="connsiteY21" fmla="*/ 203549 h 203549"/>
                <a:gd name="connsiteX22" fmla="*/ 306038 w 370998"/>
                <a:gd name="connsiteY22" fmla="*/ 157258 h 203549"/>
                <a:gd name="connsiteX23" fmla="*/ 352425 w 370998"/>
                <a:gd name="connsiteY23" fmla="*/ 203549 h 203549"/>
                <a:gd name="connsiteX24" fmla="*/ 370999 w 370998"/>
                <a:gd name="connsiteY24" fmla="*/ 185071 h 203549"/>
                <a:gd name="connsiteX25" fmla="*/ 370999 w 370998"/>
                <a:gd name="connsiteY25" fmla="*/ 138779 h 203549"/>
                <a:gd name="connsiteX26" fmla="*/ 363569 w 370998"/>
                <a:gd name="connsiteY26" fmla="*/ 124016 h 203549"/>
                <a:gd name="connsiteX27" fmla="*/ 363569 w 370998"/>
                <a:gd name="connsiteY27" fmla="*/ 124016 h 203549"/>
                <a:gd name="connsiteX28" fmla="*/ 186595 w 370998"/>
                <a:gd name="connsiteY28" fmla="*/ 105537 h 203549"/>
                <a:gd name="connsiteX29" fmla="*/ 172688 w 370998"/>
                <a:gd name="connsiteY29" fmla="*/ 129635 h 203549"/>
                <a:gd name="connsiteX30" fmla="*/ 148399 w 370998"/>
                <a:gd name="connsiteY30" fmla="*/ 115729 h 203549"/>
                <a:gd name="connsiteX31" fmla="*/ 148399 w 370998"/>
                <a:gd name="connsiteY31" fmla="*/ 143447 h 203549"/>
                <a:gd name="connsiteX32" fmla="*/ 120587 w 370998"/>
                <a:gd name="connsiteY32" fmla="*/ 143447 h 203549"/>
                <a:gd name="connsiteX33" fmla="*/ 120587 w 370998"/>
                <a:gd name="connsiteY33" fmla="*/ 115443 h 203549"/>
                <a:gd name="connsiteX34" fmla="*/ 96298 w 370998"/>
                <a:gd name="connsiteY34" fmla="*/ 129350 h 203549"/>
                <a:gd name="connsiteX35" fmla="*/ 82391 w 370998"/>
                <a:gd name="connsiteY35" fmla="*/ 105251 h 203549"/>
                <a:gd name="connsiteX36" fmla="*/ 106680 w 370998"/>
                <a:gd name="connsiteY36" fmla="*/ 91345 h 203549"/>
                <a:gd name="connsiteX37" fmla="*/ 82391 w 370998"/>
                <a:gd name="connsiteY37" fmla="*/ 77438 h 203549"/>
                <a:gd name="connsiteX38" fmla="*/ 96298 w 370998"/>
                <a:gd name="connsiteY38" fmla="*/ 53340 h 203549"/>
                <a:gd name="connsiteX39" fmla="*/ 120587 w 370998"/>
                <a:gd name="connsiteY39" fmla="*/ 67247 h 203549"/>
                <a:gd name="connsiteX40" fmla="*/ 120587 w 370998"/>
                <a:gd name="connsiteY40" fmla="*/ 39243 h 203549"/>
                <a:gd name="connsiteX41" fmla="*/ 148399 w 370998"/>
                <a:gd name="connsiteY41" fmla="*/ 39243 h 203549"/>
                <a:gd name="connsiteX42" fmla="*/ 148399 w 370998"/>
                <a:gd name="connsiteY42" fmla="*/ 67342 h 203549"/>
                <a:gd name="connsiteX43" fmla="*/ 172688 w 370998"/>
                <a:gd name="connsiteY43" fmla="*/ 53435 h 203549"/>
                <a:gd name="connsiteX44" fmla="*/ 186595 w 370998"/>
                <a:gd name="connsiteY44" fmla="*/ 77534 h 203549"/>
                <a:gd name="connsiteX45" fmla="*/ 162306 w 370998"/>
                <a:gd name="connsiteY45" fmla="*/ 91440 h 203549"/>
                <a:gd name="connsiteX46" fmla="*/ 186595 w 370998"/>
                <a:gd name="connsiteY46" fmla="*/ 105537 h 203549"/>
                <a:gd name="connsiteX47" fmla="*/ 186595 w 370998"/>
                <a:gd name="connsiteY47" fmla="*/ 105537 h 203549"/>
                <a:gd name="connsiteX48" fmla="*/ 259556 w 370998"/>
                <a:gd name="connsiteY48" fmla="*/ 101822 h 203549"/>
                <a:gd name="connsiteX49" fmla="*/ 259556 w 370998"/>
                <a:gd name="connsiteY49" fmla="*/ 55531 h 203549"/>
                <a:gd name="connsiteX50" fmla="*/ 287369 w 370998"/>
                <a:gd name="connsiteY50" fmla="*/ 55531 h 203549"/>
                <a:gd name="connsiteX51" fmla="*/ 304991 w 370998"/>
                <a:gd name="connsiteY51" fmla="*/ 68961 h 203549"/>
                <a:gd name="connsiteX52" fmla="*/ 314230 w 370998"/>
                <a:gd name="connsiteY52" fmla="*/ 100870 h 203549"/>
                <a:gd name="connsiteX53" fmla="*/ 314706 w 370998"/>
                <a:gd name="connsiteY53" fmla="*/ 101822 h 203549"/>
                <a:gd name="connsiteX54" fmla="*/ 259556 w 370998"/>
                <a:gd name="connsiteY54" fmla="*/ 101822 h 203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70998" h="203549">
                  <a:moveTo>
                    <a:pt x="363379" y="124016"/>
                  </a:moveTo>
                  <a:lnTo>
                    <a:pt x="338804" y="105537"/>
                  </a:lnTo>
                  <a:cubicBezTo>
                    <a:pt x="335566" y="103156"/>
                    <a:pt x="333280" y="99727"/>
                    <a:pt x="332327" y="95822"/>
                  </a:cubicBezTo>
                  <a:lnTo>
                    <a:pt x="323088" y="63913"/>
                  </a:lnTo>
                  <a:cubicBezTo>
                    <a:pt x="318325" y="48101"/>
                    <a:pt x="303943" y="37243"/>
                    <a:pt x="287369" y="37052"/>
                  </a:cubicBezTo>
                  <a:lnTo>
                    <a:pt x="278130" y="37052"/>
                  </a:lnTo>
                  <a:lnTo>
                    <a:pt x="278130" y="13907"/>
                  </a:lnTo>
                  <a:cubicBezTo>
                    <a:pt x="278130" y="6287"/>
                    <a:pt x="271939" y="0"/>
                    <a:pt x="264223" y="0"/>
                  </a:cubicBezTo>
                  <a:lnTo>
                    <a:pt x="254984" y="0"/>
                  </a:lnTo>
                  <a:cubicBezTo>
                    <a:pt x="247269" y="0"/>
                    <a:pt x="241078" y="6191"/>
                    <a:pt x="241078" y="13907"/>
                  </a:cubicBezTo>
                  <a:lnTo>
                    <a:pt x="241078" y="37052"/>
                  </a:lnTo>
                  <a:lnTo>
                    <a:pt x="241078" y="37052"/>
                  </a:lnTo>
                  <a:lnTo>
                    <a:pt x="241078" y="27813"/>
                  </a:lnTo>
                  <a:cubicBezTo>
                    <a:pt x="241078" y="17621"/>
                    <a:pt x="232791" y="9335"/>
                    <a:pt x="222504" y="9335"/>
                  </a:cubicBezTo>
                  <a:lnTo>
                    <a:pt x="18574" y="9335"/>
                  </a:lnTo>
                  <a:cubicBezTo>
                    <a:pt x="8382" y="9335"/>
                    <a:pt x="0" y="17621"/>
                    <a:pt x="0" y="27813"/>
                  </a:cubicBezTo>
                  <a:lnTo>
                    <a:pt x="0" y="185071"/>
                  </a:lnTo>
                  <a:cubicBezTo>
                    <a:pt x="0" y="195263"/>
                    <a:pt x="8287" y="203549"/>
                    <a:pt x="18574" y="203549"/>
                  </a:cubicBezTo>
                  <a:lnTo>
                    <a:pt x="27813" y="203549"/>
                  </a:lnTo>
                  <a:cubicBezTo>
                    <a:pt x="27813" y="178022"/>
                    <a:pt x="48577" y="157258"/>
                    <a:pt x="74200" y="157258"/>
                  </a:cubicBezTo>
                  <a:cubicBezTo>
                    <a:pt x="99822" y="157258"/>
                    <a:pt x="120587" y="177927"/>
                    <a:pt x="120587" y="203549"/>
                  </a:cubicBezTo>
                  <a:lnTo>
                    <a:pt x="259651" y="203549"/>
                  </a:lnTo>
                  <a:cubicBezTo>
                    <a:pt x="259651" y="178022"/>
                    <a:pt x="280416" y="157258"/>
                    <a:pt x="306038" y="157258"/>
                  </a:cubicBezTo>
                  <a:cubicBezTo>
                    <a:pt x="331661" y="157258"/>
                    <a:pt x="352425" y="177927"/>
                    <a:pt x="352425" y="203549"/>
                  </a:cubicBezTo>
                  <a:cubicBezTo>
                    <a:pt x="362617" y="203549"/>
                    <a:pt x="370999" y="195263"/>
                    <a:pt x="370999" y="185071"/>
                  </a:cubicBezTo>
                  <a:lnTo>
                    <a:pt x="370999" y="138779"/>
                  </a:lnTo>
                  <a:cubicBezTo>
                    <a:pt x="370999" y="132969"/>
                    <a:pt x="368237" y="127445"/>
                    <a:pt x="363569" y="124016"/>
                  </a:cubicBezTo>
                  <a:lnTo>
                    <a:pt x="363569" y="124016"/>
                  </a:lnTo>
                  <a:close/>
                  <a:moveTo>
                    <a:pt x="186595" y="105537"/>
                  </a:moveTo>
                  <a:lnTo>
                    <a:pt x="172688" y="129635"/>
                  </a:lnTo>
                  <a:lnTo>
                    <a:pt x="148399" y="115729"/>
                  </a:lnTo>
                  <a:lnTo>
                    <a:pt x="148399" y="143447"/>
                  </a:lnTo>
                  <a:lnTo>
                    <a:pt x="120587" y="143447"/>
                  </a:lnTo>
                  <a:lnTo>
                    <a:pt x="120587" y="115443"/>
                  </a:lnTo>
                  <a:lnTo>
                    <a:pt x="96298" y="129350"/>
                  </a:lnTo>
                  <a:lnTo>
                    <a:pt x="82391" y="105251"/>
                  </a:lnTo>
                  <a:lnTo>
                    <a:pt x="106680" y="91345"/>
                  </a:lnTo>
                  <a:lnTo>
                    <a:pt x="82391" y="77438"/>
                  </a:lnTo>
                  <a:lnTo>
                    <a:pt x="96298" y="53340"/>
                  </a:lnTo>
                  <a:lnTo>
                    <a:pt x="120587" y="67247"/>
                  </a:lnTo>
                  <a:lnTo>
                    <a:pt x="120587" y="39243"/>
                  </a:lnTo>
                  <a:lnTo>
                    <a:pt x="148399" y="39243"/>
                  </a:lnTo>
                  <a:lnTo>
                    <a:pt x="148399" y="67342"/>
                  </a:lnTo>
                  <a:lnTo>
                    <a:pt x="172688" y="53435"/>
                  </a:lnTo>
                  <a:lnTo>
                    <a:pt x="186595" y="77534"/>
                  </a:lnTo>
                  <a:lnTo>
                    <a:pt x="162306" y="91440"/>
                  </a:lnTo>
                  <a:lnTo>
                    <a:pt x="186595" y="105537"/>
                  </a:lnTo>
                  <a:lnTo>
                    <a:pt x="186595" y="105537"/>
                  </a:lnTo>
                  <a:close/>
                  <a:moveTo>
                    <a:pt x="259556" y="101822"/>
                  </a:moveTo>
                  <a:lnTo>
                    <a:pt x="259556" y="55531"/>
                  </a:lnTo>
                  <a:lnTo>
                    <a:pt x="287369" y="55531"/>
                  </a:lnTo>
                  <a:cubicBezTo>
                    <a:pt x="295656" y="55436"/>
                    <a:pt x="302895" y="60960"/>
                    <a:pt x="304991" y="68961"/>
                  </a:cubicBezTo>
                  <a:lnTo>
                    <a:pt x="314230" y="100870"/>
                  </a:lnTo>
                  <a:cubicBezTo>
                    <a:pt x="314230" y="100870"/>
                    <a:pt x="314706" y="101346"/>
                    <a:pt x="314706" y="101822"/>
                  </a:cubicBezTo>
                  <a:lnTo>
                    <a:pt x="259556" y="10182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60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D92D6DC-00DB-0638-3822-85E7E1464B29}"/>
                </a:ext>
              </a:extLst>
            </p:cNvPr>
            <p:cNvSpPr/>
            <p:nvPr/>
          </p:nvSpPr>
          <p:spPr>
            <a:xfrm>
              <a:off x="2815369" y="5742207"/>
              <a:ext cx="399824" cy="202571"/>
            </a:xfrm>
            <a:custGeom>
              <a:avLst/>
              <a:gdLst>
                <a:gd name="connsiteX0" fmla="*/ 363379 w 370998"/>
                <a:gd name="connsiteY0" fmla="*/ 124016 h 203549"/>
                <a:gd name="connsiteX1" fmla="*/ 338804 w 370998"/>
                <a:gd name="connsiteY1" fmla="*/ 105537 h 203549"/>
                <a:gd name="connsiteX2" fmla="*/ 332327 w 370998"/>
                <a:gd name="connsiteY2" fmla="*/ 95822 h 203549"/>
                <a:gd name="connsiteX3" fmla="*/ 323088 w 370998"/>
                <a:gd name="connsiteY3" fmla="*/ 63913 h 203549"/>
                <a:gd name="connsiteX4" fmla="*/ 287369 w 370998"/>
                <a:gd name="connsiteY4" fmla="*/ 37052 h 203549"/>
                <a:gd name="connsiteX5" fmla="*/ 278130 w 370998"/>
                <a:gd name="connsiteY5" fmla="*/ 37052 h 203549"/>
                <a:gd name="connsiteX6" fmla="*/ 278130 w 370998"/>
                <a:gd name="connsiteY6" fmla="*/ 13907 h 203549"/>
                <a:gd name="connsiteX7" fmla="*/ 264223 w 370998"/>
                <a:gd name="connsiteY7" fmla="*/ 0 h 203549"/>
                <a:gd name="connsiteX8" fmla="*/ 254984 w 370998"/>
                <a:gd name="connsiteY8" fmla="*/ 0 h 203549"/>
                <a:gd name="connsiteX9" fmla="*/ 241078 w 370998"/>
                <a:gd name="connsiteY9" fmla="*/ 13907 h 203549"/>
                <a:gd name="connsiteX10" fmla="*/ 241078 w 370998"/>
                <a:gd name="connsiteY10" fmla="*/ 37052 h 203549"/>
                <a:gd name="connsiteX11" fmla="*/ 241078 w 370998"/>
                <a:gd name="connsiteY11" fmla="*/ 37052 h 203549"/>
                <a:gd name="connsiteX12" fmla="*/ 241078 w 370998"/>
                <a:gd name="connsiteY12" fmla="*/ 27813 h 203549"/>
                <a:gd name="connsiteX13" fmla="*/ 222504 w 370998"/>
                <a:gd name="connsiteY13" fmla="*/ 9335 h 203549"/>
                <a:gd name="connsiteX14" fmla="*/ 18574 w 370998"/>
                <a:gd name="connsiteY14" fmla="*/ 9335 h 203549"/>
                <a:gd name="connsiteX15" fmla="*/ 0 w 370998"/>
                <a:gd name="connsiteY15" fmla="*/ 27813 h 203549"/>
                <a:gd name="connsiteX16" fmla="*/ 0 w 370998"/>
                <a:gd name="connsiteY16" fmla="*/ 185071 h 203549"/>
                <a:gd name="connsiteX17" fmla="*/ 18574 w 370998"/>
                <a:gd name="connsiteY17" fmla="*/ 203549 h 203549"/>
                <a:gd name="connsiteX18" fmla="*/ 27813 w 370998"/>
                <a:gd name="connsiteY18" fmla="*/ 203549 h 203549"/>
                <a:gd name="connsiteX19" fmla="*/ 74200 w 370998"/>
                <a:gd name="connsiteY19" fmla="*/ 157258 h 203549"/>
                <a:gd name="connsiteX20" fmla="*/ 120587 w 370998"/>
                <a:gd name="connsiteY20" fmla="*/ 203549 h 203549"/>
                <a:gd name="connsiteX21" fmla="*/ 259651 w 370998"/>
                <a:gd name="connsiteY21" fmla="*/ 203549 h 203549"/>
                <a:gd name="connsiteX22" fmla="*/ 306038 w 370998"/>
                <a:gd name="connsiteY22" fmla="*/ 157258 h 203549"/>
                <a:gd name="connsiteX23" fmla="*/ 352425 w 370998"/>
                <a:gd name="connsiteY23" fmla="*/ 203549 h 203549"/>
                <a:gd name="connsiteX24" fmla="*/ 370999 w 370998"/>
                <a:gd name="connsiteY24" fmla="*/ 185071 h 203549"/>
                <a:gd name="connsiteX25" fmla="*/ 370999 w 370998"/>
                <a:gd name="connsiteY25" fmla="*/ 138779 h 203549"/>
                <a:gd name="connsiteX26" fmla="*/ 363569 w 370998"/>
                <a:gd name="connsiteY26" fmla="*/ 124016 h 203549"/>
                <a:gd name="connsiteX27" fmla="*/ 363569 w 370998"/>
                <a:gd name="connsiteY27" fmla="*/ 124016 h 203549"/>
                <a:gd name="connsiteX28" fmla="*/ 186595 w 370998"/>
                <a:gd name="connsiteY28" fmla="*/ 105537 h 203549"/>
                <a:gd name="connsiteX29" fmla="*/ 172688 w 370998"/>
                <a:gd name="connsiteY29" fmla="*/ 129635 h 203549"/>
                <a:gd name="connsiteX30" fmla="*/ 148399 w 370998"/>
                <a:gd name="connsiteY30" fmla="*/ 115729 h 203549"/>
                <a:gd name="connsiteX31" fmla="*/ 148399 w 370998"/>
                <a:gd name="connsiteY31" fmla="*/ 143447 h 203549"/>
                <a:gd name="connsiteX32" fmla="*/ 120587 w 370998"/>
                <a:gd name="connsiteY32" fmla="*/ 143447 h 203549"/>
                <a:gd name="connsiteX33" fmla="*/ 120587 w 370998"/>
                <a:gd name="connsiteY33" fmla="*/ 115443 h 203549"/>
                <a:gd name="connsiteX34" fmla="*/ 96298 w 370998"/>
                <a:gd name="connsiteY34" fmla="*/ 129350 h 203549"/>
                <a:gd name="connsiteX35" fmla="*/ 82391 w 370998"/>
                <a:gd name="connsiteY35" fmla="*/ 105251 h 203549"/>
                <a:gd name="connsiteX36" fmla="*/ 106680 w 370998"/>
                <a:gd name="connsiteY36" fmla="*/ 91345 h 203549"/>
                <a:gd name="connsiteX37" fmla="*/ 82391 w 370998"/>
                <a:gd name="connsiteY37" fmla="*/ 77438 h 203549"/>
                <a:gd name="connsiteX38" fmla="*/ 96298 w 370998"/>
                <a:gd name="connsiteY38" fmla="*/ 53340 h 203549"/>
                <a:gd name="connsiteX39" fmla="*/ 120587 w 370998"/>
                <a:gd name="connsiteY39" fmla="*/ 67247 h 203549"/>
                <a:gd name="connsiteX40" fmla="*/ 120587 w 370998"/>
                <a:gd name="connsiteY40" fmla="*/ 39243 h 203549"/>
                <a:gd name="connsiteX41" fmla="*/ 148399 w 370998"/>
                <a:gd name="connsiteY41" fmla="*/ 39243 h 203549"/>
                <a:gd name="connsiteX42" fmla="*/ 148399 w 370998"/>
                <a:gd name="connsiteY42" fmla="*/ 67342 h 203549"/>
                <a:gd name="connsiteX43" fmla="*/ 172688 w 370998"/>
                <a:gd name="connsiteY43" fmla="*/ 53435 h 203549"/>
                <a:gd name="connsiteX44" fmla="*/ 186595 w 370998"/>
                <a:gd name="connsiteY44" fmla="*/ 77534 h 203549"/>
                <a:gd name="connsiteX45" fmla="*/ 162306 w 370998"/>
                <a:gd name="connsiteY45" fmla="*/ 91440 h 203549"/>
                <a:gd name="connsiteX46" fmla="*/ 186595 w 370998"/>
                <a:gd name="connsiteY46" fmla="*/ 105537 h 203549"/>
                <a:gd name="connsiteX47" fmla="*/ 186595 w 370998"/>
                <a:gd name="connsiteY47" fmla="*/ 105537 h 203549"/>
                <a:gd name="connsiteX48" fmla="*/ 259556 w 370998"/>
                <a:gd name="connsiteY48" fmla="*/ 101822 h 203549"/>
                <a:gd name="connsiteX49" fmla="*/ 259556 w 370998"/>
                <a:gd name="connsiteY49" fmla="*/ 55531 h 203549"/>
                <a:gd name="connsiteX50" fmla="*/ 287369 w 370998"/>
                <a:gd name="connsiteY50" fmla="*/ 55531 h 203549"/>
                <a:gd name="connsiteX51" fmla="*/ 304991 w 370998"/>
                <a:gd name="connsiteY51" fmla="*/ 68961 h 203549"/>
                <a:gd name="connsiteX52" fmla="*/ 314230 w 370998"/>
                <a:gd name="connsiteY52" fmla="*/ 100870 h 203549"/>
                <a:gd name="connsiteX53" fmla="*/ 314706 w 370998"/>
                <a:gd name="connsiteY53" fmla="*/ 101822 h 203549"/>
                <a:gd name="connsiteX54" fmla="*/ 259556 w 370998"/>
                <a:gd name="connsiteY54" fmla="*/ 101822 h 203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70998" h="203549">
                  <a:moveTo>
                    <a:pt x="363379" y="124016"/>
                  </a:moveTo>
                  <a:lnTo>
                    <a:pt x="338804" y="105537"/>
                  </a:lnTo>
                  <a:cubicBezTo>
                    <a:pt x="335566" y="103156"/>
                    <a:pt x="333280" y="99727"/>
                    <a:pt x="332327" y="95822"/>
                  </a:cubicBezTo>
                  <a:lnTo>
                    <a:pt x="323088" y="63913"/>
                  </a:lnTo>
                  <a:cubicBezTo>
                    <a:pt x="318325" y="48101"/>
                    <a:pt x="303943" y="37243"/>
                    <a:pt x="287369" y="37052"/>
                  </a:cubicBezTo>
                  <a:lnTo>
                    <a:pt x="278130" y="37052"/>
                  </a:lnTo>
                  <a:lnTo>
                    <a:pt x="278130" y="13907"/>
                  </a:lnTo>
                  <a:cubicBezTo>
                    <a:pt x="278130" y="6287"/>
                    <a:pt x="271939" y="0"/>
                    <a:pt x="264223" y="0"/>
                  </a:cubicBezTo>
                  <a:lnTo>
                    <a:pt x="254984" y="0"/>
                  </a:lnTo>
                  <a:cubicBezTo>
                    <a:pt x="247269" y="0"/>
                    <a:pt x="241078" y="6191"/>
                    <a:pt x="241078" y="13907"/>
                  </a:cubicBezTo>
                  <a:lnTo>
                    <a:pt x="241078" y="37052"/>
                  </a:lnTo>
                  <a:lnTo>
                    <a:pt x="241078" y="37052"/>
                  </a:lnTo>
                  <a:lnTo>
                    <a:pt x="241078" y="27813"/>
                  </a:lnTo>
                  <a:cubicBezTo>
                    <a:pt x="241078" y="17621"/>
                    <a:pt x="232791" y="9335"/>
                    <a:pt x="222504" y="9335"/>
                  </a:cubicBezTo>
                  <a:lnTo>
                    <a:pt x="18574" y="9335"/>
                  </a:lnTo>
                  <a:cubicBezTo>
                    <a:pt x="8382" y="9335"/>
                    <a:pt x="0" y="17621"/>
                    <a:pt x="0" y="27813"/>
                  </a:cubicBezTo>
                  <a:lnTo>
                    <a:pt x="0" y="185071"/>
                  </a:lnTo>
                  <a:cubicBezTo>
                    <a:pt x="0" y="195263"/>
                    <a:pt x="8287" y="203549"/>
                    <a:pt x="18574" y="203549"/>
                  </a:cubicBezTo>
                  <a:lnTo>
                    <a:pt x="27813" y="203549"/>
                  </a:lnTo>
                  <a:cubicBezTo>
                    <a:pt x="27813" y="178022"/>
                    <a:pt x="48577" y="157258"/>
                    <a:pt x="74200" y="157258"/>
                  </a:cubicBezTo>
                  <a:cubicBezTo>
                    <a:pt x="99822" y="157258"/>
                    <a:pt x="120587" y="177927"/>
                    <a:pt x="120587" y="203549"/>
                  </a:cubicBezTo>
                  <a:lnTo>
                    <a:pt x="259651" y="203549"/>
                  </a:lnTo>
                  <a:cubicBezTo>
                    <a:pt x="259651" y="178022"/>
                    <a:pt x="280416" y="157258"/>
                    <a:pt x="306038" y="157258"/>
                  </a:cubicBezTo>
                  <a:cubicBezTo>
                    <a:pt x="331661" y="157258"/>
                    <a:pt x="352425" y="177927"/>
                    <a:pt x="352425" y="203549"/>
                  </a:cubicBezTo>
                  <a:cubicBezTo>
                    <a:pt x="362617" y="203549"/>
                    <a:pt x="370999" y="195263"/>
                    <a:pt x="370999" y="185071"/>
                  </a:cubicBezTo>
                  <a:lnTo>
                    <a:pt x="370999" y="138779"/>
                  </a:lnTo>
                  <a:cubicBezTo>
                    <a:pt x="370999" y="132969"/>
                    <a:pt x="368237" y="127445"/>
                    <a:pt x="363569" y="124016"/>
                  </a:cubicBezTo>
                  <a:lnTo>
                    <a:pt x="363569" y="124016"/>
                  </a:lnTo>
                  <a:close/>
                  <a:moveTo>
                    <a:pt x="186595" y="105537"/>
                  </a:moveTo>
                  <a:lnTo>
                    <a:pt x="172688" y="129635"/>
                  </a:lnTo>
                  <a:lnTo>
                    <a:pt x="148399" y="115729"/>
                  </a:lnTo>
                  <a:lnTo>
                    <a:pt x="148399" y="143447"/>
                  </a:lnTo>
                  <a:lnTo>
                    <a:pt x="120587" y="143447"/>
                  </a:lnTo>
                  <a:lnTo>
                    <a:pt x="120587" y="115443"/>
                  </a:lnTo>
                  <a:lnTo>
                    <a:pt x="96298" y="129350"/>
                  </a:lnTo>
                  <a:lnTo>
                    <a:pt x="82391" y="105251"/>
                  </a:lnTo>
                  <a:lnTo>
                    <a:pt x="106680" y="91345"/>
                  </a:lnTo>
                  <a:lnTo>
                    <a:pt x="82391" y="77438"/>
                  </a:lnTo>
                  <a:lnTo>
                    <a:pt x="96298" y="53340"/>
                  </a:lnTo>
                  <a:lnTo>
                    <a:pt x="120587" y="67247"/>
                  </a:lnTo>
                  <a:lnTo>
                    <a:pt x="120587" y="39243"/>
                  </a:lnTo>
                  <a:lnTo>
                    <a:pt x="148399" y="39243"/>
                  </a:lnTo>
                  <a:lnTo>
                    <a:pt x="148399" y="67342"/>
                  </a:lnTo>
                  <a:lnTo>
                    <a:pt x="172688" y="53435"/>
                  </a:lnTo>
                  <a:lnTo>
                    <a:pt x="186595" y="77534"/>
                  </a:lnTo>
                  <a:lnTo>
                    <a:pt x="162306" y="91440"/>
                  </a:lnTo>
                  <a:lnTo>
                    <a:pt x="186595" y="105537"/>
                  </a:lnTo>
                  <a:lnTo>
                    <a:pt x="186595" y="105537"/>
                  </a:lnTo>
                  <a:close/>
                  <a:moveTo>
                    <a:pt x="259556" y="101822"/>
                  </a:moveTo>
                  <a:lnTo>
                    <a:pt x="259556" y="55531"/>
                  </a:lnTo>
                  <a:lnTo>
                    <a:pt x="287369" y="55531"/>
                  </a:lnTo>
                  <a:cubicBezTo>
                    <a:pt x="295656" y="55436"/>
                    <a:pt x="302895" y="60960"/>
                    <a:pt x="304991" y="68961"/>
                  </a:cubicBezTo>
                  <a:lnTo>
                    <a:pt x="314230" y="100870"/>
                  </a:lnTo>
                  <a:cubicBezTo>
                    <a:pt x="314230" y="100870"/>
                    <a:pt x="314706" y="101346"/>
                    <a:pt x="314706" y="101822"/>
                  </a:cubicBezTo>
                  <a:lnTo>
                    <a:pt x="259556" y="10182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60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B8F438D-8D20-F2A1-E4B4-7CF43061494A}"/>
                </a:ext>
              </a:extLst>
            </p:cNvPr>
            <p:cNvSpPr/>
            <p:nvPr/>
          </p:nvSpPr>
          <p:spPr>
            <a:xfrm>
              <a:off x="3095092" y="5705428"/>
              <a:ext cx="10265" cy="22939"/>
            </a:xfrm>
            <a:custGeom>
              <a:avLst/>
              <a:gdLst>
                <a:gd name="connsiteX0" fmla="*/ 0 w 9525"/>
                <a:gd name="connsiteY0" fmla="*/ 23051 h 23050"/>
                <a:gd name="connsiteX1" fmla="*/ 0 w 9525"/>
                <a:gd name="connsiteY1" fmla="*/ 0 h 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3050">
                  <a:moveTo>
                    <a:pt x="0" y="23051"/>
                  </a:moveTo>
                  <a:lnTo>
                    <a:pt x="0" y="0"/>
                  </a:lnTo>
                </a:path>
              </a:pathLst>
            </a:custGeom>
            <a:grpFill/>
            <a:ln w="9525" cap="flat">
              <a:solidFill>
                <a:srgbClr val="26262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60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B9CFEC8-5241-619F-D2E6-990AA6184E11}"/>
                </a:ext>
              </a:extLst>
            </p:cNvPr>
            <p:cNvSpPr/>
            <p:nvPr/>
          </p:nvSpPr>
          <p:spPr>
            <a:xfrm>
              <a:off x="3117573" y="5716898"/>
              <a:ext cx="17450" cy="16114"/>
            </a:xfrm>
            <a:custGeom>
              <a:avLst/>
              <a:gdLst>
                <a:gd name="connsiteX0" fmla="*/ 0 w 16192"/>
                <a:gd name="connsiteY0" fmla="*/ 16193 h 16192"/>
                <a:gd name="connsiteX1" fmla="*/ 16193 w 16192"/>
                <a:gd name="connsiteY1" fmla="*/ 0 h 16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192" h="16192">
                  <a:moveTo>
                    <a:pt x="0" y="16193"/>
                  </a:moveTo>
                  <a:lnTo>
                    <a:pt x="16193" y="0"/>
                  </a:lnTo>
                </a:path>
              </a:pathLst>
            </a:custGeom>
            <a:grpFill/>
            <a:ln w="9525" cap="flat">
              <a:solidFill>
                <a:srgbClr val="26262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60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16293F4-6D03-8106-004E-39942E98CB7F}"/>
                </a:ext>
              </a:extLst>
            </p:cNvPr>
            <p:cNvSpPr/>
            <p:nvPr/>
          </p:nvSpPr>
          <p:spPr>
            <a:xfrm>
              <a:off x="3055161" y="5716898"/>
              <a:ext cx="17450" cy="16114"/>
            </a:xfrm>
            <a:custGeom>
              <a:avLst/>
              <a:gdLst>
                <a:gd name="connsiteX0" fmla="*/ 16192 w 16192"/>
                <a:gd name="connsiteY0" fmla="*/ 16193 h 16192"/>
                <a:gd name="connsiteX1" fmla="*/ 0 w 16192"/>
                <a:gd name="connsiteY1" fmla="*/ 0 h 16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192" h="16192">
                  <a:moveTo>
                    <a:pt x="16192" y="16193"/>
                  </a:moveTo>
                  <a:lnTo>
                    <a:pt x="0" y="0"/>
                  </a:lnTo>
                </a:path>
              </a:pathLst>
            </a:custGeom>
            <a:grpFill/>
            <a:ln w="9525" cap="flat">
              <a:solidFill>
                <a:srgbClr val="26262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600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24AA861F-A4B4-FDFC-E2BA-A346C4CA4E0F}"/>
              </a:ext>
            </a:extLst>
          </p:cNvPr>
          <p:cNvSpPr txBox="1"/>
          <p:nvPr/>
        </p:nvSpPr>
        <p:spPr>
          <a:xfrm>
            <a:off x="4136853" y="6041138"/>
            <a:ext cx="8659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>
                <a:latin typeface="Poppins Light" panose="00000400000000000000" pitchFamily="2" charset="0"/>
                <a:ea typeface="+mn-lt"/>
                <a:cs typeface="Poppins Light" panose="00000400000000000000" pitchFamily="2" charset="0"/>
              </a:rPr>
              <a:t>Unhappy </a:t>
            </a:r>
          </a:p>
          <a:p>
            <a:pPr algn="ctr"/>
            <a:r>
              <a:rPr lang="en-IN" sz="1000" dirty="0">
                <a:latin typeface="Poppins Light" panose="00000400000000000000" pitchFamily="2" charset="0"/>
                <a:ea typeface="+mn-lt"/>
                <a:cs typeface="Poppins Light" panose="00000400000000000000" pitchFamily="2" charset="0"/>
              </a:rPr>
              <a:t>customer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34140C-BCFE-9E23-9E38-C5ED24134DC3}"/>
              </a:ext>
            </a:extLst>
          </p:cNvPr>
          <p:cNvGrpSpPr/>
          <p:nvPr/>
        </p:nvGrpSpPr>
        <p:grpSpPr>
          <a:xfrm>
            <a:off x="4414574" y="5668964"/>
            <a:ext cx="299868" cy="299868"/>
            <a:chOff x="6433322" y="2033087"/>
            <a:chExt cx="252001" cy="252000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8B6D4BB-402C-F097-9596-9C93C5E107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3322" y="2033087"/>
              <a:ext cx="252001" cy="252000"/>
            </a:xfrm>
            <a:custGeom>
              <a:avLst/>
              <a:gdLst>
                <a:gd name="connsiteX0" fmla="*/ 271463 w 271462"/>
                <a:gd name="connsiteY0" fmla="*/ 135731 h 271462"/>
                <a:gd name="connsiteX1" fmla="*/ 135731 w 271462"/>
                <a:gd name="connsiteY1" fmla="*/ 271463 h 271462"/>
                <a:gd name="connsiteX2" fmla="*/ 0 w 271462"/>
                <a:gd name="connsiteY2" fmla="*/ 135731 h 271462"/>
                <a:gd name="connsiteX3" fmla="*/ 135731 w 271462"/>
                <a:gd name="connsiteY3" fmla="*/ 0 h 271462"/>
                <a:gd name="connsiteX4" fmla="*/ 271463 w 271462"/>
                <a:gd name="connsiteY4" fmla="*/ 135731 h 27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62" h="271462">
                  <a:moveTo>
                    <a:pt x="271463" y="135731"/>
                  </a:moveTo>
                  <a:cubicBezTo>
                    <a:pt x="271463" y="210694"/>
                    <a:pt x="210694" y="271463"/>
                    <a:pt x="135731" y="271463"/>
                  </a:cubicBezTo>
                  <a:cubicBezTo>
                    <a:pt x="60769" y="271463"/>
                    <a:pt x="0" y="210694"/>
                    <a:pt x="0" y="135731"/>
                  </a:cubicBezTo>
                  <a:cubicBezTo>
                    <a:pt x="0" y="60769"/>
                    <a:pt x="60769" y="0"/>
                    <a:pt x="135731" y="0"/>
                  </a:cubicBezTo>
                  <a:cubicBezTo>
                    <a:pt x="210694" y="0"/>
                    <a:pt x="271463" y="60769"/>
                    <a:pt x="271463" y="135731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600" dirty="0"/>
            </a:p>
          </p:txBody>
        </p:sp>
        <p:grpSp>
          <p:nvGrpSpPr>
            <p:cNvPr id="30" name="Graphic 7">
              <a:extLst>
                <a:ext uri="{FF2B5EF4-FFF2-40B4-BE49-F238E27FC236}">
                  <a16:creationId xmlns:a16="http://schemas.microsoft.com/office/drawing/2014/main" id="{92329B43-C93F-8186-E775-3C459D7EB3D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451392" y="2052695"/>
              <a:ext cx="215862" cy="216000"/>
              <a:chOff x="9516919" y="3029154"/>
              <a:chExt cx="296989" cy="297179"/>
            </a:xfrm>
            <a:solidFill>
              <a:schemeClr val="bg1"/>
            </a:solidFill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FC76CFA-4BE9-5CC1-1E58-4C23922BC6F2}"/>
                  </a:ext>
                </a:extLst>
              </p:cNvPr>
              <p:cNvSpPr/>
              <p:nvPr/>
            </p:nvSpPr>
            <p:spPr>
              <a:xfrm>
                <a:off x="9622184" y="3228543"/>
                <a:ext cx="92144" cy="31687"/>
              </a:xfrm>
              <a:custGeom>
                <a:avLst/>
                <a:gdLst>
                  <a:gd name="connsiteX0" fmla="*/ 86283 w 92144"/>
                  <a:gd name="connsiteY0" fmla="*/ 3112 h 31687"/>
                  <a:gd name="connsiteX1" fmla="*/ 3034 w 92144"/>
                  <a:gd name="connsiteY1" fmla="*/ 17591 h 31687"/>
                  <a:gd name="connsiteX2" fmla="*/ 1510 w 92144"/>
                  <a:gd name="connsiteY2" fmla="*/ 28544 h 31687"/>
                  <a:gd name="connsiteX3" fmla="*/ 7797 w 92144"/>
                  <a:gd name="connsiteY3" fmla="*/ 31687 h 31687"/>
                  <a:gd name="connsiteX4" fmla="*/ 12464 w 92144"/>
                  <a:gd name="connsiteY4" fmla="*/ 30163 h 31687"/>
                  <a:gd name="connsiteX5" fmla="*/ 82378 w 92144"/>
                  <a:gd name="connsiteY5" fmla="*/ 18448 h 31687"/>
                  <a:gd name="connsiteX6" fmla="*/ 91712 w 92144"/>
                  <a:gd name="connsiteY6" fmla="*/ 12542 h 31687"/>
                  <a:gd name="connsiteX7" fmla="*/ 86283 w 92144"/>
                  <a:gd name="connsiteY7" fmla="*/ 3112 h 31687"/>
                  <a:gd name="connsiteX8" fmla="*/ 86283 w 92144"/>
                  <a:gd name="connsiteY8" fmla="*/ 3112 h 31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144" h="31687">
                    <a:moveTo>
                      <a:pt x="86283" y="3112"/>
                    </a:moveTo>
                    <a:cubicBezTo>
                      <a:pt x="37420" y="-8603"/>
                      <a:pt x="4654" y="16448"/>
                      <a:pt x="3034" y="17591"/>
                    </a:cubicBezTo>
                    <a:cubicBezTo>
                      <a:pt x="-490" y="20353"/>
                      <a:pt x="-871" y="25020"/>
                      <a:pt x="1510" y="28544"/>
                    </a:cubicBezTo>
                    <a:cubicBezTo>
                      <a:pt x="3034" y="30544"/>
                      <a:pt x="5416" y="31687"/>
                      <a:pt x="7797" y="31687"/>
                    </a:cubicBezTo>
                    <a:cubicBezTo>
                      <a:pt x="9321" y="31687"/>
                      <a:pt x="11321" y="31307"/>
                      <a:pt x="12464" y="30163"/>
                    </a:cubicBezTo>
                    <a:cubicBezTo>
                      <a:pt x="12845" y="29783"/>
                      <a:pt x="40563" y="8637"/>
                      <a:pt x="82378" y="18448"/>
                    </a:cubicBezTo>
                    <a:cubicBezTo>
                      <a:pt x="86664" y="19591"/>
                      <a:pt x="90950" y="16924"/>
                      <a:pt x="91712" y="12542"/>
                    </a:cubicBezTo>
                    <a:cubicBezTo>
                      <a:pt x="93236" y="8256"/>
                      <a:pt x="90569" y="3970"/>
                      <a:pt x="86283" y="3112"/>
                    </a:cubicBezTo>
                    <a:lnTo>
                      <a:pt x="86283" y="311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600" dirty="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872B0473-48D9-3165-AD01-173ED5ABE3AA}"/>
                  </a:ext>
                </a:extLst>
              </p:cNvPr>
              <p:cNvSpPr/>
              <p:nvPr/>
            </p:nvSpPr>
            <p:spPr>
              <a:xfrm>
                <a:off x="9622184" y="3228543"/>
                <a:ext cx="92144" cy="31687"/>
              </a:xfrm>
              <a:custGeom>
                <a:avLst/>
                <a:gdLst>
                  <a:gd name="connsiteX0" fmla="*/ 86283 w 92144"/>
                  <a:gd name="connsiteY0" fmla="*/ 3112 h 31687"/>
                  <a:gd name="connsiteX1" fmla="*/ 3034 w 92144"/>
                  <a:gd name="connsiteY1" fmla="*/ 17591 h 31687"/>
                  <a:gd name="connsiteX2" fmla="*/ 1510 w 92144"/>
                  <a:gd name="connsiteY2" fmla="*/ 28544 h 31687"/>
                  <a:gd name="connsiteX3" fmla="*/ 7797 w 92144"/>
                  <a:gd name="connsiteY3" fmla="*/ 31687 h 31687"/>
                  <a:gd name="connsiteX4" fmla="*/ 12464 w 92144"/>
                  <a:gd name="connsiteY4" fmla="*/ 30163 h 31687"/>
                  <a:gd name="connsiteX5" fmla="*/ 82378 w 92144"/>
                  <a:gd name="connsiteY5" fmla="*/ 18448 h 31687"/>
                  <a:gd name="connsiteX6" fmla="*/ 91712 w 92144"/>
                  <a:gd name="connsiteY6" fmla="*/ 12542 h 31687"/>
                  <a:gd name="connsiteX7" fmla="*/ 86283 w 92144"/>
                  <a:gd name="connsiteY7" fmla="*/ 3112 h 31687"/>
                  <a:gd name="connsiteX8" fmla="*/ 86283 w 92144"/>
                  <a:gd name="connsiteY8" fmla="*/ 3112 h 31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144" h="31687">
                    <a:moveTo>
                      <a:pt x="86283" y="3112"/>
                    </a:moveTo>
                    <a:cubicBezTo>
                      <a:pt x="37420" y="-8603"/>
                      <a:pt x="4654" y="16448"/>
                      <a:pt x="3034" y="17591"/>
                    </a:cubicBezTo>
                    <a:cubicBezTo>
                      <a:pt x="-490" y="20353"/>
                      <a:pt x="-871" y="25020"/>
                      <a:pt x="1510" y="28544"/>
                    </a:cubicBezTo>
                    <a:cubicBezTo>
                      <a:pt x="3034" y="30544"/>
                      <a:pt x="5416" y="31687"/>
                      <a:pt x="7797" y="31687"/>
                    </a:cubicBezTo>
                    <a:cubicBezTo>
                      <a:pt x="9321" y="31687"/>
                      <a:pt x="11321" y="31307"/>
                      <a:pt x="12464" y="30163"/>
                    </a:cubicBezTo>
                    <a:cubicBezTo>
                      <a:pt x="12845" y="29783"/>
                      <a:pt x="40563" y="8637"/>
                      <a:pt x="82378" y="18448"/>
                    </a:cubicBezTo>
                    <a:cubicBezTo>
                      <a:pt x="86664" y="19591"/>
                      <a:pt x="90950" y="16924"/>
                      <a:pt x="91712" y="12542"/>
                    </a:cubicBezTo>
                    <a:cubicBezTo>
                      <a:pt x="93236" y="8256"/>
                      <a:pt x="90569" y="3970"/>
                      <a:pt x="86283" y="3112"/>
                    </a:cubicBezTo>
                    <a:lnTo>
                      <a:pt x="86283" y="311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600" dirty="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0EA871CD-DA14-6839-F69F-DB2FB007DC19}"/>
                  </a:ext>
                </a:extLst>
              </p:cNvPr>
              <p:cNvSpPr/>
              <p:nvPr/>
            </p:nvSpPr>
            <p:spPr>
              <a:xfrm>
                <a:off x="9579499" y="3141359"/>
                <a:ext cx="46862" cy="46862"/>
              </a:xfrm>
              <a:custGeom>
                <a:avLst/>
                <a:gdLst>
                  <a:gd name="connsiteX0" fmla="*/ 46863 w 46862"/>
                  <a:gd name="connsiteY0" fmla="*/ 23431 h 46862"/>
                  <a:gd name="connsiteX1" fmla="*/ 23431 w 46862"/>
                  <a:gd name="connsiteY1" fmla="*/ 46863 h 46862"/>
                  <a:gd name="connsiteX2" fmla="*/ 0 w 46862"/>
                  <a:gd name="connsiteY2" fmla="*/ 23431 h 46862"/>
                  <a:gd name="connsiteX3" fmla="*/ 23431 w 46862"/>
                  <a:gd name="connsiteY3" fmla="*/ 0 h 46862"/>
                  <a:gd name="connsiteX4" fmla="*/ 46863 w 46862"/>
                  <a:gd name="connsiteY4" fmla="*/ 23431 h 46862"/>
                  <a:gd name="connsiteX5" fmla="*/ 46863 w 46862"/>
                  <a:gd name="connsiteY5" fmla="*/ 23431 h 46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6862" h="46862">
                    <a:moveTo>
                      <a:pt x="46863" y="23431"/>
                    </a:moveTo>
                    <a:cubicBezTo>
                      <a:pt x="46863" y="36385"/>
                      <a:pt x="36385" y="46863"/>
                      <a:pt x="23431" y="46863"/>
                    </a:cubicBezTo>
                    <a:cubicBezTo>
                      <a:pt x="10477" y="46863"/>
                      <a:pt x="0" y="36385"/>
                      <a:pt x="0" y="23431"/>
                    </a:cubicBezTo>
                    <a:cubicBezTo>
                      <a:pt x="0" y="10477"/>
                      <a:pt x="10477" y="0"/>
                      <a:pt x="23431" y="0"/>
                    </a:cubicBezTo>
                    <a:cubicBezTo>
                      <a:pt x="36385" y="0"/>
                      <a:pt x="46863" y="10477"/>
                      <a:pt x="46863" y="23431"/>
                    </a:cubicBezTo>
                    <a:lnTo>
                      <a:pt x="46863" y="2343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600" dirty="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9188DA2B-C808-DCB8-7532-4F250111CB87}"/>
                  </a:ext>
                </a:extLst>
              </p:cNvPr>
              <p:cNvSpPr/>
              <p:nvPr/>
            </p:nvSpPr>
            <p:spPr>
              <a:xfrm>
                <a:off x="9579499" y="3141359"/>
                <a:ext cx="46862" cy="46862"/>
              </a:xfrm>
              <a:custGeom>
                <a:avLst/>
                <a:gdLst>
                  <a:gd name="connsiteX0" fmla="*/ 46863 w 46862"/>
                  <a:gd name="connsiteY0" fmla="*/ 23431 h 46862"/>
                  <a:gd name="connsiteX1" fmla="*/ 23431 w 46862"/>
                  <a:gd name="connsiteY1" fmla="*/ 46863 h 46862"/>
                  <a:gd name="connsiteX2" fmla="*/ 0 w 46862"/>
                  <a:gd name="connsiteY2" fmla="*/ 23431 h 46862"/>
                  <a:gd name="connsiteX3" fmla="*/ 23431 w 46862"/>
                  <a:gd name="connsiteY3" fmla="*/ 0 h 46862"/>
                  <a:gd name="connsiteX4" fmla="*/ 46863 w 46862"/>
                  <a:gd name="connsiteY4" fmla="*/ 23431 h 46862"/>
                  <a:gd name="connsiteX5" fmla="*/ 46863 w 46862"/>
                  <a:gd name="connsiteY5" fmla="*/ 23431 h 46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6862" h="46862">
                    <a:moveTo>
                      <a:pt x="46863" y="23431"/>
                    </a:moveTo>
                    <a:cubicBezTo>
                      <a:pt x="46863" y="36385"/>
                      <a:pt x="36385" y="46863"/>
                      <a:pt x="23431" y="46863"/>
                    </a:cubicBezTo>
                    <a:cubicBezTo>
                      <a:pt x="10477" y="46863"/>
                      <a:pt x="0" y="36385"/>
                      <a:pt x="0" y="23431"/>
                    </a:cubicBezTo>
                    <a:cubicBezTo>
                      <a:pt x="0" y="10477"/>
                      <a:pt x="10477" y="0"/>
                      <a:pt x="23431" y="0"/>
                    </a:cubicBezTo>
                    <a:cubicBezTo>
                      <a:pt x="36385" y="0"/>
                      <a:pt x="46863" y="10477"/>
                      <a:pt x="46863" y="23431"/>
                    </a:cubicBezTo>
                    <a:lnTo>
                      <a:pt x="46863" y="2343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600" dirty="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EF9478B4-A7E7-161F-F673-C28395B0DD24}"/>
                  </a:ext>
                </a:extLst>
              </p:cNvPr>
              <p:cNvSpPr/>
              <p:nvPr/>
            </p:nvSpPr>
            <p:spPr>
              <a:xfrm>
                <a:off x="9575562" y="3102179"/>
                <a:ext cx="54736" cy="19557"/>
              </a:xfrm>
              <a:custGeom>
                <a:avLst/>
                <a:gdLst>
                  <a:gd name="connsiteX0" fmla="*/ 8604 w 54736"/>
                  <a:gd name="connsiteY0" fmla="*/ 19558 h 19557"/>
                  <a:gd name="connsiteX1" fmla="*/ 47656 w 54736"/>
                  <a:gd name="connsiteY1" fmla="*/ 15652 h 19557"/>
                  <a:gd name="connsiteX2" fmla="*/ 54705 w 54736"/>
                  <a:gd name="connsiteY2" fmla="*/ 7080 h 19557"/>
                  <a:gd name="connsiteX3" fmla="*/ 46132 w 54736"/>
                  <a:gd name="connsiteY3" fmla="*/ 31 h 19557"/>
                  <a:gd name="connsiteX4" fmla="*/ 7080 w 54736"/>
                  <a:gd name="connsiteY4" fmla="*/ 3937 h 19557"/>
                  <a:gd name="connsiteX5" fmla="*/ 31 w 54736"/>
                  <a:gd name="connsiteY5" fmla="*/ 12509 h 19557"/>
                  <a:gd name="connsiteX6" fmla="*/ 7842 w 54736"/>
                  <a:gd name="connsiteY6" fmla="*/ 19558 h 19557"/>
                  <a:gd name="connsiteX7" fmla="*/ 8604 w 54736"/>
                  <a:gd name="connsiteY7" fmla="*/ 19558 h 19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4736" h="19557">
                    <a:moveTo>
                      <a:pt x="8604" y="19558"/>
                    </a:moveTo>
                    <a:lnTo>
                      <a:pt x="47656" y="15652"/>
                    </a:lnTo>
                    <a:cubicBezTo>
                      <a:pt x="51943" y="15271"/>
                      <a:pt x="55086" y="11366"/>
                      <a:pt x="54705" y="7080"/>
                    </a:cubicBezTo>
                    <a:cubicBezTo>
                      <a:pt x="54324" y="2794"/>
                      <a:pt x="50419" y="-350"/>
                      <a:pt x="46132" y="31"/>
                    </a:cubicBezTo>
                    <a:lnTo>
                      <a:pt x="7080" y="3937"/>
                    </a:lnTo>
                    <a:cubicBezTo>
                      <a:pt x="2794" y="4318"/>
                      <a:pt x="-350" y="8223"/>
                      <a:pt x="31" y="12509"/>
                    </a:cubicBezTo>
                    <a:cubicBezTo>
                      <a:pt x="412" y="16414"/>
                      <a:pt x="3937" y="19558"/>
                      <a:pt x="7842" y="19558"/>
                    </a:cubicBezTo>
                    <a:lnTo>
                      <a:pt x="8604" y="1955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600" dirty="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D93B472C-0AD8-A1F1-C0E9-E67110554F8F}"/>
                  </a:ext>
                </a:extLst>
              </p:cNvPr>
              <p:cNvSpPr/>
              <p:nvPr/>
            </p:nvSpPr>
            <p:spPr>
              <a:xfrm>
                <a:off x="9575562" y="3102179"/>
                <a:ext cx="54736" cy="19557"/>
              </a:xfrm>
              <a:custGeom>
                <a:avLst/>
                <a:gdLst>
                  <a:gd name="connsiteX0" fmla="*/ 8604 w 54736"/>
                  <a:gd name="connsiteY0" fmla="*/ 19558 h 19557"/>
                  <a:gd name="connsiteX1" fmla="*/ 47656 w 54736"/>
                  <a:gd name="connsiteY1" fmla="*/ 15652 h 19557"/>
                  <a:gd name="connsiteX2" fmla="*/ 54705 w 54736"/>
                  <a:gd name="connsiteY2" fmla="*/ 7080 h 19557"/>
                  <a:gd name="connsiteX3" fmla="*/ 46132 w 54736"/>
                  <a:gd name="connsiteY3" fmla="*/ 31 h 19557"/>
                  <a:gd name="connsiteX4" fmla="*/ 7080 w 54736"/>
                  <a:gd name="connsiteY4" fmla="*/ 3937 h 19557"/>
                  <a:gd name="connsiteX5" fmla="*/ 31 w 54736"/>
                  <a:gd name="connsiteY5" fmla="*/ 12509 h 19557"/>
                  <a:gd name="connsiteX6" fmla="*/ 7842 w 54736"/>
                  <a:gd name="connsiteY6" fmla="*/ 19558 h 19557"/>
                  <a:gd name="connsiteX7" fmla="*/ 8604 w 54736"/>
                  <a:gd name="connsiteY7" fmla="*/ 19558 h 19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4736" h="19557">
                    <a:moveTo>
                      <a:pt x="8604" y="19558"/>
                    </a:moveTo>
                    <a:lnTo>
                      <a:pt x="47656" y="15652"/>
                    </a:lnTo>
                    <a:cubicBezTo>
                      <a:pt x="51943" y="15271"/>
                      <a:pt x="55086" y="11366"/>
                      <a:pt x="54705" y="7080"/>
                    </a:cubicBezTo>
                    <a:cubicBezTo>
                      <a:pt x="54324" y="2794"/>
                      <a:pt x="50419" y="-350"/>
                      <a:pt x="46132" y="31"/>
                    </a:cubicBezTo>
                    <a:lnTo>
                      <a:pt x="7080" y="3937"/>
                    </a:lnTo>
                    <a:cubicBezTo>
                      <a:pt x="2794" y="4318"/>
                      <a:pt x="-350" y="8223"/>
                      <a:pt x="31" y="12509"/>
                    </a:cubicBezTo>
                    <a:cubicBezTo>
                      <a:pt x="412" y="16414"/>
                      <a:pt x="3937" y="19558"/>
                      <a:pt x="7842" y="19558"/>
                    </a:cubicBezTo>
                    <a:lnTo>
                      <a:pt x="8604" y="1955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600" dirty="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20130E82-D727-639D-EBF5-DF753ECF273F}"/>
                  </a:ext>
                </a:extLst>
              </p:cNvPr>
              <p:cNvSpPr/>
              <p:nvPr/>
            </p:nvSpPr>
            <p:spPr>
              <a:xfrm>
                <a:off x="9704562" y="3141359"/>
                <a:ext cx="46862" cy="46862"/>
              </a:xfrm>
              <a:custGeom>
                <a:avLst/>
                <a:gdLst>
                  <a:gd name="connsiteX0" fmla="*/ 46863 w 46862"/>
                  <a:gd name="connsiteY0" fmla="*/ 23431 h 46862"/>
                  <a:gd name="connsiteX1" fmla="*/ 23431 w 46862"/>
                  <a:gd name="connsiteY1" fmla="*/ 46863 h 46862"/>
                  <a:gd name="connsiteX2" fmla="*/ 0 w 46862"/>
                  <a:gd name="connsiteY2" fmla="*/ 23431 h 46862"/>
                  <a:gd name="connsiteX3" fmla="*/ 23431 w 46862"/>
                  <a:gd name="connsiteY3" fmla="*/ 0 h 46862"/>
                  <a:gd name="connsiteX4" fmla="*/ 46863 w 46862"/>
                  <a:gd name="connsiteY4" fmla="*/ 23431 h 46862"/>
                  <a:gd name="connsiteX5" fmla="*/ 46863 w 46862"/>
                  <a:gd name="connsiteY5" fmla="*/ 23431 h 46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6862" h="46862">
                    <a:moveTo>
                      <a:pt x="46863" y="23431"/>
                    </a:moveTo>
                    <a:cubicBezTo>
                      <a:pt x="46863" y="36385"/>
                      <a:pt x="36385" y="46863"/>
                      <a:pt x="23431" y="46863"/>
                    </a:cubicBezTo>
                    <a:cubicBezTo>
                      <a:pt x="10477" y="46863"/>
                      <a:pt x="0" y="36385"/>
                      <a:pt x="0" y="23431"/>
                    </a:cubicBezTo>
                    <a:cubicBezTo>
                      <a:pt x="0" y="10477"/>
                      <a:pt x="10477" y="0"/>
                      <a:pt x="23431" y="0"/>
                    </a:cubicBezTo>
                    <a:cubicBezTo>
                      <a:pt x="36385" y="0"/>
                      <a:pt x="46863" y="10477"/>
                      <a:pt x="46863" y="23431"/>
                    </a:cubicBezTo>
                    <a:lnTo>
                      <a:pt x="46863" y="2343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600" dirty="0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CF6A42E8-F0E1-EBB2-1A13-5D1522330D4B}"/>
                  </a:ext>
                </a:extLst>
              </p:cNvPr>
              <p:cNvSpPr/>
              <p:nvPr/>
            </p:nvSpPr>
            <p:spPr>
              <a:xfrm>
                <a:off x="9704562" y="3141359"/>
                <a:ext cx="46862" cy="46862"/>
              </a:xfrm>
              <a:custGeom>
                <a:avLst/>
                <a:gdLst>
                  <a:gd name="connsiteX0" fmla="*/ 46863 w 46862"/>
                  <a:gd name="connsiteY0" fmla="*/ 23431 h 46862"/>
                  <a:gd name="connsiteX1" fmla="*/ 23431 w 46862"/>
                  <a:gd name="connsiteY1" fmla="*/ 46863 h 46862"/>
                  <a:gd name="connsiteX2" fmla="*/ 0 w 46862"/>
                  <a:gd name="connsiteY2" fmla="*/ 23431 h 46862"/>
                  <a:gd name="connsiteX3" fmla="*/ 23431 w 46862"/>
                  <a:gd name="connsiteY3" fmla="*/ 0 h 46862"/>
                  <a:gd name="connsiteX4" fmla="*/ 46863 w 46862"/>
                  <a:gd name="connsiteY4" fmla="*/ 23431 h 46862"/>
                  <a:gd name="connsiteX5" fmla="*/ 46863 w 46862"/>
                  <a:gd name="connsiteY5" fmla="*/ 23431 h 46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6862" h="46862">
                    <a:moveTo>
                      <a:pt x="46863" y="23431"/>
                    </a:moveTo>
                    <a:cubicBezTo>
                      <a:pt x="46863" y="36385"/>
                      <a:pt x="36385" y="46863"/>
                      <a:pt x="23431" y="46863"/>
                    </a:cubicBezTo>
                    <a:cubicBezTo>
                      <a:pt x="10477" y="46863"/>
                      <a:pt x="0" y="36385"/>
                      <a:pt x="0" y="23431"/>
                    </a:cubicBezTo>
                    <a:cubicBezTo>
                      <a:pt x="0" y="10477"/>
                      <a:pt x="10477" y="0"/>
                      <a:pt x="23431" y="0"/>
                    </a:cubicBezTo>
                    <a:cubicBezTo>
                      <a:pt x="36385" y="0"/>
                      <a:pt x="46863" y="10477"/>
                      <a:pt x="46863" y="23431"/>
                    </a:cubicBezTo>
                    <a:lnTo>
                      <a:pt x="46863" y="2343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600" dirty="0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8D31B03B-8F50-74AD-427E-3B0AFF86D45E}"/>
                  </a:ext>
                </a:extLst>
              </p:cNvPr>
              <p:cNvSpPr/>
              <p:nvPr/>
            </p:nvSpPr>
            <p:spPr>
              <a:xfrm>
                <a:off x="9700625" y="3102179"/>
                <a:ext cx="54736" cy="19557"/>
              </a:xfrm>
              <a:custGeom>
                <a:avLst/>
                <a:gdLst>
                  <a:gd name="connsiteX0" fmla="*/ 47656 w 54736"/>
                  <a:gd name="connsiteY0" fmla="*/ 3937 h 19557"/>
                  <a:gd name="connsiteX1" fmla="*/ 8604 w 54736"/>
                  <a:gd name="connsiteY1" fmla="*/ 31 h 19557"/>
                  <a:gd name="connsiteX2" fmla="*/ 31 w 54736"/>
                  <a:gd name="connsiteY2" fmla="*/ 7080 h 19557"/>
                  <a:gd name="connsiteX3" fmla="*/ 7080 w 54736"/>
                  <a:gd name="connsiteY3" fmla="*/ 15652 h 19557"/>
                  <a:gd name="connsiteX4" fmla="*/ 46132 w 54736"/>
                  <a:gd name="connsiteY4" fmla="*/ 19558 h 19557"/>
                  <a:gd name="connsiteX5" fmla="*/ 46894 w 54736"/>
                  <a:gd name="connsiteY5" fmla="*/ 19558 h 19557"/>
                  <a:gd name="connsiteX6" fmla="*/ 54705 w 54736"/>
                  <a:gd name="connsiteY6" fmla="*/ 12509 h 19557"/>
                  <a:gd name="connsiteX7" fmla="*/ 47656 w 54736"/>
                  <a:gd name="connsiteY7" fmla="*/ 3937 h 19557"/>
                  <a:gd name="connsiteX8" fmla="*/ 47656 w 54736"/>
                  <a:gd name="connsiteY8" fmla="*/ 3937 h 19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4736" h="19557">
                    <a:moveTo>
                      <a:pt x="47656" y="3937"/>
                    </a:moveTo>
                    <a:lnTo>
                      <a:pt x="8604" y="31"/>
                    </a:lnTo>
                    <a:cubicBezTo>
                      <a:pt x="4318" y="-350"/>
                      <a:pt x="412" y="2794"/>
                      <a:pt x="31" y="7080"/>
                    </a:cubicBezTo>
                    <a:cubicBezTo>
                      <a:pt x="-350" y="11366"/>
                      <a:pt x="2794" y="15271"/>
                      <a:pt x="7080" y="15652"/>
                    </a:cubicBezTo>
                    <a:lnTo>
                      <a:pt x="46132" y="19558"/>
                    </a:lnTo>
                    <a:lnTo>
                      <a:pt x="46894" y="19558"/>
                    </a:lnTo>
                    <a:cubicBezTo>
                      <a:pt x="50800" y="19558"/>
                      <a:pt x="54324" y="16414"/>
                      <a:pt x="54705" y="12509"/>
                    </a:cubicBezTo>
                    <a:cubicBezTo>
                      <a:pt x="55086" y="8223"/>
                      <a:pt x="51943" y="4318"/>
                      <a:pt x="47656" y="3937"/>
                    </a:cubicBezTo>
                    <a:lnTo>
                      <a:pt x="47656" y="393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600" dirty="0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E0EAA962-7E9D-0ADB-3D54-477B044A203F}"/>
                  </a:ext>
                </a:extLst>
              </p:cNvPr>
              <p:cNvSpPr/>
              <p:nvPr/>
            </p:nvSpPr>
            <p:spPr>
              <a:xfrm>
                <a:off x="9700625" y="3102179"/>
                <a:ext cx="54736" cy="19557"/>
              </a:xfrm>
              <a:custGeom>
                <a:avLst/>
                <a:gdLst>
                  <a:gd name="connsiteX0" fmla="*/ 47656 w 54736"/>
                  <a:gd name="connsiteY0" fmla="*/ 3937 h 19557"/>
                  <a:gd name="connsiteX1" fmla="*/ 8604 w 54736"/>
                  <a:gd name="connsiteY1" fmla="*/ 31 h 19557"/>
                  <a:gd name="connsiteX2" fmla="*/ 31 w 54736"/>
                  <a:gd name="connsiteY2" fmla="*/ 7080 h 19557"/>
                  <a:gd name="connsiteX3" fmla="*/ 7080 w 54736"/>
                  <a:gd name="connsiteY3" fmla="*/ 15652 h 19557"/>
                  <a:gd name="connsiteX4" fmla="*/ 46132 w 54736"/>
                  <a:gd name="connsiteY4" fmla="*/ 19558 h 19557"/>
                  <a:gd name="connsiteX5" fmla="*/ 46894 w 54736"/>
                  <a:gd name="connsiteY5" fmla="*/ 19558 h 19557"/>
                  <a:gd name="connsiteX6" fmla="*/ 54705 w 54736"/>
                  <a:gd name="connsiteY6" fmla="*/ 12509 h 19557"/>
                  <a:gd name="connsiteX7" fmla="*/ 47656 w 54736"/>
                  <a:gd name="connsiteY7" fmla="*/ 3937 h 19557"/>
                  <a:gd name="connsiteX8" fmla="*/ 47656 w 54736"/>
                  <a:gd name="connsiteY8" fmla="*/ 3937 h 19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4736" h="19557">
                    <a:moveTo>
                      <a:pt x="47656" y="3937"/>
                    </a:moveTo>
                    <a:lnTo>
                      <a:pt x="8604" y="31"/>
                    </a:lnTo>
                    <a:cubicBezTo>
                      <a:pt x="4318" y="-350"/>
                      <a:pt x="412" y="2794"/>
                      <a:pt x="31" y="7080"/>
                    </a:cubicBezTo>
                    <a:cubicBezTo>
                      <a:pt x="-350" y="11366"/>
                      <a:pt x="2794" y="15271"/>
                      <a:pt x="7080" y="15652"/>
                    </a:cubicBezTo>
                    <a:lnTo>
                      <a:pt x="46132" y="19558"/>
                    </a:lnTo>
                    <a:lnTo>
                      <a:pt x="46894" y="19558"/>
                    </a:lnTo>
                    <a:cubicBezTo>
                      <a:pt x="50800" y="19558"/>
                      <a:pt x="54324" y="16414"/>
                      <a:pt x="54705" y="12509"/>
                    </a:cubicBezTo>
                    <a:cubicBezTo>
                      <a:pt x="55086" y="8223"/>
                      <a:pt x="51943" y="4318"/>
                      <a:pt x="47656" y="3937"/>
                    </a:cubicBezTo>
                    <a:lnTo>
                      <a:pt x="47656" y="393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600" dirty="0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BA7BED3A-D12A-30EC-A32D-841216A37B6D}"/>
                  </a:ext>
                </a:extLst>
              </p:cNvPr>
              <p:cNvSpPr/>
              <p:nvPr/>
            </p:nvSpPr>
            <p:spPr>
              <a:xfrm>
                <a:off x="9516919" y="3029154"/>
                <a:ext cx="296989" cy="297179"/>
              </a:xfrm>
              <a:custGeom>
                <a:avLst/>
                <a:gdLst>
                  <a:gd name="connsiteX0" fmla="*/ 148495 w 296989"/>
                  <a:gd name="connsiteY0" fmla="*/ 15621 h 297179"/>
                  <a:gd name="connsiteX1" fmla="*/ 281369 w 296989"/>
                  <a:gd name="connsiteY1" fmla="*/ 148590 h 297179"/>
                  <a:gd name="connsiteX2" fmla="*/ 148495 w 296989"/>
                  <a:gd name="connsiteY2" fmla="*/ 281559 h 297179"/>
                  <a:gd name="connsiteX3" fmla="*/ 15621 w 296989"/>
                  <a:gd name="connsiteY3" fmla="*/ 148590 h 297179"/>
                  <a:gd name="connsiteX4" fmla="*/ 148495 w 296989"/>
                  <a:gd name="connsiteY4" fmla="*/ 15621 h 297179"/>
                  <a:gd name="connsiteX5" fmla="*/ 148495 w 296989"/>
                  <a:gd name="connsiteY5" fmla="*/ 0 h 297179"/>
                  <a:gd name="connsiteX6" fmla="*/ 0 w 296989"/>
                  <a:gd name="connsiteY6" fmla="*/ 148590 h 297179"/>
                  <a:gd name="connsiteX7" fmla="*/ 148495 w 296989"/>
                  <a:gd name="connsiteY7" fmla="*/ 297180 h 297179"/>
                  <a:gd name="connsiteX8" fmla="*/ 296990 w 296989"/>
                  <a:gd name="connsiteY8" fmla="*/ 148590 h 297179"/>
                  <a:gd name="connsiteX9" fmla="*/ 148495 w 296989"/>
                  <a:gd name="connsiteY9" fmla="*/ 0 h 297179"/>
                  <a:gd name="connsiteX10" fmla="*/ 148495 w 296989"/>
                  <a:gd name="connsiteY10" fmla="*/ 0 h 297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6989" h="297179">
                    <a:moveTo>
                      <a:pt x="148495" y="15621"/>
                    </a:moveTo>
                    <a:cubicBezTo>
                      <a:pt x="221551" y="15621"/>
                      <a:pt x="281369" y="75438"/>
                      <a:pt x="281369" y="148590"/>
                    </a:cubicBezTo>
                    <a:cubicBezTo>
                      <a:pt x="281369" y="221742"/>
                      <a:pt x="221551" y="281559"/>
                      <a:pt x="148495" y="281559"/>
                    </a:cubicBezTo>
                    <a:cubicBezTo>
                      <a:pt x="75438" y="281559"/>
                      <a:pt x="15621" y="221742"/>
                      <a:pt x="15621" y="148590"/>
                    </a:cubicBezTo>
                    <a:cubicBezTo>
                      <a:pt x="15621" y="75438"/>
                      <a:pt x="75438" y="15621"/>
                      <a:pt x="148495" y="15621"/>
                    </a:cubicBezTo>
                    <a:moveTo>
                      <a:pt x="148495" y="0"/>
                    </a:moveTo>
                    <a:cubicBezTo>
                      <a:pt x="66389" y="0"/>
                      <a:pt x="0" y="66484"/>
                      <a:pt x="0" y="148590"/>
                    </a:cubicBezTo>
                    <a:cubicBezTo>
                      <a:pt x="0" y="230696"/>
                      <a:pt x="66389" y="297180"/>
                      <a:pt x="148495" y="297180"/>
                    </a:cubicBezTo>
                    <a:cubicBezTo>
                      <a:pt x="230600" y="297180"/>
                      <a:pt x="296990" y="230696"/>
                      <a:pt x="296990" y="148590"/>
                    </a:cubicBezTo>
                    <a:cubicBezTo>
                      <a:pt x="296990" y="66484"/>
                      <a:pt x="230600" y="0"/>
                      <a:pt x="148495" y="0"/>
                    </a:cubicBezTo>
                    <a:lnTo>
                      <a:pt x="14849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600" dirty="0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7C8A7360-CB57-FFA7-25C4-206E4F2A5AEE}"/>
                  </a:ext>
                </a:extLst>
              </p:cNvPr>
              <p:cNvSpPr/>
              <p:nvPr/>
            </p:nvSpPr>
            <p:spPr>
              <a:xfrm>
                <a:off x="9516919" y="3029154"/>
                <a:ext cx="296989" cy="297179"/>
              </a:xfrm>
              <a:custGeom>
                <a:avLst/>
                <a:gdLst>
                  <a:gd name="connsiteX0" fmla="*/ 148495 w 296989"/>
                  <a:gd name="connsiteY0" fmla="*/ 15621 h 297179"/>
                  <a:gd name="connsiteX1" fmla="*/ 281369 w 296989"/>
                  <a:gd name="connsiteY1" fmla="*/ 148590 h 297179"/>
                  <a:gd name="connsiteX2" fmla="*/ 148495 w 296989"/>
                  <a:gd name="connsiteY2" fmla="*/ 281559 h 297179"/>
                  <a:gd name="connsiteX3" fmla="*/ 15621 w 296989"/>
                  <a:gd name="connsiteY3" fmla="*/ 148590 h 297179"/>
                  <a:gd name="connsiteX4" fmla="*/ 148495 w 296989"/>
                  <a:gd name="connsiteY4" fmla="*/ 15621 h 297179"/>
                  <a:gd name="connsiteX5" fmla="*/ 148495 w 296989"/>
                  <a:gd name="connsiteY5" fmla="*/ 0 h 297179"/>
                  <a:gd name="connsiteX6" fmla="*/ 0 w 296989"/>
                  <a:gd name="connsiteY6" fmla="*/ 148590 h 297179"/>
                  <a:gd name="connsiteX7" fmla="*/ 148495 w 296989"/>
                  <a:gd name="connsiteY7" fmla="*/ 297180 h 297179"/>
                  <a:gd name="connsiteX8" fmla="*/ 296990 w 296989"/>
                  <a:gd name="connsiteY8" fmla="*/ 148590 h 297179"/>
                  <a:gd name="connsiteX9" fmla="*/ 148495 w 296989"/>
                  <a:gd name="connsiteY9" fmla="*/ 0 h 297179"/>
                  <a:gd name="connsiteX10" fmla="*/ 148495 w 296989"/>
                  <a:gd name="connsiteY10" fmla="*/ 0 h 297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6989" h="297179">
                    <a:moveTo>
                      <a:pt x="148495" y="15621"/>
                    </a:moveTo>
                    <a:cubicBezTo>
                      <a:pt x="221551" y="15621"/>
                      <a:pt x="281369" y="75438"/>
                      <a:pt x="281369" y="148590"/>
                    </a:cubicBezTo>
                    <a:cubicBezTo>
                      <a:pt x="281369" y="221742"/>
                      <a:pt x="221551" y="281559"/>
                      <a:pt x="148495" y="281559"/>
                    </a:cubicBezTo>
                    <a:cubicBezTo>
                      <a:pt x="75438" y="281559"/>
                      <a:pt x="15621" y="221742"/>
                      <a:pt x="15621" y="148590"/>
                    </a:cubicBezTo>
                    <a:cubicBezTo>
                      <a:pt x="15621" y="75438"/>
                      <a:pt x="75438" y="15621"/>
                      <a:pt x="148495" y="15621"/>
                    </a:cubicBezTo>
                    <a:moveTo>
                      <a:pt x="148495" y="0"/>
                    </a:moveTo>
                    <a:cubicBezTo>
                      <a:pt x="66389" y="0"/>
                      <a:pt x="0" y="66484"/>
                      <a:pt x="0" y="148590"/>
                    </a:cubicBezTo>
                    <a:cubicBezTo>
                      <a:pt x="0" y="230696"/>
                      <a:pt x="66389" y="297180"/>
                      <a:pt x="148495" y="297180"/>
                    </a:cubicBezTo>
                    <a:cubicBezTo>
                      <a:pt x="230600" y="297180"/>
                      <a:pt x="296990" y="230696"/>
                      <a:pt x="296990" y="148590"/>
                    </a:cubicBezTo>
                    <a:cubicBezTo>
                      <a:pt x="296990" y="66484"/>
                      <a:pt x="230600" y="0"/>
                      <a:pt x="148495" y="0"/>
                    </a:cubicBezTo>
                    <a:lnTo>
                      <a:pt x="14849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600" dirty="0"/>
              </a:p>
            </p:txBody>
          </p:sp>
        </p:grpSp>
      </p:grp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A5D97CA-E743-55E9-06C5-67F7114E9EA0}"/>
              </a:ext>
            </a:extLst>
          </p:cNvPr>
          <p:cNvSpPr/>
          <p:nvPr/>
        </p:nvSpPr>
        <p:spPr>
          <a:xfrm rot="16200000">
            <a:off x="3585148" y="5981459"/>
            <a:ext cx="624725" cy="24989"/>
          </a:xfrm>
          <a:custGeom>
            <a:avLst/>
            <a:gdLst>
              <a:gd name="connsiteX0" fmla="*/ 0 w 630364"/>
              <a:gd name="connsiteY0" fmla="*/ 0 h 9525"/>
              <a:gd name="connsiteX1" fmla="*/ 630364 w 630364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0364" h="9525">
                <a:moveTo>
                  <a:pt x="0" y="0"/>
                </a:moveTo>
                <a:lnTo>
                  <a:pt x="630364" y="0"/>
                </a:lnTo>
              </a:path>
            </a:pathLst>
          </a:custGeom>
          <a:ln w="9525" cap="flat">
            <a:solidFill>
              <a:schemeClr val="bg1">
                <a:lumMod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IN" sz="6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27BECC3-4879-922E-B8BB-9623AB66C99B}"/>
              </a:ext>
            </a:extLst>
          </p:cNvPr>
          <p:cNvGrpSpPr/>
          <p:nvPr/>
        </p:nvGrpSpPr>
        <p:grpSpPr>
          <a:xfrm>
            <a:off x="1268947" y="5679207"/>
            <a:ext cx="299868" cy="299868"/>
            <a:chOff x="4317289" y="2029980"/>
            <a:chExt cx="252001" cy="252000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D6721B0-2C5A-A9EB-7C76-CFF935BD08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17289" y="2029980"/>
              <a:ext cx="252001" cy="252000"/>
            </a:xfrm>
            <a:custGeom>
              <a:avLst/>
              <a:gdLst>
                <a:gd name="connsiteX0" fmla="*/ 271463 w 271462"/>
                <a:gd name="connsiteY0" fmla="*/ 135731 h 271462"/>
                <a:gd name="connsiteX1" fmla="*/ 135731 w 271462"/>
                <a:gd name="connsiteY1" fmla="*/ 271463 h 271462"/>
                <a:gd name="connsiteX2" fmla="*/ 0 w 271462"/>
                <a:gd name="connsiteY2" fmla="*/ 135731 h 271462"/>
                <a:gd name="connsiteX3" fmla="*/ 135731 w 271462"/>
                <a:gd name="connsiteY3" fmla="*/ 0 h 271462"/>
                <a:gd name="connsiteX4" fmla="*/ 271463 w 271462"/>
                <a:gd name="connsiteY4" fmla="*/ 135731 h 27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62" h="271462">
                  <a:moveTo>
                    <a:pt x="271463" y="135731"/>
                  </a:moveTo>
                  <a:cubicBezTo>
                    <a:pt x="271463" y="210694"/>
                    <a:pt x="210694" y="271463"/>
                    <a:pt x="135731" y="271463"/>
                  </a:cubicBezTo>
                  <a:cubicBezTo>
                    <a:pt x="60769" y="271463"/>
                    <a:pt x="0" y="210694"/>
                    <a:pt x="0" y="135731"/>
                  </a:cubicBezTo>
                  <a:cubicBezTo>
                    <a:pt x="0" y="60769"/>
                    <a:pt x="60769" y="0"/>
                    <a:pt x="135731" y="0"/>
                  </a:cubicBezTo>
                  <a:cubicBezTo>
                    <a:pt x="210694" y="0"/>
                    <a:pt x="271463" y="60769"/>
                    <a:pt x="271463" y="135731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600" dirty="0"/>
            </a:p>
          </p:txBody>
        </p:sp>
        <p:grpSp>
          <p:nvGrpSpPr>
            <p:cNvPr id="46" name="Graphic 7">
              <a:extLst>
                <a:ext uri="{FF2B5EF4-FFF2-40B4-BE49-F238E27FC236}">
                  <a16:creationId xmlns:a16="http://schemas.microsoft.com/office/drawing/2014/main" id="{94E5A9AC-B5A1-90AD-A476-FB2C638EF1A8}"/>
                </a:ext>
              </a:extLst>
            </p:cNvPr>
            <p:cNvGrpSpPr/>
            <p:nvPr/>
          </p:nvGrpSpPr>
          <p:grpSpPr>
            <a:xfrm>
              <a:off x="4336879" y="2045695"/>
              <a:ext cx="216000" cy="216000"/>
              <a:chOff x="9522729" y="833356"/>
              <a:chExt cx="295275" cy="296227"/>
            </a:xfrm>
            <a:solidFill>
              <a:schemeClr val="bg1"/>
            </a:solidFill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64BBFA6C-BBF8-55A8-56F7-AED808AC9C56}"/>
                  </a:ext>
                </a:extLst>
              </p:cNvPr>
              <p:cNvSpPr/>
              <p:nvPr/>
            </p:nvSpPr>
            <p:spPr>
              <a:xfrm>
                <a:off x="9522729" y="833356"/>
                <a:ext cx="295275" cy="296227"/>
              </a:xfrm>
              <a:custGeom>
                <a:avLst/>
                <a:gdLst>
                  <a:gd name="connsiteX0" fmla="*/ 147638 w 295275"/>
                  <a:gd name="connsiteY0" fmla="*/ 0 h 296227"/>
                  <a:gd name="connsiteX1" fmla="*/ 0 w 295275"/>
                  <a:gd name="connsiteY1" fmla="*/ 148114 h 296227"/>
                  <a:gd name="connsiteX2" fmla="*/ 147638 w 295275"/>
                  <a:gd name="connsiteY2" fmla="*/ 296228 h 296227"/>
                  <a:gd name="connsiteX3" fmla="*/ 295275 w 295275"/>
                  <a:gd name="connsiteY3" fmla="*/ 148114 h 296227"/>
                  <a:gd name="connsiteX4" fmla="*/ 147638 w 295275"/>
                  <a:gd name="connsiteY4" fmla="*/ 0 h 296227"/>
                  <a:gd name="connsiteX5" fmla="*/ 147638 w 295275"/>
                  <a:gd name="connsiteY5" fmla="*/ 0 h 296227"/>
                  <a:gd name="connsiteX6" fmla="*/ 147638 w 295275"/>
                  <a:gd name="connsiteY6" fmla="*/ 280702 h 296227"/>
                  <a:gd name="connsiteX7" fmla="*/ 15526 w 295275"/>
                  <a:gd name="connsiteY7" fmla="*/ 148114 h 296227"/>
                  <a:gd name="connsiteX8" fmla="*/ 147638 w 295275"/>
                  <a:gd name="connsiteY8" fmla="*/ 15526 h 296227"/>
                  <a:gd name="connsiteX9" fmla="*/ 279749 w 295275"/>
                  <a:gd name="connsiteY9" fmla="*/ 148114 h 296227"/>
                  <a:gd name="connsiteX10" fmla="*/ 147638 w 295275"/>
                  <a:gd name="connsiteY10" fmla="*/ 280702 h 296227"/>
                  <a:gd name="connsiteX11" fmla="*/ 147638 w 295275"/>
                  <a:gd name="connsiteY11" fmla="*/ 280702 h 296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95275" h="296227">
                    <a:moveTo>
                      <a:pt x="147638" y="0"/>
                    </a:moveTo>
                    <a:cubicBezTo>
                      <a:pt x="66104" y="0"/>
                      <a:pt x="0" y="66294"/>
                      <a:pt x="0" y="148114"/>
                    </a:cubicBezTo>
                    <a:cubicBezTo>
                      <a:pt x="0" y="229934"/>
                      <a:pt x="66104" y="296228"/>
                      <a:pt x="147638" y="296228"/>
                    </a:cubicBezTo>
                    <a:cubicBezTo>
                      <a:pt x="229172" y="296228"/>
                      <a:pt x="295275" y="229934"/>
                      <a:pt x="295275" y="148114"/>
                    </a:cubicBezTo>
                    <a:cubicBezTo>
                      <a:pt x="295275" y="66294"/>
                      <a:pt x="229172" y="0"/>
                      <a:pt x="147638" y="0"/>
                    </a:cubicBezTo>
                    <a:lnTo>
                      <a:pt x="147638" y="0"/>
                    </a:lnTo>
                    <a:close/>
                    <a:moveTo>
                      <a:pt x="147638" y="280702"/>
                    </a:moveTo>
                    <a:cubicBezTo>
                      <a:pt x="74676" y="280702"/>
                      <a:pt x="15526" y="221361"/>
                      <a:pt x="15526" y="148114"/>
                    </a:cubicBezTo>
                    <a:cubicBezTo>
                      <a:pt x="15526" y="74866"/>
                      <a:pt x="74676" y="15526"/>
                      <a:pt x="147638" y="15526"/>
                    </a:cubicBezTo>
                    <a:cubicBezTo>
                      <a:pt x="220599" y="15526"/>
                      <a:pt x="279749" y="74866"/>
                      <a:pt x="279749" y="148114"/>
                    </a:cubicBezTo>
                    <a:cubicBezTo>
                      <a:pt x="279749" y="221266"/>
                      <a:pt x="220599" y="280607"/>
                      <a:pt x="147638" y="280702"/>
                    </a:cubicBezTo>
                    <a:lnTo>
                      <a:pt x="147638" y="28070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600" dirty="0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C94DF87E-2A1B-66D0-85C3-783AB098B92F}"/>
                  </a:ext>
                </a:extLst>
              </p:cNvPr>
              <p:cNvSpPr/>
              <p:nvPr/>
            </p:nvSpPr>
            <p:spPr>
              <a:xfrm>
                <a:off x="9522729" y="833356"/>
                <a:ext cx="295275" cy="296227"/>
              </a:xfrm>
              <a:custGeom>
                <a:avLst/>
                <a:gdLst>
                  <a:gd name="connsiteX0" fmla="*/ 147638 w 295275"/>
                  <a:gd name="connsiteY0" fmla="*/ 0 h 296227"/>
                  <a:gd name="connsiteX1" fmla="*/ 0 w 295275"/>
                  <a:gd name="connsiteY1" fmla="*/ 148114 h 296227"/>
                  <a:gd name="connsiteX2" fmla="*/ 147638 w 295275"/>
                  <a:gd name="connsiteY2" fmla="*/ 296228 h 296227"/>
                  <a:gd name="connsiteX3" fmla="*/ 295275 w 295275"/>
                  <a:gd name="connsiteY3" fmla="*/ 148114 h 296227"/>
                  <a:gd name="connsiteX4" fmla="*/ 147638 w 295275"/>
                  <a:gd name="connsiteY4" fmla="*/ 0 h 296227"/>
                  <a:gd name="connsiteX5" fmla="*/ 147638 w 295275"/>
                  <a:gd name="connsiteY5" fmla="*/ 0 h 296227"/>
                  <a:gd name="connsiteX6" fmla="*/ 147638 w 295275"/>
                  <a:gd name="connsiteY6" fmla="*/ 280702 h 296227"/>
                  <a:gd name="connsiteX7" fmla="*/ 15526 w 295275"/>
                  <a:gd name="connsiteY7" fmla="*/ 148114 h 296227"/>
                  <a:gd name="connsiteX8" fmla="*/ 147638 w 295275"/>
                  <a:gd name="connsiteY8" fmla="*/ 15526 h 296227"/>
                  <a:gd name="connsiteX9" fmla="*/ 279749 w 295275"/>
                  <a:gd name="connsiteY9" fmla="*/ 148114 h 296227"/>
                  <a:gd name="connsiteX10" fmla="*/ 147638 w 295275"/>
                  <a:gd name="connsiteY10" fmla="*/ 280702 h 296227"/>
                  <a:gd name="connsiteX11" fmla="*/ 147638 w 295275"/>
                  <a:gd name="connsiteY11" fmla="*/ 280702 h 296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95275" h="296227">
                    <a:moveTo>
                      <a:pt x="147638" y="0"/>
                    </a:moveTo>
                    <a:cubicBezTo>
                      <a:pt x="66104" y="0"/>
                      <a:pt x="0" y="66294"/>
                      <a:pt x="0" y="148114"/>
                    </a:cubicBezTo>
                    <a:cubicBezTo>
                      <a:pt x="0" y="229934"/>
                      <a:pt x="66104" y="296228"/>
                      <a:pt x="147638" y="296228"/>
                    </a:cubicBezTo>
                    <a:cubicBezTo>
                      <a:pt x="229172" y="296228"/>
                      <a:pt x="295275" y="229934"/>
                      <a:pt x="295275" y="148114"/>
                    </a:cubicBezTo>
                    <a:cubicBezTo>
                      <a:pt x="295275" y="66294"/>
                      <a:pt x="229172" y="0"/>
                      <a:pt x="147638" y="0"/>
                    </a:cubicBezTo>
                    <a:lnTo>
                      <a:pt x="147638" y="0"/>
                    </a:lnTo>
                    <a:close/>
                    <a:moveTo>
                      <a:pt x="147638" y="280702"/>
                    </a:moveTo>
                    <a:cubicBezTo>
                      <a:pt x="74676" y="280702"/>
                      <a:pt x="15526" y="221361"/>
                      <a:pt x="15526" y="148114"/>
                    </a:cubicBezTo>
                    <a:cubicBezTo>
                      <a:pt x="15526" y="74866"/>
                      <a:pt x="74676" y="15526"/>
                      <a:pt x="147638" y="15526"/>
                    </a:cubicBezTo>
                    <a:cubicBezTo>
                      <a:pt x="220599" y="15526"/>
                      <a:pt x="279749" y="74866"/>
                      <a:pt x="279749" y="148114"/>
                    </a:cubicBezTo>
                    <a:cubicBezTo>
                      <a:pt x="279749" y="221266"/>
                      <a:pt x="220599" y="280607"/>
                      <a:pt x="147638" y="280702"/>
                    </a:cubicBezTo>
                    <a:lnTo>
                      <a:pt x="147638" y="28070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600" dirty="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1085D292-9F5B-A9A3-5679-906BB50C41A2}"/>
                  </a:ext>
                </a:extLst>
              </p:cNvPr>
              <p:cNvSpPr/>
              <p:nvPr/>
            </p:nvSpPr>
            <p:spPr>
              <a:xfrm>
                <a:off x="9571917" y="881392"/>
                <a:ext cx="59776" cy="55462"/>
              </a:xfrm>
              <a:custGeom>
                <a:avLst/>
                <a:gdLst>
                  <a:gd name="connsiteX0" fmla="*/ 53588 w 59776"/>
                  <a:gd name="connsiteY0" fmla="*/ 15495 h 55462"/>
                  <a:gd name="connsiteX1" fmla="*/ 59588 w 59776"/>
                  <a:gd name="connsiteY1" fmla="*/ 6256 h 55462"/>
                  <a:gd name="connsiteX2" fmla="*/ 50444 w 59776"/>
                  <a:gd name="connsiteY2" fmla="*/ 160 h 55462"/>
                  <a:gd name="connsiteX3" fmla="*/ 438 w 59776"/>
                  <a:gd name="connsiteY3" fmla="*/ 45118 h 55462"/>
                  <a:gd name="connsiteX4" fmla="*/ 5201 w 59776"/>
                  <a:gd name="connsiteY4" fmla="*/ 55024 h 55462"/>
                  <a:gd name="connsiteX5" fmla="*/ 15107 w 59776"/>
                  <a:gd name="connsiteY5" fmla="*/ 50262 h 55462"/>
                  <a:gd name="connsiteX6" fmla="*/ 53492 w 59776"/>
                  <a:gd name="connsiteY6" fmla="*/ 15400 h 55462"/>
                  <a:gd name="connsiteX7" fmla="*/ 53492 w 59776"/>
                  <a:gd name="connsiteY7" fmla="*/ 15400 h 55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9776" h="55462">
                    <a:moveTo>
                      <a:pt x="53588" y="15495"/>
                    </a:moveTo>
                    <a:cubicBezTo>
                      <a:pt x="57779" y="14638"/>
                      <a:pt x="60541" y="10542"/>
                      <a:pt x="59588" y="6256"/>
                    </a:cubicBezTo>
                    <a:cubicBezTo>
                      <a:pt x="58636" y="1970"/>
                      <a:pt x="54635" y="-697"/>
                      <a:pt x="50444" y="160"/>
                    </a:cubicBezTo>
                    <a:cubicBezTo>
                      <a:pt x="48920" y="446"/>
                      <a:pt x="13297" y="8161"/>
                      <a:pt x="438" y="45118"/>
                    </a:cubicBezTo>
                    <a:cubicBezTo>
                      <a:pt x="-991" y="49214"/>
                      <a:pt x="1200" y="53595"/>
                      <a:pt x="5201" y="55024"/>
                    </a:cubicBezTo>
                    <a:cubicBezTo>
                      <a:pt x="9296" y="56453"/>
                      <a:pt x="13678" y="54262"/>
                      <a:pt x="15107" y="50262"/>
                    </a:cubicBezTo>
                    <a:cubicBezTo>
                      <a:pt x="21393" y="33021"/>
                      <a:pt x="35776" y="19972"/>
                      <a:pt x="53492" y="15400"/>
                    </a:cubicBezTo>
                    <a:lnTo>
                      <a:pt x="53492" y="154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600" dirty="0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4FF8B5A5-F9A0-BF72-A195-4330D5F6D98A}"/>
                  </a:ext>
                </a:extLst>
              </p:cNvPr>
              <p:cNvSpPr/>
              <p:nvPr/>
            </p:nvSpPr>
            <p:spPr>
              <a:xfrm>
                <a:off x="9703125" y="895435"/>
                <a:ext cx="67961" cy="43878"/>
              </a:xfrm>
              <a:custGeom>
                <a:avLst/>
                <a:gdLst>
                  <a:gd name="connsiteX0" fmla="*/ 66588 w 67961"/>
                  <a:gd name="connsiteY0" fmla="*/ 31742 h 43878"/>
                  <a:gd name="connsiteX1" fmla="*/ 7437 w 67961"/>
                  <a:gd name="connsiteY1" fmla="*/ 24 h 43878"/>
                  <a:gd name="connsiteX2" fmla="*/ 8 w 67961"/>
                  <a:gd name="connsiteY2" fmla="*/ 8120 h 43878"/>
                  <a:gd name="connsiteX3" fmla="*/ 8104 w 67961"/>
                  <a:gd name="connsiteY3" fmla="*/ 15645 h 43878"/>
                  <a:gd name="connsiteX4" fmla="*/ 53634 w 67961"/>
                  <a:gd name="connsiteY4" fmla="*/ 40314 h 43878"/>
                  <a:gd name="connsiteX5" fmla="*/ 64397 w 67961"/>
                  <a:gd name="connsiteY5" fmla="*/ 42600 h 43878"/>
                  <a:gd name="connsiteX6" fmla="*/ 66683 w 67961"/>
                  <a:gd name="connsiteY6" fmla="*/ 31837 h 43878"/>
                  <a:gd name="connsiteX7" fmla="*/ 66683 w 67961"/>
                  <a:gd name="connsiteY7" fmla="*/ 31837 h 43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7961" h="43878">
                    <a:moveTo>
                      <a:pt x="66588" y="31742"/>
                    </a:moveTo>
                    <a:cubicBezTo>
                      <a:pt x="45442" y="-1119"/>
                      <a:pt x="8961" y="-72"/>
                      <a:pt x="7437" y="24"/>
                    </a:cubicBezTo>
                    <a:cubicBezTo>
                      <a:pt x="3151" y="214"/>
                      <a:pt x="-183" y="3834"/>
                      <a:pt x="8" y="8120"/>
                    </a:cubicBezTo>
                    <a:cubicBezTo>
                      <a:pt x="198" y="12406"/>
                      <a:pt x="3818" y="15740"/>
                      <a:pt x="8104" y="15645"/>
                    </a:cubicBezTo>
                    <a:cubicBezTo>
                      <a:pt x="26392" y="15835"/>
                      <a:pt x="43442" y="25074"/>
                      <a:pt x="53634" y="40314"/>
                    </a:cubicBezTo>
                    <a:cubicBezTo>
                      <a:pt x="55920" y="43934"/>
                      <a:pt x="60777" y="44982"/>
                      <a:pt x="64397" y="42600"/>
                    </a:cubicBezTo>
                    <a:cubicBezTo>
                      <a:pt x="68016" y="40219"/>
                      <a:pt x="69064" y="35457"/>
                      <a:pt x="66683" y="31837"/>
                    </a:cubicBezTo>
                    <a:lnTo>
                      <a:pt x="66683" y="3183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600" dirty="0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3BA7B893-F5A5-86D8-DCB9-EED2246B6E49}"/>
                  </a:ext>
                </a:extLst>
              </p:cNvPr>
              <p:cNvSpPr/>
              <p:nvPr/>
            </p:nvSpPr>
            <p:spPr>
              <a:xfrm>
                <a:off x="9703125" y="895435"/>
                <a:ext cx="67961" cy="43878"/>
              </a:xfrm>
              <a:custGeom>
                <a:avLst/>
                <a:gdLst>
                  <a:gd name="connsiteX0" fmla="*/ 66588 w 67961"/>
                  <a:gd name="connsiteY0" fmla="*/ 31742 h 43878"/>
                  <a:gd name="connsiteX1" fmla="*/ 7437 w 67961"/>
                  <a:gd name="connsiteY1" fmla="*/ 24 h 43878"/>
                  <a:gd name="connsiteX2" fmla="*/ 8 w 67961"/>
                  <a:gd name="connsiteY2" fmla="*/ 8120 h 43878"/>
                  <a:gd name="connsiteX3" fmla="*/ 8104 w 67961"/>
                  <a:gd name="connsiteY3" fmla="*/ 15645 h 43878"/>
                  <a:gd name="connsiteX4" fmla="*/ 53634 w 67961"/>
                  <a:gd name="connsiteY4" fmla="*/ 40314 h 43878"/>
                  <a:gd name="connsiteX5" fmla="*/ 64397 w 67961"/>
                  <a:gd name="connsiteY5" fmla="*/ 42600 h 43878"/>
                  <a:gd name="connsiteX6" fmla="*/ 66683 w 67961"/>
                  <a:gd name="connsiteY6" fmla="*/ 31837 h 43878"/>
                  <a:gd name="connsiteX7" fmla="*/ 66683 w 67961"/>
                  <a:gd name="connsiteY7" fmla="*/ 31837 h 43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7961" h="43878">
                    <a:moveTo>
                      <a:pt x="66588" y="31742"/>
                    </a:moveTo>
                    <a:cubicBezTo>
                      <a:pt x="45442" y="-1119"/>
                      <a:pt x="8961" y="-72"/>
                      <a:pt x="7437" y="24"/>
                    </a:cubicBezTo>
                    <a:cubicBezTo>
                      <a:pt x="3151" y="214"/>
                      <a:pt x="-183" y="3834"/>
                      <a:pt x="8" y="8120"/>
                    </a:cubicBezTo>
                    <a:cubicBezTo>
                      <a:pt x="198" y="12406"/>
                      <a:pt x="3818" y="15740"/>
                      <a:pt x="8104" y="15645"/>
                    </a:cubicBezTo>
                    <a:cubicBezTo>
                      <a:pt x="26392" y="15835"/>
                      <a:pt x="43442" y="25074"/>
                      <a:pt x="53634" y="40314"/>
                    </a:cubicBezTo>
                    <a:cubicBezTo>
                      <a:pt x="55920" y="43934"/>
                      <a:pt x="60777" y="44982"/>
                      <a:pt x="64397" y="42600"/>
                    </a:cubicBezTo>
                    <a:cubicBezTo>
                      <a:pt x="68016" y="40219"/>
                      <a:pt x="69064" y="35457"/>
                      <a:pt x="66683" y="31837"/>
                    </a:cubicBezTo>
                    <a:lnTo>
                      <a:pt x="66683" y="3183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600" dirty="0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4CB8A452-E18A-D955-BDE5-6C93FF33DF7F}"/>
                  </a:ext>
                </a:extLst>
              </p:cNvPr>
              <p:cNvSpPr/>
              <p:nvPr/>
            </p:nvSpPr>
            <p:spPr>
              <a:xfrm>
                <a:off x="9588734" y="985375"/>
                <a:ext cx="174898" cy="76015"/>
              </a:xfrm>
              <a:custGeom>
                <a:avLst/>
                <a:gdLst>
                  <a:gd name="connsiteX0" fmla="*/ 167168 w 174898"/>
                  <a:gd name="connsiteY0" fmla="*/ 0 h 76015"/>
                  <a:gd name="connsiteX1" fmla="*/ 159548 w 174898"/>
                  <a:gd name="connsiteY1" fmla="*/ 7906 h 76015"/>
                  <a:gd name="connsiteX2" fmla="*/ 144022 w 174898"/>
                  <a:gd name="connsiteY2" fmla="*/ 43434 h 76015"/>
                  <a:gd name="connsiteX3" fmla="*/ 115828 w 174898"/>
                  <a:gd name="connsiteY3" fmla="*/ 43148 h 76015"/>
                  <a:gd name="connsiteX4" fmla="*/ 83348 w 174898"/>
                  <a:gd name="connsiteY4" fmla="*/ 38957 h 76015"/>
                  <a:gd name="connsiteX5" fmla="*/ 55820 w 174898"/>
                  <a:gd name="connsiteY5" fmla="*/ 52864 h 76015"/>
                  <a:gd name="connsiteX6" fmla="*/ 39342 w 174898"/>
                  <a:gd name="connsiteY6" fmla="*/ 60389 h 76015"/>
                  <a:gd name="connsiteX7" fmla="*/ 14292 w 174898"/>
                  <a:gd name="connsiteY7" fmla="*/ 46577 h 76015"/>
                  <a:gd name="connsiteX8" fmla="*/ 3528 w 174898"/>
                  <a:gd name="connsiteY8" fmla="*/ 44291 h 76015"/>
                  <a:gd name="connsiteX9" fmla="*/ 1052 w 174898"/>
                  <a:gd name="connsiteY9" fmla="*/ 54769 h 76015"/>
                  <a:gd name="connsiteX10" fmla="*/ 39247 w 174898"/>
                  <a:gd name="connsiteY10" fmla="*/ 76009 h 76015"/>
                  <a:gd name="connsiteX11" fmla="*/ 66298 w 174898"/>
                  <a:gd name="connsiteY11" fmla="*/ 64294 h 76015"/>
                  <a:gd name="connsiteX12" fmla="*/ 85348 w 174898"/>
                  <a:gd name="connsiteY12" fmla="*/ 54483 h 76015"/>
                  <a:gd name="connsiteX13" fmla="*/ 110875 w 174898"/>
                  <a:gd name="connsiteY13" fmla="*/ 58102 h 76015"/>
                  <a:gd name="connsiteX14" fmla="*/ 150594 w 174898"/>
                  <a:gd name="connsiteY14" fmla="*/ 57626 h 76015"/>
                  <a:gd name="connsiteX15" fmla="*/ 174883 w 174898"/>
                  <a:gd name="connsiteY15" fmla="*/ 7715 h 76015"/>
                  <a:gd name="connsiteX16" fmla="*/ 166977 w 174898"/>
                  <a:gd name="connsiteY16" fmla="*/ 95 h 76015"/>
                  <a:gd name="connsiteX17" fmla="*/ 166977 w 174898"/>
                  <a:gd name="connsiteY17" fmla="*/ 95 h 76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74898" h="76015">
                    <a:moveTo>
                      <a:pt x="167168" y="0"/>
                    </a:moveTo>
                    <a:cubicBezTo>
                      <a:pt x="162881" y="0"/>
                      <a:pt x="159452" y="3620"/>
                      <a:pt x="159548" y="7906"/>
                    </a:cubicBezTo>
                    <a:cubicBezTo>
                      <a:pt x="159643" y="15621"/>
                      <a:pt x="157167" y="37148"/>
                      <a:pt x="144022" y="43434"/>
                    </a:cubicBezTo>
                    <a:cubicBezTo>
                      <a:pt x="132973" y="48768"/>
                      <a:pt x="125829" y="46387"/>
                      <a:pt x="115828" y="43148"/>
                    </a:cubicBezTo>
                    <a:cubicBezTo>
                      <a:pt x="105541" y="39148"/>
                      <a:pt x="94397" y="37624"/>
                      <a:pt x="83348" y="38957"/>
                    </a:cubicBezTo>
                    <a:cubicBezTo>
                      <a:pt x="72870" y="40196"/>
                      <a:pt x="63155" y="45149"/>
                      <a:pt x="55820" y="52864"/>
                    </a:cubicBezTo>
                    <a:cubicBezTo>
                      <a:pt x="50868" y="57531"/>
                      <a:pt x="47819" y="60389"/>
                      <a:pt x="39342" y="60389"/>
                    </a:cubicBezTo>
                    <a:cubicBezTo>
                      <a:pt x="29246" y="60103"/>
                      <a:pt x="19911" y="54959"/>
                      <a:pt x="14292" y="46577"/>
                    </a:cubicBezTo>
                    <a:cubicBezTo>
                      <a:pt x="11910" y="42958"/>
                      <a:pt x="7148" y="41910"/>
                      <a:pt x="3528" y="44291"/>
                    </a:cubicBezTo>
                    <a:cubicBezTo>
                      <a:pt x="99" y="46577"/>
                      <a:pt x="-1044" y="51149"/>
                      <a:pt x="1052" y="54769"/>
                    </a:cubicBezTo>
                    <a:cubicBezTo>
                      <a:pt x="9529" y="67723"/>
                      <a:pt x="23817" y="75628"/>
                      <a:pt x="39247" y="76009"/>
                    </a:cubicBezTo>
                    <a:cubicBezTo>
                      <a:pt x="49534" y="76200"/>
                      <a:pt x="59440" y="71914"/>
                      <a:pt x="66298" y="64294"/>
                    </a:cubicBezTo>
                    <a:cubicBezTo>
                      <a:pt x="71251" y="58769"/>
                      <a:pt x="78014" y="55340"/>
                      <a:pt x="85348" y="54483"/>
                    </a:cubicBezTo>
                    <a:cubicBezTo>
                      <a:pt x="94016" y="53530"/>
                      <a:pt x="102779" y="54769"/>
                      <a:pt x="110875" y="58102"/>
                    </a:cubicBezTo>
                    <a:cubicBezTo>
                      <a:pt x="121638" y="61627"/>
                      <a:pt x="133925" y="65532"/>
                      <a:pt x="150594" y="57626"/>
                    </a:cubicBezTo>
                    <a:cubicBezTo>
                      <a:pt x="175359" y="45720"/>
                      <a:pt x="174978" y="9239"/>
                      <a:pt x="174883" y="7715"/>
                    </a:cubicBezTo>
                    <a:cubicBezTo>
                      <a:pt x="174693" y="3429"/>
                      <a:pt x="171264" y="95"/>
                      <a:pt x="166977" y="95"/>
                    </a:cubicBezTo>
                    <a:lnTo>
                      <a:pt x="166977" y="9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600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9AEF4AA8-77A9-AF35-8E21-24B0D2B4C3CD}"/>
                  </a:ext>
                </a:extLst>
              </p:cNvPr>
              <p:cNvSpPr/>
              <p:nvPr/>
            </p:nvSpPr>
            <p:spPr>
              <a:xfrm>
                <a:off x="9588734" y="985375"/>
                <a:ext cx="174898" cy="76015"/>
              </a:xfrm>
              <a:custGeom>
                <a:avLst/>
                <a:gdLst>
                  <a:gd name="connsiteX0" fmla="*/ 167168 w 174898"/>
                  <a:gd name="connsiteY0" fmla="*/ 0 h 76015"/>
                  <a:gd name="connsiteX1" fmla="*/ 159548 w 174898"/>
                  <a:gd name="connsiteY1" fmla="*/ 7906 h 76015"/>
                  <a:gd name="connsiteX2" fmla="*/ 144022 w 174898"/>
                  <a:gd name="connsiteY2" fmla="*/ 43434 h 76015"/>
                  <a:gd name="connsiteX3" fmla="*/ 115828 w 174898"/>
                  <a:gd name="connsiteY3" fmla="*/ 43148 h 76015"/>
                  <a:gd name="connsiteX4" fmla="*/ 83348 w 174898"/>
                  <a:gd name="connsiteY4" fmla="*/ 38957 h 76015"/>
                  <a:gd name="connsiteX5" fmla="*/ 55820 w 174898"/>
                  <a:gd name="connsiteY5" fmla="*/ 52864 h 76015"/>
                  <a:gd name="connsiteX6" fmla="*/ 39342 w 174898"/>
                  <a:gd name="connsiteY6" fmla="*/ 60389 h 76015"/>
                  <a:gd name="connsiteX7" fmla="*/ 14292 w 174898"/>
                  <a:gd name="connsiteY7" fmla="*/ 46577 h 76015"/>
                  <a:gd name="connsiteX8" fmla="*/ 3528 w 174898"/>
                  <a:gd name="connsiteY8" fmla="*/ 44291 h 76015"/>
                  <a:gd name="connsiteX9" fmla="*/ 1052 w 174898"/>
                  <a:gd name="connsiteY9" fmla="*/ 54769 h 76015"/>
                  <a:gd name="connsiteX10" fmla="*/ 39247 w 174898"/>
                  <a:gd name="connsiteY10" fmla="*/ 76009 h 76015"/>
                  <a:gd name="connsiteX11" fmla="*/ 66298 w 174898"/>
                  <a:gd name="connsiteY11" fmla="*/ 64294 h 76015"/>
                  <a:gd name="connsiteX12" fmla="*/ 85348 w 174898"/>
                  <a:gd name="connsiteY12" fmla="*/ 54483 h 76015"/>
                  <a:gd name="connsiteX13" fmla="*/ 110875 w 174898"/>
                  <a:gd name="connsiteY13" fmla="*/ 58102 h 76015"/>
                  <a:gd name="connsiteX14" fmla="*/ 150594 w 174898"/>
                  <a:gd name="connsiteY14" fmla="*/ 57626 h 76015"/>
                  <a:gd name="connsiteX15" fmla="*/ 174883 w 174898"/>
                  <a:gd name="connsiteY15" fmla="*/ 7715 h 76015"/>
                  <a:gd name="connsiteX16" fmla="*/ 166977 w 174898"/>
                  <a:gd name="connsiteY16" fmla="*/ 95 h 76015"/>
                  <a:gd name="connsiteX17" fmla="*/ 166977 w 174898"/>
                  <a:gd name="connsiteY17" fmla="*/ 95 h 76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74898" h="76015">
                    <a:moveTo>
                      <a:pt x="167168" y="0"/>
                    </a:moveTo>
                    <a:cubicBezTo>
                      <a:pt x="162881" y="0"/>
                      <a:pt x="159452" y="3620"/>
                      <a:pt x="159548" y="7906"/>
                    </a:cubicBezTo>
                    <a:cubicBezTo>
                      <a:pt x="159643" y="15621"/>
                      <a:pt x="157167" y="37148"/>
                      <a:pt x="144022" y="43434"/>
                    </a:cubicBezTo>
                    <a:cubicBezTo>
                      <a:pt x="132973" y="48768"/>
                      <a:pt x="125829" y="46387"/>
                      <a:pt x="115828" y="43148"/>
                    </a:cubicBezTo>
                    <a:cubicBezTo>
                      <a:pt x="105541" y="39148"/>
                      <a:pt x="94397" y="37624"/>
                      <a:pt x="83348" y="38957"/>
                    </a:cubicBezTo>
                    <a:cubicBezTo>
                      <a:pt x="72870" y="40196"/>
                      <a:pt x="63155" y="45149"/>
                      <a:pt x="55820" y="52864"/>
                    </a:cubicBezTo>
                    <a:cubicBezTo>
                      <a:pt x="50868" y="57531"/>
                      <a:pt x="47819" y="60389"/>
                      <a:pt x="39342" y="60389"/>
                    </a:cubicBezTo>
                    <a:cubicBezTo>
                      <a:pt x="29246" y="60103"/>
                      <a:pt x="19911" y="54959"/>
                      <a:pt x="14292" y="46577"/>
                    </a:cubicBezTo>
                    <a:cubicBezTo>
                      <a:pt x="11910" y="42958"/>
                      <a:pt x="7148" y="41910"/>
                      <a:pt x="3528" y="44291"/>
                    </a:cubicBezTo>
                    <a:cubicBezTo>
                      <a:pt x="99" y="46577"/>
                      <a:pt x="-1044" y="51149"/>
                      <a:pt x="1052" y="54769"/>
                    </a:cubicBezTo>
                    <a:cubicBezTo>
                      <a:pt x="9529" y="67723"/>
                      <a:pt x="23817" y="75628"/>
                      <a:pt x="39247" y="76009"/>
                    </a:cubicBezTo>
                    <a:cubicBezTo>
                      <a:pt x="49534" y="76200"/>
                      <a:pt x="59440" y="71914"/>
                      <a:pt x="66298" y="64294"/>
                    </a:cubicBezTo>
                    <a:cubicBezTo>
                      <a:pt x="71251" y="58769"/>
                      <a:pt x="78014" y="55340"/>
                      <a:pt x="85348" y="54483"/>
                    </a:cubicBezTo>
                    <a:cubicBezTo>
                      <a:pt x="94016" y="53530"/>
                      <a:pt x="102779" y="54769"/>
                      <a:pt x="110875" y="58102"/>
                    </a:cubicBezTo>
                    <a:cubicBezTo>
                      <a:pt x="121638" y="61627"/>
                      <a:pt x="133925" y="65532"/>
                      <a:pt x="150594" y="57626"/>
                    </a:cubicBezTo>
                    <a:cubicBezTo>
                      <a:pt x="175359" y="45720"/>
                      <a:pt x="174978" y="9239"/>
                      <a:pt x="174883" y="7715"/>
                    </a:cubicBezTo>
                    <a:cubicBezTo>
                      <a:pt x="174693" y="3429"/>
                      <a:pt x="171264" y="95"/>
                      <a:pt x="166977" y="95"/>
                    </a:cubicBezTo>
                    <a:lnTo>
                      <a:pt x="166977" y="9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600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4B1EC332-7C08-E614-807B-4F1857BE0812}"/>
                  </a:ext>
                </a:extLst>
              </p:cNvPr>
              <p:cNvSpPr/>
              <p:nvPr/>
            </p:nvSpPr>
            <p:spPr>
              <a:xfrm>
                <a:off x="9600358" y="950227"/>
                <a:ext cx="46672" cy="46863"/>
              </a:xfrm>
              <a:custGeom>
                <a:avLst/>
                <a:gdLst>
                  <a:gd name="connsiteX0" fmla="*/ 46673 w 46672"/>
                  <a:gd name="connsiteY0" fmla="*/ 23432 h 46863"/>
                  <a:gd name="connsiteX1" fmla="*/ 23336 w 46672"/>
                  <a:gd name="connsiteY1" fmla="*/ 46863 h 46863"/>
                  <a:gd name="connsiteX2" fmla="*/ 0 w 46672"/>
                  <a:gd name="connsiteY2" fmla="*/ 23432 h 46863"/>
                  <a:gd name="connsiteX3" fmla="*/ 23336 w 46672"/>
                  <a:gd name="connsiteY3" fmla="*/ 0 h 46863"/>
                  <a:gd name="connsiteX4" fmla="*/ 46673 w 46672"/>
                  <a:gd name="connsiteY4" fmla="*/ 23432 h 46863"/>
                  <a:gd name="connsiteX5" fmla="*/ 46673 w 46672"/>
                  <a:gd name="connsiteY5" fmla="*/ 23432 h 46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6672" h="46863">
                    <a:moveTo>
                      <a:pt x="46673" y="23432"/>
                    </a:moveTo>
                    <a:cubicBezTo>
                      <a:pt x="46673" y="36386"/>
                      <a:pt x="36195" y="46863"/>
                      <a:pt x="23336" y="46863"/>
                    </a:cubicBezTo>
                    <a:cubicBezTo>
                      <a:pt x="10478" y="46863"/>
                      <a:pt x="0" y="36386"/>
                      <a:pt x="0" y="23432"/>
                    </a:cubicBezTo>
                    <a:cubicBezTo>
                      <a:pt x="0" y="10478"/>
                      <a:pt x="10478" y="0"/>
                      <a:pt x="23336" y="0"/>
                    </a:cubicBezTo>
                    <a:cubicBezTo>
                      <a:pt x="36195" y="0"/>
                      <a:pt x="46673" y="10478"/>
                      <a:pt x="46673" y="23432"/>
                    </a:cubicBezTo>
                    <a:lnTo>
                      <a:pt x="46673" y="2343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600" dirty="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BE9E691A-E21D-EB3B-F431-B35B3DA15A1F}"/>
                  </a:ext>
                </a:extLst>
              </p:cNvPr>
              <p:cNvSpPr/>
              <p:nvPr/>
            </p:nvSpPr>
            <p:spPr>
              <a:xfrm>
                <a:off x="9600358" y="950227"/>
                <a:ext cx="46672" cy="46863"/>
              </a:xfrm>
              <a:custGeom>
                <a:avLst/>
                <a:gdLst>
                  <a:gd name="connsiteX0" fmla="*/ 46673 w 46672"/>
                  <a:gd name="connsiteY0" fmla="*/ 23432 h 46863"/>
                  <a:gd name="connsiteX1" fmla="*/ 23336 w 46672"/>
                  <a:gd name="connsiteY1" fmla="*/ 46863 h 46863"/>
                  <a:gd name="connsiteX2" fmla="*/ 0 w 46672"/>
                  <a:gd name="connsiteY2" fmla="*/ 23432 h 46863"/>
                  <a:gd name="connsiteX3" fmla="*/ 23336 w 46672"/>
                  <a:gd name="connsiteY3" fmla="*/ 0 h 46863"/>
                  <a:gd name="connsiteX4" fmla="*/ 46673 w 46672"/>
                  <a:gd name="connsiteY4" fmla="*/ 23432 h 46863"/>
                  <a:gd name="connsiteX5" fmla="*/ 46673 w 46672"/>
                  <a:gd name="connsiteY5" fmla="*/ 23432 h 46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6672" h="46863">
                    <a:moveTo>
                      <a:pt x="46673" y="23432"/>
                    </a:moveTo>
                    <a:cubicBezTo>
                      <a:pt x="46673" y="36386"/>
                      <a:pt x="36195" y="46863"/>
                      <a:pt x="23336" y="46863"/>
                    </a:cubicBezTo>
                    <a:cubicBezTo>
                      <a:pt x="10478" y="46863"/>
                      <a:pt x="0" y="36386"/>
                      <a:pt x="0" y="23432"/>
                    </a:cubicBezTo>
                    <a:cubicBezTo>
                      <a:pt x="0" y="10478"/>
                      <a:pt x="10478" y="0"/>
                      <a:pt x="23336" y="0"/>
                    </a:cubicBezTo>
                    <a:cubicBezTo>
                      <a:pt x="36195" y="0"/>
                      <a:pt x="46673" y="10478"/>
                      <a:pt x="46673" y="23432"/>
                    </a:cubicBezTo>
                    <a:lnTo>
                      <a:pt x="46673" y="2343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600" dirty="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78A6316E-1508-F9E2-97B3-A402CFB3840D}"/>
                  </a:ext>
                </a:extLst>
              </p:cNvPr>
              <p:cNvSpPr/>
              <p:nvPr/>
            </p:nvSpPr>
            <p:spPr>
              <a:xfrm>
                <a:off x="9680082" y="931082"/>
                <a:ext cx="69847" cy="38747"/>
              </a:xfrm>
              <a:custGeom>
                <a:avLst/>
                <a:gdLst>
                  <a:gd name="connsiteX0" fmla="*/ 3430 w 69847"/>
                  <a:gd name="connsiteY0" fmla="*/ 27908 h 38747"/>
                  <a:gd name="connsiteX1" fmla="*/ 11145 w 69847"/>
                  <a:gd name="connsiteY1" fmla="*/ 24860 h 38747"/>
                  <a:gd name="connsiteX2" fmla="*/ 11145 w 69847"/>
                  <a:gd name="connsiteY2" fmla="*/ 24860 h 38747"/>
                  <a:gd name="connsiteX3" fmla="*/ 13145 w 69847"/>
                  <a:gd name="connsiteY3" fmla="*/ 21527 h 38747"/>
                  <a:gd name="connsiteX4" fmla="*/ 40292 w 69847"/>
                  <a:gd name="connsiteY4" fmla="*/ 38100 h 38747"/>
                  <a:gd name="connsiteX5" fmla="*/ 56770 w 69847"/>
                  <a:gd name="connsiteY5" fmla="*/ 21527 h 38747"/>
                  <a:gd name="connsiteX6" fmla="*/ 58770 w 69847"/>
                  <a:gd name="connsiteY6" fmla="*/ 24860 h 38747"/>
                  <a:gd name="connsiteX7" fmla="*/ 66485 w 69847"/>
                  <a:gd name="connsiteY7" fmla="*/ 27623 h 38747"/>
                  <a:gd name="connsiteX8" fmla="*/ 69438 w 69847"/>
                  <a:gd name="connsiteY8" fmla="*/ 20193 h 38747"/>
                  <a:gd name="connsiteX9" fmla="*/ 34957 w 69847"/>
                  <a:gd name="connsiteY9" fmla="*/ 0 h 38747"/>
                  <a:gd name="connsiteX10" fmla="*/ 477 w 69847"/>
                  <a:gd name="connsiteY10" fmla="*/ 20193 h 38747"/>
                  <a:gd name="connsiteX11" fmla="*/ 3430 w 69847"/>
                  <a:gd name="connsiteY11" fmla="*/ 27908 h 38747"/>
                  <a:gd name="connsiteX12" fmla="*/ 3430 w 69847"/>
                  <a:gd name="connsiteY12" fmla="*/ 27908 h 38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847" h="38747">
                    <a:moveTo>
                      <a:pt x="3430" y="27908"/>
                    </a:moveTo>
                    <a:cubicBezTo>
                      <a:pt x="6382" y="29242"/>
                      <a:pt x="9811" y="27908"/>
                      <a:pt x="11145" y="24860"/>
                    </a:cubicBezTo>
                    <a:cubicBezTo>
                      <a:pt x="11145" y="24860"/>
                      <a:pt x="11145" y="24860"/>
                      <a:pt x="11145" y="24860"/>
                    </a:cubicBezTo>
                    <a:cubicBezTo>
                      <a:pt x="11717" y="23717"/>
                      <a:pt x="12383" y="22574"/>
                      <a:pt x="13145" y="21527"/>
                    </a:cubicBezTo>
                    <a:cubicBezTo>
                      <a:pt x="16098" y="33623"/>
                      <a:pt x="28290" y="41053"/>
                      <a:pt x="40292" y="38100"/>
                    </a:cubicBezTo>
                    <a:cubicBezTo>
                      <a:pt x="48388" y="36100"/>
                      <a:pt x="54770" y="29718"/>
                      <a:pt x="56770" y="21527"/>
                    </a:cubicBezTo>
                    <a:cubicBezTo>
                      <a:pt x="57532" y="22574"/>
                      <a:pt x="58198" y="23717"/>
                      <a:pt x="58770" y="24860"/>
                    </a:cubicBezTo>
                    <a:cubicBezTo>
                      <a:pt x="60103" y="27813"/>
                      <a:pt x="63628" y="29051"/>
                      <a:pt x="66485" y="27623"/>
                    </a:cubicBezTo>
                    <a:cubicBezTo>
                      <a:pt x="69247" y="26289"/>
                      <a:pt x="70581" y="23051"/>
                      <a:pt x="69438" y="20193"/>
                    </a:cubicBezTo>
                    <a:cubicBezTo>
                      <a:pt x="64199" y="8096"/>
                      <a:pt x="50293" y="0"/>
                      <a:pt x="34957" y="0"/>
                    </a:cubicBezTo>
                    <a:cubicBezTo>
                      <a:pt x="19622" y="0"/>
                      <a:pt x="5811" y="8096"/>
                      <a:pt x="477" y="20193"/>
                    </a:cubicBezTo>
                    <a:cubicBezTo>
                      <a:pt x="-761" y="23146"/>
                      <a:pt x="477" y="26575"/>
                      <a:pt x="3430" y="27908"/>
                    </a:cubicBezTo>
                    <a:lnTo>
                      <a:pt x="3430" y="2790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600" dirty="0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34E204D-C2A4-F64E-466F-E8BB68D99C0E}"/>
                  </a:ext>
                </a:extLst>
              </p:cNvPr>
              <p:cNvSpPr/>
              <p:nvPr/>
            </p:nvSpPr>
            <p:spPr>
              <a:xfrm>
                <a:off x="9680082" y="931082"/>
                <a:ext cx="69847" cy="38747"/>
              </a:xfrm>
              <a:custGeom>
                <a:avLst/>
                <a:gdLst>
                  <a:gd name="connsiteX0" fmla="*/ 3430 w 69847"/>
                  <a:gd name="connsiteY0" fmla="*/ 27908 h 38747"/>
                  <a:gd name="connsiteX1" fmla="*/ 11145 w 69847"/>
                  <a:gd name="connsiteY1" fmla="*/ 24860 h 38747"/>
                  <a:gd name="connsiteX2" fmla="*/ 11145 w 69847"/>
                  <a:gd name="connsiteY2" fmla="*/ 24860 h 38747"/>
                  <a:gd name="connsiteX3" fmla="*/ 13145 w 69847"/>
                  <a:gd name="connsiteY3" fmla="*/ 21527 h 38747"/>
                  <a:gd name="connsiteX4" fmla="*/ 40292 w 69847"/>
                  <a:gd name="connsiteY4" fmla="*/ 38100 h 38747"/>
                  <a:gd name="connsiteX5" fmla="*/ 56770 w 69847"/>
                  <a:gd name="connsiteY5" fmla="*/ 21527 h 38747"/>
                  <a:gd name="connsiteX6" fmla="*/ 58770 w 69847"/>
                  <a:gd name="connsiteY6" fmla="*/ 24860 h 38747"/>
                  <a:gd name="connsiteX7" fmla="*/ 66485 w 69847"/>
                  <a:gd name="connsiteY7" fmla="*/ 27623 h 38747"/>
                  <a:gd name="connsiteX8" fmla="*/ 69438 w 69847"/>
                  <a:gd name="connsiteY8" fmla="*/ 20193 h 38747"/>
                  <a:gd name="connsiteX9" fmla="*/ 34957 w 69847"/>
                  <a:gd name="connsiteY9" fmla="*/ 0 h 38747"/>
                  <a:gd name="connsiteX10" fmla="*/ 477 w 69847"/>
                  <a:gd name="connsiteY10" fmla="*/ 20193 h 38747"/>
                  <a:gd name="connsiteX11" fmla="*/ 3430 w 69847"/>
                  <a:gd name="connsiteY11" fmla="*/ 27908 h 38747"/>
                  <a:gd name="connsiteX12" fmla="*/ 3430 w 69847"/>
                  <a:gd name="connsiteY12" fmla="*/ 27908 h 38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847" h="38747">
                    <a:moveTo>
                      <a:pt x="3430" y="27908"/>
                    </a:moveTo>
                    <a:cubicBezTo>
                      <a:pt x="6382" y="29242"/>
                      <a:pt x="9811" y="27908"/>
                      <a:pt x="11145" y="24860"/>
                    </a:cubicBezTo>
                    <a:cubicBezTo>
                      <a:pt x="11145" y="24860"/>
                      <a:pt x="11145" y="24860"/>
                      <a:pt x="11145" y="24860"/>
                    </a:cubicBezTo>
                    <a:cubicBezTo>
                      <a:pt x="11717" y="23717"/>
                      <a:pt x="12383" y="22574"/>
                      <a:pt x="13145" y="21527"/>
                    </a:cubicBezTo>
                    <a:cubicBezTo>
                      <a:pt x="16098" y="33623"/>
                      <a:pt x="28290" y="41053"/>
                      <a:pt x="40292" y="38100"/>
                    </a:cubicBezTo>
                    <a:cubicBezTo>
                      <a:pt x="48388" y="36100"/>
                      <a:pt x="54770" y="29718"/>
                      <a:pt x="56770" y="21527"/>
                    </a:cubicBezTo>
                    <a:cubicBezTo>
                      <a:pt x="57532" y="22574"/>
                      <a:pt x="58198" y="23717"/>
                      <a:pt x="58770" y="24860"/>
                    </a:cubicBezTo>
                    <a:cubicBezTo>
                      <a:pt x="60103" y="27813"/>
                      <a:pt x="63628" y="29051"/>
                      <a:pt x="66485" y="27623"/>
                    </a:cubicBezTo>
                    <a:cubicBezTo>
                      <a:pt x="69247" y="26289"/>
                      <a:pt x="70581" y="23051"/>
                      <a:pt x="69438" y="20193"/>
                    </a:cubicBezTo>
                    <a:cubicBezTo>
                      <a:pt x="64199" y="8096"/>
                      <a:pt x="50293" y="0"/>
                      <a:pt x="34957" y="0"/>
                    </a:cubicBezTo>
                    <a:cubicBezTo>
                      <a:pt x="19622" y="0"/>
                      <a:pt x="5811" y="8096"/>
                      <a:pt x="477" y="20193"/>
                    </a:cubicBezTo>
                    <a:cubicBezTo>
                      <a:pt x="-761" y="23146"/>
                      <a:pt x="477" y="26575"/>
                      <a:pt x="3430" y="27908"/>
                    </a:cubicBezTo>
                    <a:lnTo>
                      <a:pt x="3430" y="2790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600" dirty="0"/>
              </a:p>
            </p:txBody>
          </p:sp>
        </p:grpSp>
      </p:grpSp>
      <p:sp>
        <p:nvSpPr>
          <p:cNvPr id="454" name="TextBox 453">
            <a:extLst>
              <a:ext uri="{FF2B5EF4-FFF2-40B4-BE49-F238E27FC236}">
                <a16:creationId xmlns:a16="http://schemas.microsoft.com/office/drawing/2014/main" id="{4B98E833-A931-F94B-1DD3-BAA198172565}"/>
              </a:ext>
            </a:extLst>
          </p:cNvPr>
          <p:cNvSpPr txBox="1"/>
          <p:nvPr/>
        </p:nvSpPr>
        <p:spPr>
          <a:xfrm>
            <a:off x="7168873" y="3366688"/>
            <a:ext cx="1412566" cy="10849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950" dirty="0">
                <a:ln/>
                <a:latin typeface="Poppins Light" panose="00000400000000000000" pitchFamily="2" charset="0"/>
                <a:cs typeface="Poppins Light" panose="00000400000000000000" pitchFamily="2" charset="0"/>
                <a:sym typeface="Poppins"/>
                <a:rtl val="0"/>
              </a:rPr>
              <a:t>Curriculum oriented,</a:t>
            </a:r>
          </a:p>
          <a:p>
            <a:pPr algn="ctr"/>
            <a:r>
              <a:rPr lang="en-IN" sz="950" dirty="0">
                <a:ln/>
                <a:latin typeface="Poppins Light" panose="00000400000000000000" pitchFamily="2" charset="0"/>
                <a:cs typeface="Poppins Light" panose="00000400000000000000" pitchFamily="2" charset="0"/>
                <a:sym typeface="Poppins"/>
                <a:rtl val="0"/>
              </a:rPr>
              <a:t>interactive,</a:t>
            </a:r>
          </a:p>
          <a:p>
            <a:pPr algn="ctr"/>
            <a:r>
              <a:rPr lang="en-IN" sz="950" dirty="0">
                <a:ln/>
                <a:latin typeface="Poppins Light" panose="00000400000000000000" pitchFamily="2" charset="0"/>
                <a:cs typeface="Poppins Light" panose="00000400000000000000" pitchFamily="2" charset="0"/>
                <a:sym typeface="Poppins"/>
                <a:rtl val="0"/>
              </a:rPr>
              <a:t>customized</a:t>
            </a:r>
          </a:p>
          <a:p>
            <a:pPr algn="ctr"/>
            <a:endParaRPr lang="en-IN" sz="1200" spc="0" baseline="0" dirty="0">
              <a:ln/>
              <a:latin typeface="Poppins Medium" panose="00000600000000000000" pitchFamily="2" charset="0"/>
              <a:cs typeface="Poppins Medium" panose="00000600000000000000" pitchFamily="2" charset="0"/>
              <a:sym typeface="Poppins"/>
              <a:rtl val="0"/>
            </a:endParaRPr>
          </a:p>
          <a:p>
            <a:pPr algn="ctr"/>
            <a:endParaRPr lang="en-IN" sz="1200" spc="0" baseline="0" dirty="0">
              <a:ln/>
              <a:latin typeface="Poppins Medium" panose="00000600000000000000" pitchFamily="2" charset="0"/>
              <a:cs typeface="Poppins Medium" panose="00000600000000000000" pitchFamily="2" charset="0"/>
              <a:sym typeface="Poppins"/>
              <a:rtl val="0"/>
            </a:endParaRPr>
          </a:p>
          <a:p>
            <a:pPr algn="ctr"/>
            <a:r>
              <a:rPr lang="en-IN" sz="1200" spc="0" baseline="0" dirty="0">
                <a:ln/>
                <a:latin typeface="Poppins Medium" panose="00000600000000000000" pitchFamily="2" charset="0"/>
                <a:cs typeface="Poppins Medium" panose="00000600000000000000" pitchFamily="2" charset="0"/>
                <a:sym typeface="Poppins"/>
                <a:rtl val="0"/>
              </a:rPr>
              <a:t> </a:t>
            </a: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9C7F25F6-AA8D-5056-8F9E-6347360D0773}"/>
              </a:ext>
            </a:extLst>
          </p:cNvPr>
          <p:cNvSpPr txBox="1"/>
          <p:nvPr/>
        </p:nvSpPr>
        <p:spPr>
          <a:xfrm>
            <a:off x="9687672" y="3365221"/>
            <a:ext cx="136928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950" dirty="0">
                <a:ln/>
                <a:latin typeface="Poppins Light" panose="00000400000000000000" pitchFamily="2" charset="0"/>
                <a:cs typeface="Poppins Light" panose="00000400000000000000" pitchFamily="2" charset="0"/>
                <a:sym typeface="Poppins"/>
                <a:rtl val="0"/>
              </a:rPr>
              <a:t>Quick and easy</a:t>
            </a:r>
          </a:p>
          <a:p>
            <a:pPr algn="ctr"/>
            <a:r>
              <a:rPr lang="en-IN" sz="950" dirty="0">
                <a:ln/>
                <a:latin typeface="Poppins Light" panose="00000400000000000000" pitchFamily="2" charset="0"/>
                <a:cs typeface="Poppins Light" panose="00000400000000000000" pitchFamily="2" charset="0"/>
                <a:sym typeface="Poppins"/>
                <a:rtl val="0"/>
              </a:rPr>
              <a:t>onboarding, offline/</a:t>
            </a:r>
          </a:p>
          <a:p>
            <a:pPr algn="ctr"/>
            <a:r>
              <a:rPr lang="en-IN" sz="950" dirty="0">
                <a:ln/>
                <a:latin typeface="Poppins Light" panose="00000400000000000000" pitchFamily="2" charset="0"/>
                <a:cs typeface="Poppins Light" panose="00000400000000000000" pitchFamily="2" charset="0"/>
                <a:sym typeface="Poppins"/>
                <a:rtl val="0"/>
              </a:rPr>
              <a:t>online, modular,</a:t>
            </a:r>
          </a:p>
          <a:p>
            <a:pPr algn="ctr"/>
            <a:r>
              <a:rPr lang="en-IN" sz="950" dirty="0">
                <a:ln/>
                <a:latin typeface="Poppins Light" panose="00000400000000000000" pitchFamily="2" charset="0"/>
                <a:cs typeface="Poppins Light" panose="00000400000000000000" pitchFamily="2" charset="0"/>
                <a:sym typeface="Poppins"/>
                <a:rtl val="0"/>
              </a:rPr>
              <a:t>affordable</a:t>
            </a:r>
            <a:endParaRPr lang="en-IN" sz="1200" spc="0" baseline="0" dirty="0">
              <a:ln/>
              <a:latin typeface="Poppins Medium" panose="00000600000000000000" pitchFamily="2" charset="0"/>
              <a:cs typeface="Poppins Medium" panose="00000600000000000000" pitchFamily="2" charset="0"/>
              <a:sym typeface="Poppins"/>
              <a:rtl val="0"/>
            </a:endParaRPr>
          </a:p>
          <a:p>
            <a:pPr algn="ctr"/>
            <a:r>
              <a:rPr lang="en-IN" sz="1200" spc="0" baseline="0" dirty="0">
                <a:ln/>
                <a:latin typeface="Poppins Medium" panose="00000600000000000000" pitchFamily="2" charset="0"/>
                <a:cs typeface="Poppins Medium" panose="00000600000000000000" pitchFamily="2" charset="0"/>
                <a:sym typeface="Poppins"/>
                <a:rtl val="0"/>
              </a:rPr>
              <a:t>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CD76501-59AC-C1CF-A8FE-8859376F6A7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b="20190"/>
          <a:stretch/>
        </p:blipFill>
        <p:spPr>
          <a:xfrm>
            <a:off x="6030674" y="3572918"/>
            <a:ext cx="2122988" cy="334568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7C29C1B-8F5E-0824-0345-85CE2B2E766C}"/>
              </a:ext>
            </a:extLst>
          </p:cNvPr>
          <p:cNvSpPr/>
          <p:nvPr/>
        </p:nvSpPr>
        <p:spPr>
          <a:xfrm>
            <a:off x="7537764" y="4348574"/>
            <a:ext cx="548640" cy="3975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rgbClr val="474B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Raspberry</a:t>
            </a:r>
            <a:endParaRPr lang="en-IN" sz="800" b="1" dirty="0">
              <a:solidFill>
                <a:srgbClr val="474B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100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BFBF89-134A-30C1-12EF-DEE97320F921}"/>
              </a:ext>
            </a:extLst>
          </p:cNvPr>
          <p:cNvSpPr/>
          <p:nvPr/>
        </p:nvSpPr>
        <p:spPr>
          <a:xfrm rot="5400000">
            <a:off x="8283144" y="3153265"/>
            <a:ext cx="1539572" cy="4838698"/>
          </a:xfrm>
          <a:prstGeom prst="roundRect">
            <a:avLst>
              <a:gd name="adj" fmla="val 8524"/>
            </a:avLst>
          </a:prstGeom>
          <a:gradFill>
            <a:gsLst>
              <a:gs pos="49000">
                <a:schemeClr val="tx2">
                  <a:lumMod val="10000"/>
                  <a:lumOff val="90000"/>
                  <a:alpha val="20000"/>
                </a:schemeClr>
              </a:gs>
              <a:gs pos="97000">
                <a:srgbClr val="C9CBFB">
                  <a:alpha val="26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98F11A9-16E2-4FFC-39C1-9942BC5841E6}"/>
              </a:ext>
            </a:extLst>
          </p:cNvPr>
          <p:cNvSpPr/>
          <p:nvPr/>
        </p:nvSpPr>
        <p:spPr>
          <a:xfrm rot="5400000">
            <a:off x="8243908" y="1381729"/>
            <a:ext cx="1618044" cy="4838698"/>
          </a:xfrm>
          <a:prstGeom prst="roundRect">
            <a:avLst>
              <a:gd name="adj" fmla="val 8524"/>
            </a:avLst>
          </a:prstGeom>
          <a:gradFill>
            <a:gsLst>
              <a:gs pos="48000">
                <a:schemeClr val="tx2">
                  <a:lumMod val="10000"/>
                  <a:lumOff val="90000"/>
                  <a:alpha val="20000"/>
                </a:schemeClr>
              </a:gs>
              <a:gs pos="97000">
                <a:srgbClr val="C9CBFB">
                  <a:alpha val="26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1A9DFFC-BFC8-3BA5-1259-422909719144}"/>
              </a:ext>
            </a:extLst>
          </p:cNvPr>
          <p:cNvSpPr/>
          <p:nvPr/>
        </p:nvSpPr>
        <p:spPr>
          <a:xfrm rot="5400000">
            <a:off x="8283144" y="-393345"/>
            <a:ext cx="1539572" cy="4838698"/>
          </a:xfrm>
          <a:prstGeom prst="roundRect">
            <a:avLst>
              <a:gd name="adj" fmla="val 8524"/>
            </a:avLst>
          </a:prstGeom>
          <a:gradFill>
            <a:gsLst>
              <a:gs pos="39000">
                <a:schemeClr val="tx2">
                  <a:lumMod val="10000"/>
                  <a:lumOff val="90000"/>
                  <a:alpha val="20000"/>
                </a:schemeClr>
              </a:gs>
              <a:gs pos="97000">
                <a:srgbClr val="C9CBFB">
                  <a:alpha val="26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3064367-98C2-6ECC-2766-F8D869E99870}"/>
              </a:ext>
            </a:extLst>
          </p:cNvPr>
          <p:cNvSpPr txBox="1">
            <a:spLocks/>
          </p:cNvSpPr>
          <p:nvPr/>
        </p:nvSpPr>
        <p:spPr>
          <a:xfrm>
            <a:off x="3586940" y="1124963"/>
            <a:ext cx="2605646" cy="98046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5259F1"/>
              </a:buClr>
              <a:buSzPct val="100000"/>
              <a:buNone/>
            </a:pPr>
            <a:r>
              <a:rPr lang="en-US" sz="1400" dirty="0">
                <a:latin typeface="Poppins Medium" panose="00000600000000000000" pitchFamily="2" charset="0"/>
                <a:ea typeface="Verdana" panose="020B0604030504040204" pitchFamily="34" charset="0"/>
                <a:cs typeface="Poppins Medium" panose="00000600000000000000" pitchFamily="2" charset="0"/>
              </a:rPr>
              <a:t>Integrated Offering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5259F1"/>
              </a:buClr>
              <a:buSzPct val="100000"/>
              <a:buNone/>
            </a:pPr>
            <a:r>
              <a:rPr lang="en-US" sz="1200" dirty="0">
                <a:latin typeface="Poppins Light" panose="00000400000000000000" pitchFamily="2" charset="0"/>
                <a:ea typeface="Verdana" panose="020B0604030504040204" pitchFamily="34" charset="0"/>
                <a:cs typeface="Poppins Light" panose="00000400000000000000" pitchFamily="2" charset="0"/>
              </a:rPr>
              <a:t>Integrating proprietary curriculum framework with a purpose-built LMS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BF17F1C-A18F-DC2B-9B2B-A819BF18DDF9}"/>
              </a:ext>
            </a:extLst>
          </p:cNvPr>
          <p:cNvSpPr txBox="1">
            <a:spLocks/>
          </p:cNvSpPr>
          <p:nvPr/>
        </p:nvSpPr>
        <p:spPr>
          <a:xfrm>
            <a:off x="616123" y="1124963"/>
            <a:ext cx="2250179" cy="98046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5259F1"/>
              </a:buClr>
              <a:buSzPct val="100000"/>
              <a:buNone/>
            </a:pPr>
            <a:r>
              <a:rPr lang="en-US" sz="1400" dirty="0">
                <a:latin typeface="Poppins Medium" panose="00000600000000000000" pitchFamily="2" charset="0"/>
                <a:ea typeface="Verdana" panose="020B0604030504040204" pitchFamily="34" charset="0"/>
                <a:cs typeface="Poppins Medium" panose="00000600000000000000" pitchFamily="2" charset="0"/>
              </a:rPr>
              <a:t>Holistic Digital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5259F1"/>
              </a:buClr>
              <a:buSzPct val="100000"/>
              <a:buNone/>
            </a:pPr>
            <a:r>
              <a:rPr lang="en-US" sz="1400" dirty="0">
                <a:latin typeface="Poppins Medium" panose="00000600000000000000" pitchFamily="2" charset="0"/>
                <a:ea typeface="Verdana" panose="020B0604030504040204" pitchFamily="34" charset="0"/>
                <a:cs typeface="Poppins Medium" panose="00000600000000000000" pitchFamily="2" charset="0"/>
              </a:rPr>
              <a:t>Transformation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5259F1"/>
              </a:buClr>
              <a:buSzPct val="100000"/>
              <a:buNone/>
            </a:pPr>
            <a:r>
              <a:rPr lang="en-US" sz="1200" dirty="0">
                <a:latin typeface="Poppins Light" panose="00000400000000000000" pitchFamily="2" charset="0"/>
                <a:ea typeface="Verdana" panose="020B0604030504040204" pitchFamily="34" charset="0"/>
                <a:cs typeface="Poppins Light" panose="00000400000000000000" pitchFamily="2" charset="0"/>
              </a:rPr>
              <a:t>Optimizing student learning outcomes and school operations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15523C4-9014-9BE6-AAFC-5B37BEB7069A}"/>
              </a:ext>
            </a:extLst>
          </p:cNvPr>
          <p:cNvSpPr txBox="1">
            <a:spLocks/>
          </p:cNvSpPr>
          <p:nvPr/>
        </p:nvSpPr>
        <p:spPr>
          <a:xfrm>
            <a:off x="3586940" y="5150495"/>
            <a:ext cx="2142580" cy="98046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5259F1"/>
              </a:buClr>
              <a:buSzPct val="100000"/>
              <a:buNone/>
            </a:pPr>
            <a:r>
              <a:rPr lang="en-IN" sz="1400" dirty="0">
                <a:latin typeface="Poppins Medium" panose="00000600000000000000" pitchFamily="2" charset="0"/>
                <a:ea typeface="Verdana" panose="020B0604030504040204" pitchFamily="34" charset="0"/>
                <a:cs typeface="Poppins Medium" panose="00000600000000000000" pitchFamily="2" charset="0"/>
              </a:rPr>
              <a:t>Raspberry </a:t>
            </a:r>
            <a:br>
              <a:rPr lang="en-IN" sz="1400" dirty="0">
                <a:latin typeface="Poppins Medium" panose="00000600000000000000" pitchFamily="2" charset="0"/>
                <a:ea typeface="Verdana" panose="020B0604030504040204" pitchFamily="34" charset="0"/>
                <a:cs typeface="Poppins Medium" panose="00000600000000000000" pitchFamily="2" charset="0"/>
              </a:rPr>
            </a:br>
            <a:r>
              <a:rPr lang="en-IN" sz="1400" dirty="0">
                <a:latin typeface="Poppins Medium" panose="00000600000000000000" pitchFamily="2" charset="0"/>
                <a:ea typeface="Verdana" panose="020B0604030504040204" pitchFamily="34" charset="0"/>
                <a:cs typeface="Poppins Medium" panose="00000600000000000000" pitchFamily="2" charset="0"/>
              </a:rPr>
              <a:t>Academy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5259F1"/>
              </a:buClr>
              <a:buNone/>
            </a:pPr>
            <a:r>
              <a:rPr lang="en-IN" sz="1100" dirty="0">
                <a:latin typeface="Poppins Light" panose="00000400000000000000" pitchFamily="2" charset="0"/>
                <a:ea typeface="Verdana" panose="020B0604030504040204" pitchFamily="34" charset="0"/>
                <a:cs typeface="Poppins Light" panose="00000400000000000000" pitchFamily="2" charset="0"/>
              </a:rPr>
              <a:t>For continuous professional development of teachers</a:t>
            </a:r>
            <a:endParaRPr lang="en-IN" sz="1100" b="0" i="0" u="none" strike="noStrike" dirty="0">
              <a:solidFill>
                <a:srgbClr val="1100FF"/>
              </a:solidFill>
              <a:effectLst/>
              <a:latin typeface="Poppins" panose="00000500000000000000" pitchFamily="2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6544560-CE93-1970-1D75-C4A2DF486864}"/>
              </a:ext>
            </a:extLst>
          </p:cNvPr>
          <p:cNvSpPr txBox="1">
            <a:spLocks/>
          </p:cNvSpPr>
          <p:nvPr/>
        </p:nvSpPr>
        <p:spPr>
          <a:xfrm>
            <a:off x="616123" y="2451336"/>
            <a:ext cx="2376325" cy="1088046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5259F1"/>
              </a:buClr>
              <a:buSzPct val="100000"/>
              <a:buNone/>
            </a:pPr>
            <a:r>
              <a:rPr lang="en-IN" sz="1400" dirty="0">
                <a:latin typeface="Poppins Medium" panose="00000600000000000000" pitchFamily="2" charset="0"/>
                <a:ea typeface="Verdana" panose="020B0604030504040204" pitchFamily="34" charset="0"/>
                <a:cs typeface="Poppins Medium" panose="00000600000000000000" pitchFamily="2" charset="0"/>
              </a:rPr>
              <a:t>Curriculum-led, Blended Learning Experience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5259F1"/>
              </a:buClr>
              <a:buSzPct val="100000"/>
              <a:buNone/>
            </a:pPr>
            <a:r>
              <a:rPr lang="en-IN" sz="1200" dirty="0">
                <a:latin typeface="Poppins Light" panose="00000400000000000000" pitchFamily="2" charset="0"/>
                <a:ea typeface="Verdana" panose="020B0604030504040204" pitchFamily="34" charset="0"/>
                <a:cs typeface="Poppins Light" panose="00000400000000000000" pitchFamily="2" charset="0"/>
              </a:rPr>
              <a:t>100% aligned, seamlessly blended for a cohesive learning experience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767898-F512-8221-DCD8-498CF2F57391}"/>
              </a:ext>
            </a:extLst>
          </p:cNvPr>
          <p:cNvSpPr txBox="1"/>
          <p:nvPr/>
        </p:nvSpPr>
        <p:spPr>
          <a:xfrm>
            <a:off x="3521964" y="3745439"/>
            <a:ext cx="2670622" cy="120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Clr>
                <a:srgbClr val="5259F1"/>
              </a:buClr>
              <a:buSzPct val="100000"/>
            </a:pPr>
            <a:r>
              <a:rPr lang="en-IN" sz="1400" dirty="0">
                <a:latin typeface="Poppins Medium" panose="00000600000000000000" pitchFamily="2" charset="0"/>
                <a:ea typeface="Verdana" panose="020B0604030504040204" pitchFamily="34" charset="0"/>
                <a:cs typeface="Poppins Medium" panose="00000600000000000000" pitchFamily="2" charset="0"/>
              </a:rPr>
              <a:t>Enhanced Hybrid Engagement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5259F1"/>
              </a:buClr>
            </a:pPr>
            <a:r>
              <a:rPr lang="en-IN" sz="1200" dirty="0">
                <a:latin typeface="Poppins Light" panose="00000400000000000000" pitchFamily="2" charset="0"/>
                <a:ea typeface="Verdana" panose="020B0604030504040204" pitchFamily="34" charset="0"/>
                <a:cs typeface="Poppins Light" panose="00000400000000000000" pitchFamily="2" charset="0"/>
              </a:rPr>
              <a:t>Enriching learning experience with seamless in-class and after-class engagement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662A22C-1ABC-107E-0369-D97C20EF81EA}"/>
              </a:ext>
            </a:extLst>
          </p:cNvPr>
          <p:cNvSpPr txBox="1">
            <a:spLocks/>
          </p:cNvSpPr>
          <p:nvPr/>
        </p:nvSpPr>
        <p:spPr>
          <a:xfrm>
            <a:off x="3586940" y="2478810"/>
            <a:ext cx="2320171" cy="98046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5259F1"/>
              </a:buClr>
              <a:buNone/>
            </a:pPr>
            <a:r>
              <a:rPr lang="en-IN" sz="1400" dirty="0">
                <a:latin typeface="Poppins Medium" panose="00000600000000000000" pitchFamily="2" charset="0"/>
                <a:ea typeface="Verdana" panose="020B0604030504040204" pitchFamily="34" charset="0"/>
                <a:cs typeface="Poppins Medium" panose="00000600000000000000" pitchFamily="2" charset="0"/>
              </a:rPr>
              <a:t>Stakeholder-specific Workflows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5259F1"/>
              </a:buClr>
              <a:buNone/>
            </a:pPr>
            <a:r>
              <a:rPr lang="en-IN" sz="1200" dirty="0">
                <a:latin typeface="Poppins Light" panose="00000400000000000000" pitchFamily="2" charset="0"/>
                <a:ea typeface="Verdana" panose="020B0604030504040204" pitchFamily="34" charset="0"/>
                <a:cs typeface="Poppins Light" panose="00000400000000000000" pitchFamily="2" charset="0"/>
              </a:rPr>
              <a:t>To streamline academic and administrative tasks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9C55B92-0C2E-D413-A831-8F2E68556CB6}"/>
              </a:ext>
            </a:extLst>
          </p:cNvPr>
          <p:cNvSpPr txBox="1">
            <a:spLocks/>
          </p:cNvSpPr>
          <p:nvPr/>
        </p:nvSpPr>
        <p:spPr>
          <a:xfrm>
            <a:off x="616123" y="3787793"/>
            <a:ext cx="2250179" cy="98046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5259F1"/>
              </a:buClr>
              <a:buSzPct val="100000"/>
              <a:buNone/>
            </a:pPr>
            <a:r>
              <a:rPr lang="en-US" sz="1400" dirty="0">
                <a:latin typeface="Poppins Medium" panose="00000600000000000000" pitchFamily="2" charset="0"/>
                <a:ea typeface="Verdana" panose="020B0604030504040204" pitchFamily="34" charset="0"/>
                <a:cs typeface="Poppins Medium" panose="00000600000000000000" pitchFamily="2" charset="0"/>
              </a:rPr>
              <a:t>Actionable Data Driven Insights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5259F1"/>
              </a:buClr>
              <a:buSzPct val="100000"/>
              <a:buNone/>
            </a:pPr>
            <a:r>
              <a:rPr lang="en-US" sz="1200" dirty="0">
                <a:latin typeface="Poppins Light" panose="00000400000000000000" pitchFamily="2" charset="0"/>
                <a:ea typeface="Verdana" panose="020B0604030504040204" pitchFamily="34" charset="0"/>
                <a:cs typeface="Poppins Light" panose="00000400000000000000" pitchFamily="2" charset="0"/>
              </a:rPr>
              <a:t>For teacher intervention to improve student performance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28535A6-9D75-1759-1582-E4917F07069F}"/>
              </a:ext>
            </a:extLst>
          </p:cNvPr>
          <p:cNvSpPr txBox="1">
            <a:spLocks/>
          </p:cNvSpPr>
          <p:nvPr/>
        </p:nvSpPr>
        <p:spPr>
          <a:xfrm>
            <a:off x="616123" y="5150495"/>
            <a:ext cx="2282755" cy="98046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5259F1"/>
              </a:buClr>
              <a:buSzPct val="100000"/>
              <a:buNone/>
            </a:pPr>
            <a:r>
              <a:rPr lang="en-US" sz="1400" dirty="0">
                <a:latin typeface="Poppins Medium" panose="00000600000000000000" pitchFamily="2" charset="0"/>
                <a:ea typeface="Verdana" panose="020B0604030504040204" pitchFamily="34" charset="0"/>
                <a:cs typeface="Poppins Medium" panose="00000600000000000000" pitchFamily="2" charset="0"/>
              </a:rPr>
              <a:t>Dedicated Support for Digital Transformation </a:t>
            </a:r>
          </a:p>
          <a:p>
            <a:pPr marL="0" indent="0" defTabSz="497754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5259F1"/>
              </a:buClr>
              <a:buSzPct val="100000"/>
              <a:buNone/>
            </a:pPr>
            <a:r>
              <a:rPr lang="en-US" sz="1100" dirty="0">
                <a:latin typeface="Poppins Light" panose="00000400000000000000" pitchFamily="2" charset="0"/>
                <a:ea typeface="Verdana" panose="020B0604030504040204" pitchFamily="34" charset="0"/>
                <a:cs typeface="Poppins Light" panose="00000400000000000000" pitchFamily="2" charset="0"/>
              </a:rPr>
              <a:t>School Success Specialists to drive adoption and engagement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2BE407-3AC5-BC67-CF75-98217D2A961C}"/>
              </a:ext>
            </a:extLst>
          </p:cNvPr>
          <p:cNvSpPr/>
          <p:nvPr/>
        </p:nvSpPr>
        <p:spPr>
          <a:xfrm>
            <a:off x="251929" y="251906"/>
            <a:ext cx="6895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474BFF"/>
                </a:solidFill>
                <a:latin typeface="Poppins Medium" panose="00000600000000000000" pitchFamily="2" charset="0"/>
                <a:ea typeface="Noto Serif KR"/>
                <a:cs typeface="Poppins Medium" panose="00000600000000000000" pitchFamily="2" charset="0"/>
              </a:rPr>
              <a:t>Product Value</a:t>
            </a:r>
            <a:endParaRPr lang="en-IN" dirty="0">
              <a:solidFill>
                <a:srgbClr val="474BFF"/>
              </a:solidFill>
              <a:latin typeface="Poppins" pitchFamily="2" charset="77"/>
              <a:ea typeface="Noto Serif KR"/>
              <a:cs typeface="Poppins" pitchFamily="2" charset="77"/>
            </a:endParaRPr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7E151E57-296F-8B28-5CD7-1AE0A714543E}"/>
              </a:ext>
            </a:extLst>
          </p:cNvPr>
          <p:cNvSpPr txBox="1">
            <a:spLocks/>
          </p:cNvSpPr>
          <p:nvPr/>
        </p:nvSpPr>
        <p:spPr>
          <a:xfrm>
            <a:off x="7245271" y="3116191"/>
            <a:ext cx="3935994" cy="61005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259F1"/>
              </a:buClr>
              <a:buSzPct val="100000"/>
              <a:buNone/>
            </a:pPr>
            <a:r>
              <a:rPr lang="en-US" sz="1200" dirty="0">
                <a:solidFill>
                  <a:srgbClr val="5960F2"/>
                </a:solidFill>
                <a:latin typeface="Poppins" panose="00000500000000000000" pitchFamily="2" charset="0"/>
                <a:ea typeface="Verdana" panose="020B0604030504040204" pitchFamily="34" charset="0"/>
                <a:cs typeface="Poppins" panose="00000500000000000000" pitchFamily="2" charset="0"/>
              </a:rPr>
              <a:t>In Platform</a:t>
            </a:r>
          </a:p>
          <a:p>
            <a:pPr marL="85725" indent="-85725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Clr>
                <a:srgbClr val="262626"/>
              </a:buClr>
              <a:buSzPct val="100000"/>
            </a:pPr>
            <a:r>
              <a:rPr lang="en-US" sz="1000" dirty="0">
                <a:latin typeface="Poppins Light" panose="00000400000000000000" pitchFamily="2" charset="0"/>
                <a:ea typeface="Verdana" panose="020B0604030504040204" pitchFamily="34" charset="0"/>
                <a:cs typeface="Poppins Light" panose="00000400000000000000" pitchFamily="2" charset="0"/>
              </a:rPr>
              <a:t>Modularized content repositories enabling multi-product rollout via centralized / unified platform</a:t>
            </a:r>
          </a:p>
          <a:p>
            <a:pPr marL="85725" indent="-85725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Clr>
                <a:srgbClr val="262626"/>
              </a:buClr>
              <a:buSzPct val="100000"/>
            </a:pPr>
            <a:r>
              <a:rPr lang="en-US" sz="1000" dirty="0">
                <a:latin typeface="Poppins Light" panose="00000400000000000000" pitchFamily="2" charset="0"/>
                <a:ea typeface="Verdana" panose="020B0604030504040204" pitchFamily="34" charset="0"/>
                <a:cs typeface="Poppins Light" panose="00000400000000000000" pitchFamily="2" charset="0"/>
              </a:rPr>
              <a:t>System constructed content to autogenerate high volume learning objects (ready for future product rollouts) </a:t>
            </a:r>
          </a:p>
          <a:p>
            <a:pPr marL="85725" indent="-85725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Clr>
                <a:srgbClr val="262626"/>
              </a:buClr>
              <a:buSzPct val="100000"/>
            </a:pPr>
            <a:r>
              <a:rPr lang="en-US" sz="1000" dirty="0">
                <a:latin typeface="Poppins Light" panose="00000400000000000000" pitchFamily="2" charset="0"/>
                <a:ea typeface="Verdana" panose="020B0604030504040204" pitchFamily="34" charset="0"/>
                <a:cs typeface="Poppins Light" panose="00000400000000000000" pitchFamily="2" charset="0"/>
              </a:rPr>
              <a:t>Synchronized data analysis for independent data processing (currently used by the company for business insights)</a:t>
            </a:r>
            <a:endParaRPr lang="en-US" sz="1000" dirty="0">
              <a:solidFill>
                <a:schemeClr val="bg1"/>
              </a:solidFill>
              <a:latin typeface="Poppins Light" panose="00000400000000000000" pitchFamily="2" charset="0"/>
              <a:ea typeface="Verdana" panose="020B0604030504040204" pitchFamily="34" charset="0"/>
              <a:cs typeface="Poppins Light" panose="00000400000000000000" pitchFamily="2" charset="0"/>
            </a:endParaRPr>
          </a:p>
          <a:p>
            <a:pPr marL="85725" indent="-857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5259F1"/>
              </a:buClr>
              <a:buSzPct val="100000"/>
            </a:pPr>
            <a:endParaRPr lang="en-US" sz="1000" dirty="0">
              <a:solidFill>
                <a:schemeClr val="bg1"/>
              </a:solidFill>
              <a:latin typeface="Poppins Light" panose="00000400000000000000" pitchFamily="2" charset="0"/>
              <a:ea typeface="Verdana" panose="020B0604030504040204" pitchFamily="34" charset="0"/>
              <a:cs typeface="Poppins Light" panose="00000400000000000000" pitchFamily="2" charset="0"/>
            </a:endParaRPr>
          </a:p>
          <a:p>
            <a:pPr marL="85725" indent="-857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5259F1"/>
              </a:buClr>
              <a:buSzPct val="100000"/>
            </a:pPr>
            <a:endParaRPr lang="en-US" sz="1200" dirty="0">
              <a:solidFill>
                <a:schemeClr val="bg1"/>
              </a:solidFill>
              <a:latin typeface="Poppins Light" panose="00000400000000000000" pitchFamily="2" charset="0"/>
              <a:ea typeface="Verdana" panose="020B0604030504040204" pitchFamily="34" charset="0"/>
              <a:cs typeface="Poppins Light" panose="00000400000000000000" pitchFamily="2" charset="0"/>
            </a:endParaRPr>
          </a:p>
          <a:p>
            <a:pPr marL="85725" indent="-857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5259F1"/>
              </a:buClr>
              <a:buSzPct val="100000"/>
            </a:pPr>
            <a:endParaRPr lang="en-US" sz="1200" dirty="0">
              <a:solidFill>
                <a:schemeClr val="bg1"/>
              </a:solidFill>
              <a:latin typeface="Poppins Light" panose="00000400000000000000" pitchFamily="2" charset="0"/>
              <a:ea typeface="Verdana" panose="020B0604030504040204" pitchFamily="34" charset="0"/>
              <a:cs typeface="Poppins Light" panose="00000400000000000000" pitchFamily="2" charset="0"/>
            </a:endParaRPr>
          </a:p>
          <a:p>
            <a:pPr marL="85725" indent="-857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5259F1"/>
              </a:buClr>
              <a:buSzPct val="100000"/>
            </a:pPr>
            <a:endParaRPr lang="en-US" sz="1200" dirty="0">
              <a:solidFill>
                <a:schemeClr val="bg1"/>
              </a:solidFill>
              <a:latin typeface="Poppins Light" panose="00000400000000000000" pitchFamily="2" charset="0"/>
              <a:ea typeface="Verdana" panose="020B0604030504040204" pitchFamily="34" charset="0"/>
              <a:cs typeface="Poppins Light" panose="00000400000000000000" pitchFamily="2" charset="0"/>
            </a:endParaRPr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6AF38DCB-4974-C91F-9EA8-044D9CB586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9849" y="3140589"/>
            <a:ext cx="270947" cy="396000"/>
          </a:xfrm>
          <a:prstGeom prst="rect">
            <a:avLst/>
          </a:prstGeom>
        </p:spPr>
      </p:pic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DA9EE008-5982-437E-4E77-45A5DB8BEBF1}"/>
              </a:ext>
            </a:extLst>
          </p:cNvPr>
          <p:cNvSpPr txBox="1">
            <a:spLocks/>
          </p:cNvSpPr>
          <p:nvPr/>
        </p:nvSpPr>
        <p:spPr>
          <a:xfrm>
            <a:off x="7245272" y="1423287"/>
            <a:ext cx="4034032" cy="131919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None/>
            </a:pPr>
            <a:r>
              <a:rPr lang="en-US" sz="1200" dirty="0">
                <a:solidFill>
                  <a:srgbClr val="5960F2"/>
                </a:solidFill>
                <a:latin typeface="Poppins" panose="00000500000000000000" pitchFamily="2" charset="0"/>
                <a:ea typeface="Verdana" panose="020B0604030504040204" pitchFamily="34" charset="0"/>
                <a:cs typeface="Poppins" panose="00000500000000000000" pitchFamily="2" charset="0"/>
              </a:rPr>
              <a:t>For Teachers and Students</a:t>
            </a:r>
          </a:p>
          <a:p>
            <a:pPr marL="86400" indent="-8640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Clr>
                <a:srgbClr val="262626"/>
              </a:buClr>
              <a:buSzPct val="100000"/>
            </a:pPr>
            <a:r>
              <a:rPr lang="en-US" sz="1000" dirty="0">
                <a:latin typeface="Poppins Light" panose="00000400000000000000" pitchFamily="2" charset="0"/>
                <a:ea typeface="Verdana" panose="020B0604030504040204" pitchFamily="34" charset="0"/>
                <a:cs typeface="Poppins Light" panose="00000400000000000000" pitchFamily="2" charset="0"/>
              </a:rPr>
              <a:t>Intelligent analytics, dashboards and reports</a:t>
            </a:r>
          </a:p>
          <a:p>
            <a:pPr marL="86400" indent="-8640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Clr>
                <a:srgbClr val="262626"/>
              </a:buClr>
              <a:buSzPct val="100000"/>
            </a:pPr>
            <a:r>
              <a:rPr lang="en-US" sz="1000" dirty="0">
                <a:latin typeface="Poppins Light" panose="00000400000000000000" pitchFamily="2" charset="0"/>
                <a:ea typeface="Verdana" panose="020B0604030504040204" pitchFamily="34" charset="0"/>
                <a:cs typeface="Poppins Light" panose="00000400000000000000" pitchFamily="2" charset="0"/>
              </a:rPr>
              <a:t>Adaptive assessments powered by intelligent Question Bank</a:t>
            </a:r>
          </a:p>
          <a:p>
            <a:pPr marL="86400" indent="-8640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Clr>
                <a:srgbClr val="262626"/>
              </a:buClr>
              <a:buSzPct val="100000"/>
            </a:pPr>
            <a:r>
              <a:rPr lang="en-US" sz="1000" dirty="0">
                <a:latin typeface="Poppins Light" panose="00000400000000000000" pitchFamily="2" charset="0"/>
                <a:ea typeface="Verdana" panose="020B0604030504040204" pitchFamily="34" charset="0"/>
                <a:cs typeface="Poppins Light" panose="00000400000000000000" pitchFamily="2" charset="0"/>
              </a:rPr>
              <a:t>AI driven personalized and gamified learning with knowledge graphs (ready for future product rollouts)</a:t>
            </a:r>
            <a:endParaRPr lang="en-US" sz="1000" dirty="0">
              <a:solidFill>
                <a:srgbClr val="FF0000"/>
              </a:solidFill>
              <a:latin typeface="Poppins Light" panose="00000400000000000000" pitchFamily="2" charset="0"/>
              <a:ea typeface="Verdana" panose="020B0604030504040204" pitchFamily="34" charset="0"/>
              <a:cs typeface="Poppins Light" panose="00000400000000000000" pitchFamily="2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97481E0-F9B9-3CD8-AC88-94049C14D419}"/>
              </a:ext>
            </a:extLst>
          </p:cNvPr>
          <p:cNvSpPr txBox="1"/>
          <p:nvPr/>
        </p:nvSpPr>
        <p:spPr>
          <a:xfrm>
            <a:off x="6633581" y="819188"/>
            <a:ext cx="438361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464AEA"/>
                </a:solidFill>
                <a:latin typeface="Poppins" panose="00000500000000000000" pitchFamily="2" charset="0"/>
                <a:ea typeface="Noto Serif KR"/>
                <a:cs typeface="Poppins" panose="00000500000000000000" pitchFamily="2" charset="0"/>
              </a:rPr>
              <a:t>Advance Features / Capabilities</a:t>
            </a:r>
          </a:p>
        </p:txBody>
      </p: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8D76C225-03CE-8175-9BB7-669A6B184EB2}"/>
              </a:ext>
            </a:extLst>
          </p:cNvPr>
          <p:cNvSpPr txBox="1">
            <a:spLocks/>
          </p:cNvSpPr>
          <p:nvPr/>
        </p:nvSpPr>
        <p:spPr>
          <a:xfrm>
            <a:off x="7245270" y="4962564"/>
            <a:ext cx="4393279" cy="61005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259F1"/>
              </a:buClr>
              <a:buSzPct val="100000"/>
              <a:buNone/>
            </a:pPr>
            <a:r>
              <a:rPr lang="en-US" sz="1200" dirty="0">
                <a:solidFill>
                  <a:srgbClr val="5960F2"/>
                </a:solidFill>
                <a:latin typeface="Poppins" panose="00000500000000000000" pitchFamily="2" charset="0"/>
                <a:ea typeface="Verdana" panose="020B0604030504040204" pitchFamily="34" charset="0"/>
                <a:cs typeface="Poppins" panose="00000500000000000000" pitchFamily="2" charset="0"/>
              </a:rPr>
              <a:t>In Operations</a:t>
            </a:r>
          </a:p>
          <a:p>
            <a:pPr marL="88900" indent="-8890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Clr>
                <a:srgbClr val="262626"/>
              </a:buClr>
              <a:buSzPct val="100000"/>
            </a:pPr>
            <a:r>
              <a:rPr lang="en-US" sz="1000" dirty="0">
                <a:latin typeface="Poppins Light" panose="00000400000000000000" pitchFamily="2" charset="0"/>
                <a:ea typeface="Verdana" panose="020B0604030504040204" pitchFamily="34" charset="0"/>
                <a:cs typeface="Poppins Light" panose="00000400000000000000" pitchFamily="2" charset="0"/>
              </a:rPr>
              <a:t>AI powered tools for rapid curriculum mapping</a:t>
            </a:r>
          </a:p>
          <a:p>
            <a:pPr marL="88900" indent="-8890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Clr>
                <a:srgbClr val="262626"/>
              </a:buClr>
              <a:buSzPct val="100000"/>
            </a:pPr>
            <a:r>
              <a:rPr lang="en-US" sz="1000" dirty="0">
                <a:latin typeface="Poppins Light" panose="00000400000000000000" pitchFamily="2" charset="0"/>
                <a:ea typeface="Verdana" panose="020B0604030504040204" pitchFamily="34" charset="0"/>
                <a:cs typeface="Poppins Light" panose="00000400000000000000" pitchFamily="2" charset="0"/>
              </a:rPr>
              <a:t>Chatbots based customer support</a:t>
            </a:r>
          </a:p>
          <a:p>
            <a:pPr marL="88900" indent="-8890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Clr>
                <a:srgbClr val="262626"/>
              </a:buClr>
              <a:buSzPct val="100000"/>
            </a:pPr>
            <a:r>
              <a:rPr lang="en-US" sz="1000" dirty="0">
                <a:latin typeface="Poppins Light" panose="00000400000000000000" pitchFamily="2" charset="0"/>
                <a:ea typeface="Verdana" panose="020B0604030504040204" pitchFamily="34" charset="0"/>
                <a:cs typeface="Poppins Light" panose="00000400000000000000" pitchFamily="2" charset="0"/>
              </a:rPr>
              <a:t>Gen AI assisted content creation </a:t>
            </a:r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AD1226C4-EF09-5D22-3F9F-28F929EC3B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9849" y="4962564"/>
            <a:ext cx="270947" cy="396000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D7355D50-DC50-B599-194E-C83F5497EA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99849" y="1450720"/>
            <a:ext cx="270947" cy="396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889E2A0-5F32-8BAF-F6F8-751D1ACD7B69}"/>
              </a:ext>
            </a:extLst>
          </p:cNvPr>
          <p:cNvSpPr/>
          <p:nvPr/>
        </p:nvSpPr>
        <p:spPr>
          <a:xfrm>
            <a:off x="425070" y="1167003"/>
            <a:ext cx="45719" cy="180000"/>
          </a:xfrm>
          <a:prstGeom prst="rect">
            <a:avLst/>
          </a:prstGeom>
          <a:solidFill>
            <a:srgbClr val="5960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8D85D3-FFDE-DC9C-34AB-A4DCCC0D9976}"/>
              </a:ext>
            </a:extLst>
          </p:cNvPr>
          <p:cNvSpPr/>
          <p:nvPr/>
        </p:nvSpPr>
        <p:spPr>
          <a:xfrm>
            <a:off x="417464" y="2510340"/>
            <a:ext cx="45719" cy="180000"/>
          </a:xfrm>
          <a:prstGeom prst="rect">
            <a:avLst/>
          </a:prstGeom>
          <a:solidFill>
            <a:srgbClr val="5960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DB1FFF-FA1D-EF5A-7D9A-4439BF23118C}"/>
              </a:ext>
            </a:extLst>
          </p:cNvPr>
          <p:cNvSpPr/>
          <p:nvPr/>
        </p:nvSpPr>
        <p:spPr>
          <a:xfrm>
            <a:off x="418788" y="3866520"/>
            <a:ext cx="45719" cy="180000"/>
          </a:xfrm>
          <a:prstGeom prst="rect">
            <a:avLst/>
          </a:prstGeom>
          <a:solidFill>
            <a:srgbClr val="5960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CAFAC5-C7D6-4979-C6D0-25F65933A410}"/>
              </a:ext>
            </a:extLst>
          </p:cNvPr>
          <p:cNvSpPr/>
          <p:nvPr/>
        </p:nvSpPr>
        <p:spPr>
          <a:xfrm>
            <a:off x="411182" y="5209857"/>
            <a:ext cx="45719" cy="180000"/>
          </a:xfrm>
          <a:prstGeom prst="rect">
            <a:avLst/>
          </a:prstGeom>
          <a:solidFill>
            <a:srgbClr val="5960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9B410B-FF8B-D980-AD9C-88FA7DFC8FE0}"/>
              </a:ext>
            </a:extLst>
          </p:cNvPr>
          <p:cNvSpPr/>
          <p:nvPr/>
        </p:nvSpPr>
        <p:spPr>
          <a:xfrm>
            <a:off x="3403015" y="1167003"/>
            <a:ext cx="45719" cy="180000"/>
          </a:xfrm>
          <a:prstGeom prst="rect">
            <a:avLst/>
          </a:prstGeom>
          <a:solidFill>
            <a:srgbClr val="5960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0921609-4C16-06AF-DA7C-C3E2AE7B06A6}"/>
              </a:ext>
            </a:extLst>
          </p:cNvPr>
          <p:cNvSpPr/>
          <p:nvPr/>
        </p:nvSpPr>
        <p:spPr>
          <a:xfrm>
            <a:off x="3395409" y="2510340"/>
            <a:ext cx="45719" cy="180000"/>
          </a:xfrm>
          <a:prstGeom prst="rect">
            <a:avLst/>
          </a:prstGeom>
          <a:solidFill>
            <a:srgbClr val="5960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919607-DA29-C927-7759-5057FEACFD87}"/>
              </a:ext>
            </a:extLst>
          </p:cNvPr>
          <p:cNvSpPr/>
          <p:nvPr/>
        </p:nvSpPr>
        <p:spPr>
          <a:xfrm>
            <a:off x="3396733" y="3866520"/>
            <a:ext cx="45719" cy="180000"/>
          </a:xfrm>
          <a:prstGeom prst="rect">
            <a:avLst/>
          </a:prstGeom>
          <a:solidFill>
            <a:srgbClr val="5960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138033A-8F49-9E75-E484-688156EA4119}"/>
              </a:ext>
            </a:extLst>
          </p:cNvPr>
          <p:cNvSpPr/>
          <p:nvPr/>
        </p:nvSpPr>
        <p:spPr>
          <a:xfrm>
            <a:off x="3389127" y="5209857"/>
            <a:ext cx="45719" cy="180000"/>
          </a:xfrm>
          <a:prstGeom prst="rect">
            <a:avLst/>
          </a:prstGeom>
          <a:solidFill>
            <a:srgbClr val="5960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308E3AB-E184-BB36-5415-A6E5A5CF3868}"/>
              </a:ext>
            </a:extLst>
          </p:cNvPr>
          <p:cNvSpPr/>
          <p:nvPr/>
        </p:nvSpPr>
        <p:spPr>
          <a:xfrm rot="3300000" flipH="1">
            <a:off x="5652082" y="-4735397"/>
            <a:ext cx="9561294" cy="5354217"/>
          </a:xfrm>
          <a:custGeom>
            <a:avLst/>
            <a:gdLst>
              <a:gd name="connsiteX0" fmla="*/ 10410361 w 10425086"/>
              <a:gd name="connsiteY0" fmla="*/ 5086420 h 5837929"/>
              <a:gd name="connsiteX1" fmla="*/ 10133470 w 10425086"/>
              <a:gd name="connsiteY1" fmla="*/ 4963262 h 5837929"/>
              <a:gd name="connsiteX2" fmla="*/ 9657601 w 10425086"/>
              <a:gd name="connsiteY2" fmla="*/ 5104327 h 5837929"/>
              <a:gd name="connsiteX3" fmla="*/ 9549111 w 10425086"/>
              <a:gd name="connsiteY3" fmla="*/ 5132616 h 5837929"/>
              <a:gd name="connsiteX4" fmla="*/ 9487008 w 10425086"/>
              <a:gd name="connsiteY4" fmla="*/ 5148238 h 5837929"/>
              <a:gd name="connsiteX5" fmla="*/ 9479960 w 10425086"/>
              <a:gd name="connsiteY5" fmla="*/ 5150333 h 5837929"/>
              <a:gd name="connsiteX6" fmla="*/ 9462529 w 10425086"/>
              <a:gd name="connsiteY6" fmla="*/ 5154143 h 5837929"/>
              <a:gd name="connsiteX7" fmla="*/ 9220403 w 10425086"/>
              <a:gd name="connsiteY7" fmla="*/ 5208436 h 5837929"/>
              <a:gd name="connsiteX8" fmla="*/ 8247901 w 10425086"/>
              <a:gd name="connsiteY8" fmla="*/ 5360836 h 5837929"/>
              <a:gd name="connsiteX9" fmla="*/ 7264731 w 10425086"/>
              <a:gd name="connsiteY9" fmla="*/ 5411889 h 5837929"/>
              <a:gd name="connsiteX10" fmla="*/ 7144620 w 10425086"/>
              <a:gd name="connsiteY10" fmla="*/ 5411127 h 5837929"/>
              <a:gd name="connsiteX11" fmla="*/ 7103186 w 10425086"/>
              <a:gd name="connsiteY11" fmla="*/ 5410461 h 5837929"/>
              <a:gd name="connsiteX12" fmla="*/ 7064134 w 10425086"/>
              <a:gd name="connsiteY12" fmla="*/ 5409508 h 5837929"/>
              <a:gd name="connsiteX13" fmla="*/ 6816103 w 10425086"/>
              <a:gd name="connsiteY13" fmla="*/ 5399602 h 5837929"/>
              <a:gd name="connsiteX14" fmla="*/ 6321279 w 10425086"/>
              <a:gd name="connsiteY14" fmla="*/ 5360359 h 5837929"/>
              <a:gd name="connsiteX15" fmla="*/ 5231905 w 10425086"/>
              <a:gd name="connsiteY15" fmla="*/ 5179670 h 5837929"/>
              <a:gd name="connsiteX16" fmla="*/ 5206568 w 10425086"/>
              <a:gd name="connsiteY16" fmla="*/ 5176146 h 5837929"/>
              <a:gd name="connsiteX17" fmla="*/ 4761275 w 10425086"/>
              <a:gd name="connsiteY17" fmla="*/ 5056416 h 5837929"/>
              <a:gd name="connsiteX18" fmla="*/ 4289216 w 10425086"/>
              <a:gd name="connsiteY18" fmla="*/ 4903064 h 5837929"/>
              <a:gd name="connsiteX19" fmla="*/ 4056329 w 10425086"/>
              <a:gd name="connsiteY19" fmla="*/ 4817148 h 5837929"/>
              <a:gd name="connsiteX20" fmla="*/ 4019849 w 10425086"/>
              <a:gd name="connsiteY20" fmla="*/ 4803052 h 5837929"/>
              <a:gd name="connsiteX21" fmla="*/ 3981367 w 10425086"/>
              <a:gd name="connsiteY21" fmla="*/ 4787812 h 5837929"/>
              <a:gd name="connsiteX22" fmla="*/ 3870116 w 10425086"/>
              <a:gd name="connsiteY22" fmla="*/ 4742472 h 5837929"/>
              <a:gd name="connsiteX23" fmla="*/ 2981528 w 10425086"/>
              <a:gd name="connsiteY23" fmla="*/ 4318610 h 5837929"/>
              <a:gd name="connsiteX24" fmla="*/ 2141614 w 10425086"/>
              <a:gd name="connsiteY24" fmla="*/ 3805212 h 5837929"/>
              <a:gd name="connsiteX25" fmla="*/ 1938731 w 10425086"/>
              <a:gd name="connsiteY25" fmla="*/ 3662242 h 5837929"/>
              <a:gd name="connsiteX26" fmla="*/ 1924063 w 10425086"/>
              <a:gd name="connsiteY26" fmla="*/ 3652051 h 5837929"/>
              <a:gd name="connsiteX27" fmla="*/ 1918348 w 10425086"/>
              <a:gd name="connsiteY27" fmla="*/ 3647383 h 5837929"/>
              <a:gd name="connsiteX28" fmla="*/ 1866913 w 10425086"/>
              <a:gd name="connsiteY28" fmla="*/ 3609188 h 5837929"/>
              <a:gd name="connsiteX29" fmla="*/ 1823669 w 10425086"/>
              <a:gd name="connsiteY29" fmla="*/ 3576422 h 5837929"/>
              <a:gd name="connsiteX30" fmla="*/ 1823669 w 10425086"/>
              <a:gd name="connsiteY30" fmla="*/ 3571850 h 5837929"/>
              <a:gd name="connsiteX31" fmla="*/ 1269124 w 10425086"/>
              <a:gd name="connsiteY31" fmla="*/ 3006732 h 5837929"/>
              <a:gd name="connsiteX32" fmla="*/ 1196162 w 10425086"/>
              <a:gd name="connsiteY32" fmla="*/ 2916530 h 5837929"/>
              <a:gd name="connsiteX33" fmla="*/ 1195972 w 10425086"/>
              <a:gd name="connsiteY33" fmla="*/ 2916339 h 5837929"/>
              <a:gd name="connsiteX34" fmla="*/ 1179684 w 10425086"/>
              <a:gd name="connsiteY34" fmla="*/ 2894908 h 5837929"/>
              <a:gd name="connsiteX35" fmla="*/ 1137488 w 10425086"/>
              <a:gd name="connsiteY35" fmla="*/ 2837663 h 5837929"/>
              <a:gd name="connsiteX36" fmla="*/ 975658 w 10425086"/>
              <a:gd name="connsiteY36" fmla="*/ 2594490 h 5837929"/>
              <a:gd name="connsiteX37" fmla="*/ 783158 w 10425086"/>
              <a:gd name="connsiteY37" fmla="*/ 2237112 h 5837929"/>
              <a:gd name="connsiteX38" fmla="*/ 759155 w 10425086"/>
              <a:gd name="connsiteY38" fmla="*/ 2184057 h 5837929"/>
              <a:gd name="connsiteX39" fmla="*/ 747059 w 10425086"/>
              <a:gd name="connsiteY39" fmla="*/ 2156340 h 5837929"/>
              <a:gd name="connsiteX40" fmla="*/ 680764 w 10425086"/>
              <a:gd name="connsiteY40" fmla="*/ 1984509 h 5837929"/>
              <a:gd name="connsiteX41" fmla="*/ 540938 w 10425086"/>
              <a:gd name="connsiteY41" fmla="*/ 1513307 h 5837929"/>
              <a:gd name="connsiteX42" fmla="*/ 475787 w 10425086"/>
              <a:gd name="connsiteY42" fmla="*/ 1184694 h 5837929"/>
              <a:gd name="connsiteX43" fmla="*/ 464928 w 10425086"/>
              <a:gd name="connsiteY43" fmla="*/ 1115352 h 5837929"/>
              <a:gd name="connsiteX44" fmla="*/ 462737 w 10425086"/>
              <a:gd name="connsiteY44" fmla="*/ 1096969 h 5837929"/>
              <a:gd name="connsiteX45" fmla="*/ 456451 w 10425086"/>
              <a:gd name="connsiteY45" fmla="*/ 1044391 h 5837929"/>
              <a:gd name="connsiteX46" fmla="*/ 439020 w 10425086"/>
              <a:gd name="connsiteY46" fmla="*/ 853891 h 5837929"/>
              <a:gd name="connsiteX47" fmla="*/ 440925 w 10425086"/>
              <a:gd name="connsiteY47" fmla="*/ 214478 h 5837929"/>
              <a:gd name="connsiteX48" fmla="*/ 226708 w 10425086"/>
              <a:gd name="connsiteY48" fmla="*/ 165 h 5837929"/>
              <a:gd name="connsiteX49" fmla="*/ 12395 w 10425086"/>
              <a:gd name="connsiteY49" fmla="*/ 214478 h 5837929"/>
              <a:gd name="connsiteX50" fmla="*/ 386251 w 10425086"/>
              <a:gd name="connsiteY50" fmla="*/ 2393607 h 5837929"/>
              <a:gd name="connsiteX51" fmla="*/ 1564304 w 10425086"/>
              <a:gd name="connsiteY51" fmla="*/ 3907320 h 5837929"/>
              <a:gd name="connsiteX52" fmla="*/ 1823669 w 10425086"/>
              <a:gd name="connsiteY52" fmla="*/ 4109631 h 5837929"/>
              <a:gd name="connsiteX53" fmla="*/ 1823669 w 10425086"/>
              <a:gd name="connsiteY53" fmla="*/ 4103345 h 5837929"/>
              <a:gd name="connsiteX54" fmla="*/ 2020837 w 10425086"/>
              <a:gd name="connsiteY54" fmla="*/ 4238886 h 5837929"/>
              <a:gd name="connsiteX55" fmla="*/ 3781724 w 10425086"/>
              <a:gd name="connsiteY55" fmla="*/ 5166145 h 5837929"/>
              <a:gd name="connsiteX56" fmla="*/ 5047406 w 10425086"/>
              <a:gd name="connsiteY56" fmla="*/ 5577815 h 5837929"/>
              <a:gd name="connsiteX57" fmla="*/ 7183768 w 10425086"/>
              <a:gd name="connsiteY57" fmla="*/ 5837086 h 5837929"/>
              <a:gd name="connsiteX58" fmla="*/ 9165539 w 10425086"/>
              <a:gd name="connsiteY58" fmla="*/ 5655348 h 5837929"/>
              <a:gd name="connsiteX59" fmla="*/ 10287203 w 10425086"/>
              <a:gd name="connsiteY59" fmla="*/ 5363217 h 5837929"/>
              <a:gd name="connsiteX60" fmla="*/ 10410361 w 10425086"/>
              <a:gd name="connsiteY60" fmla="*/ 5086325 h 5837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0425086" h="5837929">
                <a:moveTo>
                  <a:pt x="10410361" y="5086420"/>
                </a:moveTo>
                <a:cubicBezTo>
                  <a:pt x="10362070" y="4975264"/>
                  <a:pt x="10247484" y="4926210"/>
                  <a:pt x="10133470" y="4963262"/>
                </a:cubicBezTo>
                <a:cubicBezTo>
                  <a:pt x="9976117" y="5014411"/>
                  <a:pt x="9817430" y="5061560"/>
                  <a:pt x="9657601" y="5104327"/>
                </a:cubicBezTo>
                <a:cubicBezTo>
                  <a:pt x="9621501" y="5113948"/>
                  <a:pt x="9585401" y="5123377"/>
                  <a:pt x="9549111" y="5132616"/>
                </a:cubicBezTo>
                <a:cubicBezTo>
                  <a:pt x="9528442" y="5137855"/>
                  <a:pt x="9507678" y="5142999"/>
                  <a:pt x="9487008" y="5148238"/>
                </a:cubicBezTo>
                <a:cubicBezTo>
                  <a:pt x="9484913" y="5148714"/>
                  <a:pt x="9482436" y="5149571"/>
                  <a:pt x="9479960" y="5150333"/>
                </a:cubicBezTo>
                <a:cubicBezTo>
                  <a:pt x="9474054" y="5151666"/>
                  <a:pt x="9468149" y="5152714"/>
                  <a:pt x="9462529" y="5154143"/>
                </a:cubicBezTo>
                <a:cubicBezTo>
                  <a:pt x="9382042" y="5173288"/>
                  <a:pt x="9301270" y="5191481"/>
                  <a:pt x="9220403" y="5208436"/>
                </a:cubicBezTo>
                <a:cubicBezTo>
                  <a:pt x="8899125" y="5276063"/>
                  <a:pt x="8574417" y="5326927"/>
                  <a:pt x="8247901" y="5360836"/>
                </a:cubicBezTo>
                <a:cubicBezTo>
                  <a:pt x="7921384" y="5394745"/>
                  <a:pt x="7593057" y="5411794"/>
                  <a:pt x="7264731" y="5411889"/>
                </a:cubicBezTo>
                <a:cubicBezTo>
                  <a:pt x="7224725" y="5411889"/>
                  <a:pt x="7184625" y="5411699"/>
                  <a:pt x="7144620" y="5411127"/>
                </a:cubicBezTo>
                <a:cubicBezTo>
                  <a:pt x="7139096" y="5411127"/>
                  <a:pt x="7112616" y="5410651"/>
                  <a:pt x="7103186" y="5410461"/>
                </a:cubicBezTo>
                <a:cubicBezTo>
                  <a:pt x="7090137" y="5410175"/>
                  <a:pt x="7077088" y="5409889"/>
                  <a:pt x="7064134" y="5409508"/>
                </a:cubicBezTo>
                <a:cubicBezTo>
                  <a:pt x="6981457" y="5407318"/>
                  <a:pt x="6898780" y="5403984"/>
                  <a:pt x="6816103" y="5399602"/>
                </a:cubicBezTo>
                <a:cubicBezTo>
                  <a:pt x="6650844" y="5390839"/>
                  <a:pt x="6485871" y="5377790"/>
                  <a:pt x="6321279" y="5360359"/>
                </a:cubicBezTo>
                <a:cubicBezTo>
                  <a:pt x="5954948" y="5321593"/>
                  <a:pt x="5591093" y="5261109"/>
                  <a:pt x="5231905" y="5179670"/>
                </a:cubicBezTo>
                <a:cubicBezTo>
                  <a:pt x="5223523" y="5177765"/>
                  <a:pt x="5215046" y="5176622"/>
                  <a:pt x="5206568" y="5176146"/>
                </a:cubicBezTo>
                <a:cubicBezTo>
                  <a:pt x="5057216" y="5139855"/>
                  <a:pt x="4908627" y="5100041"/>
                  <a:pt x="4761275" y="5056416"/>
                </a:cubicBezTo>
                <a:cubicBezTo>
                  <a:pt x="4602588" y="5009458"/>
                  <a:pt x="4445235" y="4958309"/>
                  <a:pt x="4289216" y="4903064"/>
                </a:cubicBezTo>
                <a:cubicBezTo>
                  <a:pt x="4211206" y="4875441"/>
                  <a:pt x="4133577" y="4846771"/>
                  <a:pt x="4056329" y="4817148"/>
                </a:cubicBezTo>
                <a:cubicBezTo>
                  <a:pt x="4044137" y="4812481"/>
                  <a:pt x="4032041" y="4807719"/>
                  <a:pt x="4019849" y="4803052"/>
                </a:cubicBezTo>
                <a:cubicBezTo>
                  <a:pt x="4011085" y="4799527"/>
                  <a:pt x="3986416" y="4789812"/>
                  <a:pt x="3981367" y="4787812"/>
                </a:cubicBezTo>
                <a:cubicBezTo>
                  <a:pt x="3944220" y="4772953"/>
                  <a:pt x="3907168" y="4757808"/>
                  <a:pt x="3870116" y="4742472"/>
                </a:cubicBezTo>
                <a:cubicBezTo>
                  <a:pt x="3566935" y="4616647"/>
                  <a:pt x="3270231" y="4475106"/>
                  <a:pt x="2981528" y="4318610"/>
                </a:cubicBezTo>
                <a:cubicBezTo>
                  <a:pt x="2692921" y="4162114"/>
                  <a:pt x="2412410" y="3990760"/>
                  <a:pt x="2141614" y="3805212"/>
                </a:cubicBezTo>
                <a:cubicBezTo>
                  <a:pt x="2073415" y="3758445"/>
                  <a:pt x="2005787" y="3710820"/>
                  <a:pt x="1938731" y="3662242"/>
                </a:cubicBezTo>
                <a:cubicBezTo>
                  <a:pt x="1933969" y="3658813"/>
                  <a:pt x="1928921" y="3655479"/>
                  <a:pt x="1924063" y="3652051"/>
                </a:cubicBezTo>
                <a:cubicBezTo>
                  <a:pt x="1922063" y="3650336"/>
                  <a:pt x="1920062" y="3648621"/>
                  <a:pt x="1918348" y="3647383"/>
                </a:cubicBezTo>
                <a:cubicBezTo>
                  <a:pt x="1901203" y="3634715"/>
                  <a:pt x="1884058" y="3621952"/>
                  <a:pt x="1866913" y="3609188"/>
                </a:cubicBezTo>
                <a:cubicBezTo>
                  <a:pt x="1852435" y="3598329"/>
                  <a:pt x="1838052" y="3587376"/>
                  <a:pt x="1823669" y="3576422"/>
                </a:cubicBezTo>
                <a:lnTo>
                  <a:pt x="1823669" y="3571850"/>
                </a:lnTo>
                <a:cubicBezTo>
                  <a:pt x="1621930" y="3402210"/>
                  <a:pt x="1436192" y="3206947"/>
                  <a:pt x="1269124" y="3006732"/>
                </a:cubicBezTo>
                <a:cubicBezTo>
                  <a:pt x="1244359" y="2977014"/>
                  <a:pt x="1220261" y="2946819"/>
                  <a:pt x="1196162" y="2916530"/>
                </a:cubicBezTo>
                <a:cubicBezTo>
                  <a:pt x="1196162" y="2916530"/>
                  <a:pt x="1196067" y="2916435"/>
                  <a:pt x="1195972" y="2916339"/>
                </a:cubicBezTo>
                <a:cubicBezTo>
                  <a:pt x="1190542" y="2909196"/>
                  <a:pt x="1185113" y="2902052"/>
                  <a:pt x="1179684" y="2894908"/>
                </a:cubicBezTo>
                <a:cubicBezTo>
                  <a:pt x="1165492" y="2875953"/>
                  <a:pt x="1151395" y="2856903"/>
                  <a:pt x="1137488" y="2837663"/>
                </a:cubicBezTo>
                <a:cubicBezTo>
                  <a:pt x="1080433" y="2758701"/>
                  <a:pt x="1026427" y="2677548"/>
                  <a:pt x="975658" y="2594490"/>
                </a:cubicBezTo>
                <a:cubicBezTo>
                  <a:pt x="905173" y="2479047"/>
                  <a:pt x="840118" y="2359889"/>
                  <a:pt x="783158" y="2237112"/>
                </a:cubicBezTo>
                <a:cubicBezTo>
                  <a:pt x="774967" y="2219490"/>
                  <a:pt x="766966" y="2201774"/>
                  <a:pt x="759155" y="2184057"/>
                </a:cubicBezTo>
                <a:cubicBezTo>
                  <a:pt x="755059" y="2174818"/>
                  <a:pt x="751059" y="2165579"/>
                  <a:pt x="747059" y="2156340"/>
                </a:cubicBezTo>
                <a:cubicBezTo>
                  <a:pt x="723817" y="2099475"/>
                  <a:pt x="701529" y="2042325"/>
                  <a:pt x="680764" y="1984509"/>
                </a:cubicBezTo>
                <a:cubicBezTo>
                  <a:pt x="625234" y="1830299"/>
                  <a:pt x="578752" y="1672755"/>
                  <a:pt x="540938" y="1513307"/>
                </a:cubicBezTo>
                <a:cubicBezTo>
                  <a:pt x="515125" y="1404627"/>
                  <a:pt x="493408" y="1294994"/>
                  <a:pt x="475787" y="1184694"/>
                </a:cubicBezTo>
                <a:cubicBezTo>
                  <a:pt x="472072" y="1161644"/>
                  <a:pt x="468167" y="1138593"/>
                  <a:pt x="464928" y="1115352"/>
                </a:cubicBezTo>
                <a:cubicBezTo>
                  <a:pt x="465023" y="1115829"/>
                  <a:pt x="464547" y="1111447"/>
                  <a:pt x="462737" y="1096969"/>
                </a:cubicBezTo>
                <a:cubicBezTo>
                  <a:pt x="460642" y="1079443"/>
                  <a:pt x="458451" y="1061917"/>
                  <a:pt x="456451" y="1044391"/>
                </a:cubicBezTo>
                <a:cubicBezTo>
                  <a:pt x="449212" y="981050"/>
                  <a:pt x="443401" y="917518"/>
                  <a:pt x="439020" y="853891"/>
                </a:cubicBezTo>
                <a:cubicBezTo>
                  <a:pt x="424161" y="641007"/>
                  <a:pt x="425113" y="427266"/>
                  <a:pt x="440925" y="214478"/>
                </a:cubicBezTo>
                <a:cubicBezTo>
                  <a:pt x="449307" y="102369"/>
                  <a:pt x="336531" y="-4788"/>
                  <a:pt x="226708" y="165"/>
                </a:cubicBezTo>
                <a:cubicBezTo>
                  <a:pt x="103454" y="5690"/>
                  <a:pt x="21349" y="94463"/>
                  <a:pt x="12395" y="214478"/>
                </a:cubicBezTo>
                <a:cubicBezTo>
                  <a:pt x="-42755" y="956666"/>
                  <a:pt x="86881" y="1712475"/>
                  <a:pt x="386251" y="2393607"/>
                </a:cubicBezTo>
                <a:cubicBezTo>
                  <a:pt x="644474" y="2981300"/>
                  <a:pt x="1073385" y="3497841"/>
                  <a:pt x="1564304" y="3907320"/>
                </a:cubicBezTo>
                <a:cubicBezTo>
                  <a:pt x="1648600" y="3977615"/>
                  <a:pt x="1735087" y="4045147"/>
                  <a:pt x="1823669" y="4109631"/>
                </a:cubicBezTo>
                <a:lnTo>
                  <a:pt x="1823669" y="4103345"/>
                </a:lnTo>
                <a:cubicBezTo>
                  <a:pt x="1888915" y="4149255"/>
                  <a:pt x="1954543" y="4194499"/>
                  <a:pt x="2020837" y="4238886"/>
                </a:cubicBezTo>
                <a:cubicBezTo>
                  <a:pt x="2573191" y="4608456"/>
                  <a:pt x="3164504" y="4919638"/>
                  <a:pt x="3781724" y="5166145"/>
                </a:cubicBezTo>
                <a:cubicBezTo>
                  <a:pt x="4194728" y="5331118"/>
                  <a:pt x="4618019" y="5465801"/>
                  <a:pt x="5047406" y="5577815"/>
                </a:cubicBezTo>
                <a:cubicBezTo>
                  <a:pt x="5709870" y="5750694"/>
                  <a:pt x="6722758" y="5830989"/>
                  <a:pt x="7183768" y="5837086"/>
                </a:cubicBezTo>
                <a:cubicBezTo>
                  <a:pt x="7848327" y="5845944"/>
                  <a:pt x="8513743" y="5785079"/>
                  <a:pt x="9165539" y="5655348"/>
                </a:cubicBezTo>
                <a:cubicBezTo>
                  <a:pt x="9544539" y="5579911"/>
                  <a:pt x="9919634" y="5482660"/>
                  <a:pt x="10287203" y="5363217"/>
                </a:cubicBezTo>
                <a:cubicBezTo>
                  <a:pt x="10394169" y="5328450"/>
                  <a:pt x="10454843" y="5188719"/>
                  <a:pt x="10410361" y="5086325"/>
                </a:cubicBezTo>
                <a:close/>
              </a:path>
            </a:pathLst>
          </a:custGeom>
          <a:gradFill>
            <a:gsLst>
              <a:gs pos="39000">
                <a:srgbClr val="EEEFFE"/>
              </a:gs>
              <a:gs pos="3000">
                <a:srgbClr val="C9CBFB">
                  <a:alpha val="37000"/>
                </a:srgbClr>
              </a:gs>
              <a:gs pos="100000">
                <a:schemeClr val="bg1">
                  <a:alpha val="52000"/>
                </a:schemeClr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5" name="Graphic 33">
            <a:extLst>
              <a:ext uri="{FF2B5EF4-FFF2-40B4-BE49-F238E27FC236}">
                <a16:creationId xmlns:a16="http://schemas.microsoft.com/office/drawing/2014/main" id="{5351C979-AE44-F0E5-15AF-41E134FA89E8}"/>
              </a:ext>
            </a:extLst>
          </p:cNvPr>
          <p:cNvSpPr/>
          <p:nvPr/>
        </p:nvSpPr>
        <p:spPr>
          <a:xfrm rot="2604343" flipV="1">
            <a:off x="-1243767" y="6054722"/>
            <a:ext cx="4210198" cy="2591524"/>
          </a:xfrm>
          <a:custGeom>
            <a:avLst/>
            <a:gdLst>
              <a:gd name="connsiteX0" fmla="*/ 3984 w 4210198"/>
              <a:gd name="connsiteY0" fmla="*/ 271685 h 2591524"/>
              <a:gd name="connsiteX1" fmla="*/ 1038970 w 4210198"/>
              <a:gd name="connsiteY1" fmla="*/ 2006568 h 2591524"/>
              <a:gd name="connsiteX2" fmla="*/ 3089417 w 4210198"/>
              <a:gd name="connsiteY2" fmla="*/ 2580926 h 2591524"/>
              <a:gd name="connsiteX3" fmla="*/ 4052680 w 4210198"/>
              <a:gd name="connsiteY3" fmla="*/ 2355755 h 2591524"/>
              <a:gd name="connsiteX4" fmla="*/ 4180791 w 4210198"/>
              <a:gd name="connsiteY4" fmla="*/ 2257266 h 2591524"/>
              <a:gd name="connsiteX5" fmla="*/ 4202413 w 4210198"/>
              <a:gd name="connsiteY5" fmla="*/ 2092103 h 2591524"/>
              <a:gd name="connsiteX6" fmla="*/ 3938761 w 4210198"/>
              <a:gd name="connsiteY6" fmla="*/ 1942465 h 2591524"/>
              <a:gd name="connsiteX7" fmla="*/ 3636152 w 4210198"/>
              <a:gd name="connsiteY7" fmla="*/ 2047335 h 2591524"/>
              <a:gd name="connsiteX8" fmla="*/ 3432698 w 4210198"/>
              <a:gd name="connsiteY8" fmla="*/ 2099152 h 2591524"/>
              <a:gd name="connsiteX9" fmla="*/ 3318874 w 4210198"/>
              <a:gd name="connsiteY9" fmla="*/ 2121916 h 2591524"/>
              <a:gd name="connsiteX10" fmla="*/ 3259153 w 4210198"/>
              <a:gd name="connsiteY10" fmla="*/ 2132108 h 2591524"/>
              <a:gd name="connsiteX11" fmla="*/ 3225148 w 4210198"/>
              <a:gd name="connsiteY11" fmla="*/ 2137347 h 2591524"/>
              <a:gd name="connsiteX12" fmla="*/ 3211432 w 4210198"/>
              <a:gd name="connsiteY12" fmla="*/ 2139347 h 2591524"/>
              <a:gd name="connsiteX13" fmla="*/ 3226672 w 4210198"/>
              <a:gd name="connsiteY13" fmla="*/ 2137442 h 2591524"/>
              <a:gd name="connsiteX14" fmla="*/ 3169808 w 4210198"/>
              <a:gd name="connsiteY14" fmla="*/ 2144300 h 2591524"/>
              <a:gd name="connsiteX15" fmla="*/ 3104276 w 4210198"/>
              <a:gd name="connsiteY15" fmla="*/ 2150872 h 2591524"/>
              <a:gd name="connsiteX16" fmla="*/ 2960829 w 4210198"/>
              <a:gd name="connsiteY16" fmla="*/ 2160207 h 2591524"/>
              <a:gd name="connsiteX17" fmla="*/ 2663173 w 4210198"/>
              <a:gd name="connsiteY17" fmla="*/ 2157159 h 2591524"/>
              <a:gd name="connsiteX18" fmla="*/ 2519250 w 4210198"/>
              <a:gd name="connsiteY18" fmla="*/ 2144586 h 2591524"/>
              <a:gd name="connsiteX19" fmla="*/ 2495914 w 4210198"/>
              <a:gd name="connsiteY19" fmla="*/ 2142014 h 2591524"/>
              <a:gd name="connsiteX20" fmla="*/ 2472197 w 4210198"/>
              <a:gd name="connsiteY20" fmla="*/ 2138490 h 2591524"/>
              <a:gd name="connsiteX21" fmla="*/ 2384091 w 4210198"/>
              <a:gd name="connsiteY21" fmla="*/ 2123726 h 2591524"/>
              <a:gd name="connsiteX22" fmla="*/ 2128535 w 4210198"/>
              <a:gd name="connsiteY22" fmla="*/ 2064385 h 2591524"/>
              <a:gd name="connsiteX23" fmla="*/ 1790112 w 4210198"/>
              <a:gd name="connsiteY23" fmla="*/ 1950943 h 2591524"/>
              <a:gd name="connsiteX24" fmla="*/ 1768109 w 4210198"/>
              <a:gd name="connsiteY24" fmla="*/ 1941798 h 2591524"/>
              <a:gd name="connsiteX25" fmla="*/ 1780015 w 4210198"/>
              <a:gd name="connsiteY25" fmla="*/ 1946561 h 2591524"/>
              <a:gd name="connsiteX26" fmla="*/ 1728294 w 4210198"/>
              <a:gd name="connsiteY26" fmla="*/ 1923225 h 2591524"/>
              <a:gd name="connsiteX27" fmla="*/ 1621233 w 4210198"/>
              <a:gd name="connsiteY27" fmla="*/ 1870456 h 2591524"/>
              <a:gd name="connsiteX28" fmla="*/ 1383775 w 4210198"/>
              <a:gd name="connsiteY28" fmla="*/ 1729010 h 2591524"/>
              <a:gd name="connsiteX29" fmla="*/ 1274714 w 4210198"/>
              <a:gd name="connsiteY29" fmla="*/ 1651000 h 2591524"/>
              <a:gd name="connsiteX30" fmla="*/ 1272999 w 4210198"/>
              <a:gd name="connsiteY30" fmla="*/ 1649476 h 2591524"/>
              <a:gd name="connsiteX31" fmla="*/ 1247282 w 4210198"/>
              <a:gd name="connsiteY31" fmla="*/ 1628712 h 2591524"/>
              <a:gd name="connsiteX32" fmla="*/ 1182988 w 4210198"/>
              <a:gd name="connsiteY32" fmla="*/ 1574133 h 2591524"/>
              <a:gd name="connsiteX33" fmla="*/ 957341 w 4210198"/>
              <a:gd name="connsiteY33" fmla="*/ 1348105 h 2591524"/>
              <a:gd name="connsiteX34" fmla="*/ 868568 w 4210198"/>
              <a:gd name="connsiteY34" fmla="*/ 1240758 h 2591524"/>
              <a:gd name="connsiteX35" fmla="*/ 868282 w 4210198"/>
              <a:gd name="connsiteY35" fmla="*/ 1239711 h 2591524"/>
              <a:gd name="connsiteX36" fmla="*/ 845041 w 4210198"/>
              <a:gd name="connsiteY36" fmla="*/ 1207897 h 2591524"/>
              <a:gd name="connsiteX37" fmla="*/ 800845 w 4210198"/>
              <a:gd name="connsiteY37" fmla="*/ 1144270 h 2591524"/>
              <a:gd name="connsiteX38" fmla="*/ 665400 w 4210198"/>
              <a:gd name="connsiteY38" fmla="*/ 917575 h 2591524"/>
              <a:gd name="connsiteX39" fmla="*/ 602154 w 4210198"/>
              <a:gd name="connsiteY39" fmla="*/ 789178 h 2591524"/>
              <a:gd name="connsiteX40" fmla="*/ 575769 w 4210198"/>
              <a:gd name="connsiteY40" fmla="*/ 729552 h 2591524"/>
              <a:gd name="connsiteX41" fmla="*/ 580246 w 4210198"/>
              <a:gd name="connsiteY41" fmla="*/ 739743 h 2591524"/>
              <a:gd name="connsiteX42" fmla="*/ 566435 w 4210198"/>
              <a:gd name="connsiteY42" fmla="*/ 705168 h 2591524"/>
              <a:gd name="connsiteX43" fmla="*/ 492426 w 4210198"/>
              <a:gd name="connsiteY43" fmla="*/ 489331 h 2591524"/>
              <a:gd name="connsiteX44" fmla="*/ 417654 w 4210198"/>
              <a:gd name="connsiteY44" fmla="*/ 157480 h 2591524"/>
              <a:gd name="connsiteX45" fmla="*/ 153621 w 4210198"/>
              <a:gd name="connsiteY45" fmla="*/ 8033 h 2591524"/>
              <a:gd name="connsiteX46" fmla="*/ 3984 w 4210198"/>
              <a:gd name="connsiteY46" fmla="*/ 271685 h 2591524"/>
              <a:gd name="connsiteX47" fmla="*/ 3984 w 4210198"/>
              <a:gd name="connsiteY47" fmla="*/ 271685 h 2591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210198" h="2591524">
                <a:moveTo>
                  <a:pt x="3984" y="271685"/>
                </a:moveTo>
                <a:cubicBezTo>
                  <a:pt x="112378" y="957675"/>
                  <a:pt x="488806" y="1584516"/>
                  <a:pt x="1038970" y="2006568"/>
                </a:cubicBezTo>
                <a:cubicBezTo>
                  <a:pt x="1609518" y="2444242"/>
                  <a:pt x="2377709" y="2641124"/>
                  <a:pt x="3089417" y="2580926"/>
                </a:cubicBezTo>
                <a:cubicBezTo>
                  <a:pt x="3419744" y="2553018"/>
                  <a:pt x="3745118" y="2479961"/>
                  <a:pt x="4052680" y="2355755"/>
                </a:cubicBezTo>
                <a:cubicBezTo>
                  <a:pt x="4106496" y="2334038"/>
                  <a:pt x="4150312" y="2309273"/>
                  <a:pt x="4180791" y="2257266"/>
                </a:cubicBezTo>
                <a:cubicBezTo>
                  <a:pt x="4207652" y="2211356"/>
                  <a:pt x="4219082" y="2143633"/>
                  <a:pt x="4202413" y="2092103"/>
                </a:cubicBezTo>
                <a:cubicBezTo>
                  <a:pt x="4170028" y="1991995"/>
                  <a:pt x="4050108" y="1897507"/>
                  <a:pt x="3938761" y="1942465"/>
                </a:cubicBezTo>
                <a:cubicBezTo>
                  <a:pt x="3839701" y="1982470"/>
                  <a:pt x="3738736" y="2017522"/>
                  <a:pt x="3636152" y="2047335"/>
                </a:cubicBezTo>
                <a:cubicBezTo>
                  <a:pt x="3568905" y="2066862"/>
                  <a:pt x="3500992" y="2084197"/>
                  <a:pt x="3432698" y="2099152"/>
                </a:cubicBezTo>
                <a:cubicBezTo>
                  <a:pt x="3394884" y="2107438"/>
                  <a:pt x="3356974" y="2115058"/>
                  <a:pt x="3318874" y="2121916"/>
                </a:cubicBezTo>
                <a:cubicBezTo>
                  <a:pt x="3298967" y="2125536"/>
                  <a:pt x="3279060" y="2128870"/>
                  <a:pt x="3259153" y="2132108"/>
                </a:cubicBezTo>
                <a:cubicBezTo>
                  <a:pt x="3247818" y="2133918"/>
                  <a:pt x="3236483" y="2135728"/>
                  <a:pt x="3225148" y="2137347"/>
                </a:cubicBezTo>
                <a:lnTo>
                  <a:pt x="3211432" y="2139347"/>
                </a:lnTo>
                <a:cubicBezTo>
                  <a:pt x="3187905" y="2142681"/>
                  <a:pt x="3193049" y="2142014"/>
                  <a:pt x="3226672" y="2137442"/>
                </a:cubicBezTo>
                <a:cubicBezTo>
                  <a:pt x="3210480" y="2133918"/>
                  <a:pt x="3186572" y="2142490"/>
                  <a:pt x="3169808" y="2144300"/>
                </a:cubicBezTo>
                <a:cubicBezTo>
                  <a:pt x="3147996" y="2146777"/>
                  <a:pt x="3126183" y="2148967"/>
                  <a:pt x="3104276" y="2150872"/>
                </a:cubicBezTo>
                <a:cubicBezTo>
                  <a:pt x="3056556" y="2155158"/>
                  <a:pt x="3008740" y="2158302"/>
                  <a:pt x="2960829" y="2160207"/>
                </a:cubicBezTo>
                <a:cubicBezTo>
                  <a:pt x="2861674" y="2164303"/>
                  <a:pt x="2762233" y="2163350"/>
                  <a:pt x="2663173" y="2157159"/>
                </a:cubicBezTo>
                <a:cubicBezTo>
                  <a:pt x="2615072" y="2154206"/>
                  <a:pt x="2567066" y="2150015"/>
                  <a:pt x="2519250" y="2144586"/>
                </a:cubicBezTo>
                <a:cubicBezTo>
                  <a:pt x="2517917" y="2144395"/>
                  <a:pt x="2461338" y="2137823"/>
                  <a:pt x="2495914" y="2142014"/>
                </a:cubicBezTo>
                <a:cubicBezTo>
                  <a:pt x="2530490" y="2146205"/>
                  <a:pt x="2473340" y="2138680"/>
                  <a:pt x="2472197" y="2138490"/>
                </a:cubicBezTo>
                <a:cubicBezTo>
                  <a:pt x="2442765" y="2134013"/>
                  <a:pt x="2413428" y="2129155"/>
                  <a:pt x="2384091" y="2123726"/>
                </a:cubicBezTo>
                <a:cubicBezTo>
                  <a:pt x="2297985" y="2107915"/>
                  <a:pt x="2212926" y="2087531"/>
                  <a:pt x="2128535" y="2064385"/>
                </a:cubicBezTo>
                <a:cubicBezTo>
                  <a:pt x="2013663" y="2032857"/>
                  <a:pt x="1900411" y="1995996"/>
                  <a:pt x="1790112" y="1950943"/>
                </a:cubicBezTo>
                <a:cubicBezTo>
                  <a:pt x="1782777" y="1947990"/>
                  <a:pt x="1775443" y="1944656"/>
                  <a:pt x="1768109" y="1941798"/>
                </a:cubicBezTo>
                <a:cubicBezTo>
                  <a:pt x="1824783" y="1963325"/>
                  <a:pt x="1793922" y="1952752"/>
                  <a:pt x="1780015" y="1946561"/>
                </a:cubicBezTo>
                <a:cubicBezTo>
                  <a:pt x="1762775" y="1938846"/>
                  <a:pt x="1745439" y="1931226"/>
                  <a:pt x="1728294" y="1923225"/>
                </a:cubicBezTo>
                <a:cubicBezTo>
                  <a:pt x="1692195" y="1906461"/>
                  <a:pt x="1656476" y="1888839"/>
                  <a:pt x="1621233" y="1870456"/>
                </a:cubicBezTo>
                <a:cubicBezTo>
                  <a:pt x="1539509" y="1827784"/>
                  <a:pt x="1460166" y="1780540"/>
                  <a:pt x="1383775" y="1729010"/>
                </a:cubicBezTo>
                <a:cubicBezTo>
                  <a:pt x="1346628" y="1703959"/>
                  <a:pt x="1310718" y="1677480"/>
                  <a:pt x="1274714" y="1651000"/>
                </a:cubicBezTo>
                <a:cubicBezTo>
                  <a:pt x="1247853" y="1631188"/>
                  <a:pt x="1314433" y="1683480"/>
                  <a:pt x="1272999" y="1649476"/>
                </a:cubicBezTo>
                <a:cubicBezTo>
                  <a:pt x="1264427" y="1642523"/>
                  <a:pt x="1255759" y="1635665"/>
                  <a:pt x="1247282" y="1628712"/>
                </a:cubicBezTo>
                <a:cubicBezTo>
                  <a:pt x="1225565" y="1610900"/>
                  <a:pt x="1204134" y="1592707"/>
                  <a:pt x="1182988" y="1574133"/>
                </a:cubicBezTo>
                <a:cubicBezTo>
                  <a:pt x="1102978" y="1503839"/>
                  <a:pt x="1027540" y="1428306"/>
                  <a:pt x="957341" y="1348105"/>
                </a:cubicBezTo>
                <a:cubicBezTo>
                  <a:pt x="926956" y="1313339"/>
                  <a:pt x="895809" y="1278096"/>
                  <a:pt x="868568" y="1240758"/>
                </a:cubicBezTo>
                <a:cubicBezTo>
                  <a:pt x="897429" y="1280287"/>
                  <a:pt x="875616" y="1249521"/>
                  <a:pt x="868282" y="1239711"/>
                </a:cubicBezTo>
                <a:cubicBezTo>
                  <a:pt x="860472" y="1229138"/>
                  <a:pt x="852661" y="1218565"/>
                  <a:pt x="845041" y="1207897"/>
                </a:cubicBezTo>
                <a:cubicBezTo>
                  <a:pt x="829992" y="1186942"/>
                  <a:pt x="815228" y="1165701"/>
                  <a:pt x="800845" y="1144270"/>
                </a:cubicBezTo>
                <a:cubicBezTo>
                  <a:pt x="751696" y="1071213"/>
                  <a:pt x="706548" y="995490"/>
                  <a:pt x="665400" y="917575"/>
                </a:cubicBezTo>
                <a:cubicBezTo>
                  <a:pt x="643111" y="875379"/>
                  <a:pt x="622061" y="832517"/>
                  <a:pt x="602154" y="789178"/>
                </a:cubicBezTo>
                <a:cubicBezTo>
                  <a:pt x="593105" y="769461"/>
                  <a:pt x="584437" y="749459"/>
                  <a:pt x="575769" y="729552"/>
                </a:cubicBezTo>
                <a:cubicBezTo>
                  <a:pt x="563768" y="702024"/>
                  <a:pt x="596439" y="780891"/>
                  <a:pt x="580246" y="739743"/>
                </a:cubicBezTo>
                <a:cubicBezTo>
                  <a:pt x="575674" y="728218"/>
                  <a:pt x="570912" y="716693"/>
                  <a:pt x="566435" y="705168"/>
                </a:cubicBezTo>
                <a:cubicBezTo>
                  <a:pt x="538717" y="634302"/>
                  <a:pt x="513952" y="562293"/>
                  <a:pt x="492426" y="489331"/>
                </a:cubicBezTo>
                <a:cubicBezTo>
                  <a:pt x="460326" y="380460"/>
                  <a:pt x="435371" y="269589"/>
                  <a:pt x="417654" y="157480"/>
                </a:cubicBezTo>
                <a:cubicBezTo>
                  <a:pt x="399747" y="46704"/>
                  <a:pt x="255158" y="-24828"/>
                  <a:pt x="153621" y="8033"/>
                </a:cubicBezTo>
                <a:cubicBezTo>
                  <a:pt x="32940" y="47085"/>
                  <a:pt x="-14876" y="152718"/>
                  <a:pt x="3984" y="271685"/>
                </a:cubicBezTo>
                <a:lnTo>
                  <a:pt x="3984" y="271685"/>
                </a:lnTo>
                <a:close/>
              </a:path>
            </a:pathLst>
          </a:custGeom>
          <a:gradFill>
            <a:gsLst>
              <a:gs pos="65000">
                <a:srgbClr val="C9CBFB"/>
              </a:gs>
              <a:gs pos="0">
                <a:schemeClr val="bg1">
                  <a:alpha val="40000"/>
                </a:schemeClr>
              </a:gs>
              <a:gs pos="100000">
                <a:srgbClr val="C9CBFB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879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7F5818E-721F-F32D-CEC9-FBEABC08DBC0}"/>
              </a:ext>
            </a:extLst>
          </p:cNvPr>
          <p:cNvSpPr/>
          <p:nvPr/>
        </p:nvSpPr>
        <p:spPr>
          <a:xfrm rot="16200000">
            <a:off x="-5575" y="542107"/>
            <a:ext cx="6200292" cy="5635347"/>
          </a:xfrm>
          <a:prstGeom prst="roundRect">
            <a:avLst>
              <a:gd name="adj" fmla="val 2355"/>
            </a:avLst>
          </a:prstGeom>
          <a:solidFill>
            <a:srgbClr val="C9CBF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8" name="Rectangle: Rounded Corners 7">
            <a:extLst>
              <a:ext uri="{FF2B5EF4-FFF2-40B4-BE49-F238E27FC236}">
                <a16:creationId xmlns:a16="http://schemas.microsoft.com/office/drawing/2014/main" id="{439E1946-97B1-51C5-9413-B60494FD957F}"/>
              </a:ext>
            </a:extLst>
          </p:cNvPr>
          <p:cNvSpPr/>
          <p:nvPr/>
        </p:nvSpPr>
        <p:spPr>
          <a:xfrm>
            <a:off x="3108570" y="2834967"/>
            <a:ext cx="2569464" cy="730126"/>
          </a:xfrm>
          <a:prstGeom prst="roundRect">
            <a:avLst>
              <a:gd name="adj" fmla="val 2190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9" name="Rectangle: Rounded Corners 7">
            <a:extLst>
              <a:ext uri="{FF2B5EF4-FFF2-40B4-BE49-F238E27FC236}">
                <a16:creationId xmlns:a16="http://schemas.microsoft.com/office/drawing/2014/main" id="{3184C966-A765-12B4-C13E-645E553124CF}"/>
              </a:ext>
            </a:extLst>
          </p:cNvPr>
          <p:cNvSpPr/>
          <p:nvPr/>
        </p:nvSpPr>
        <p:spPr>
          <a:xfrm>
            <a:off x="3108570" y="2017565"/>
            <a:ext cx="2569464" cy="720000"/>
          </a:xfrm>
          <a:prstGeom prst="roundRect">
            <a:avLst>
              <a:gd name="adj" fmla="val 2190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0" name="Rectangle: Rounded Corners 7">
            <a:extLst>
              <a:ext uri="{FF2B5EF4-FFF2-40B4-BE49-F238E27FC236}">
                <a16:creationId xmlns:a16="http://schemas.microsoft.com/office/drawing/2014/main" id="{1808DE10-0409-B788-81EF-B5BB8F9D0139}"/>
              </a:ext>
            </a:extLst>
          </p:cNvPr>
          <p:cNvSpPr/>
          <p:nvPr/>
        </p:nvSpPr>
        <p:spPr>
          <a:xfrm>
            <a:off x="404025" y="2834967"/>
            <a:ext cx="2569464" cy="730126"/>
          </a:xfrm>
          <a:prstGeom prst="roundRect">
            <a:avLst>
              <a:gd name="adj" fmla="val 2190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1" name="Rectangle: Rounded Corners 7">
            <a:extLst>
              <a:ext uri="{FF2B5EF4-FFF2-40B4-BE49-F238E27FC236}">
                <a16:creationId xmlns:a16="http://schemas.microsoft.com/office/drawing/2014/main" id="{DE674DAC-8219-6973-2FC4-0AF19F926BBC}"/>
              </a:ext>
            </a:extLst>
          </p:cNvPr>
          <p:cNvSpPr/>
          <p:nvPr/>
        </p:nvSpPr>
        <p:spPr>
          <a:xfrm>
            <a:off x="406923" y="2017565"/>
            <a:ext cx="2569464" cy="720000"/>
          </a:xfrm>
          <a:prstGeom prst="roundRect">
            <a:avLst>
              <a:gd name="adj" fmla="val 2190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: Rounded Corners 7">
            <a:extLst>
              <a:ext uri="{FF2B5EF4-FFF2-40B4-BE49-F238E27FC236}">
                <a16:creationId xmlns:a16="http://schemas.microsoft.com/office/drawing/2014/main" id="{183D724D-5183-1486-38E4-D511A71F0529}"/>
              </a:ext>
            </a:extLst>
          </p:cNvPr>
          <p:cNvSpPr/>
          <p:nvPr/>
        </p:nvSpPr>
        <p:spPr>
          <a:xfrm>
            <a:off x="3108570" y="5651598"/>
            <a:ext cx="2569464" cy="730126"/>
          </a:xfrm>
          <a:prstGeom prst="roundRect">
            <a:avLst>
              <a:gd name="adj" fmla="val 2190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: Rounded Corners 7">
            <a:extLst>
              <a:ext uri="{FF2B5EF4-FFF2-40B4-BE49-F238E27FC236}">
                <a16:creationId xmlns:a16="http://schemas.microsoft.com/office/drawing/2014/main" id="{971ED5E5-09C3-A5AE-F5D6-5BC579A342FA}"/>
              </a:ext>
            </a:extLst>
          </p:cNvPr>
          <p:cNvSpPr/>
          <p:nvPr/>
        </p:nvSpPr>
        <p:spPr>
          <a:xfrm>
            <a:off x="3108570" y="4834196"/>
            <a:ext cx="2569464" cy="720000"/>
          </a:xfrm>
          <a:prstGeom prst="roundRect">
            <a:avLst>
              <a:gd name="adj" fmla="val 2190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ectangle: Rounded Corners 7">
            <a:extLst>
              <a:ext uri="{FF2B5EF4-FFF2-40B4-BE49-F238E27FC236}">
                <a16:creationId xmlns:a16="http://schemas.microsoft.com/office/drawing/2014/main" id="{CBFFBA82-FF01-F205-7806-C7661AF86BCA}"/>
              </a:ext>
            </a:extLst>
          </p:cNvPr>
          <p:cNvSpPr/>
          <p:nvPr/>
        </p:nvSpPr>
        <p:spPr>
          <a:xfrm>
            <a:off x="404025" y="5651598"/>
            <a:ext cx="2569464" cy="730126"/>
          </a:xfrm>
          <a:prstGeom prst="roundRect">
            <a:avLst>
              <a:gd name="adj" fmla="val 2190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: Rounded Corners 7">
            <a:extLst>
              <a:ext uri="{FF2B5EF4-FFF2-40B4-BE49-F238E27FC236}">
                <a16:creationId xmlns:a16="http://schemas.microsoft.com/office/drawing/2014/main" id="{7AC4398B-0B9A-E1C2-E1E8-001CAD232636}"/>
              </a:ext>
            </a:extLst>
          </p:cNvPr>
          <p:cNvSpPr/>
          <p:nvPr/>
        </p:nvSpPr>
        <p:spPr>
          <a:xfrm>
            <a:off x="406923" y="4834196"/>
            <a:ext cx="2569464" cy="720000"/>
          </a:xfrm>
          <a:prstGeom prst="roundRect">
            <a:avLst>
              <a:gd name="adj" fmla="val 2190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7AD98F-B90C-DD58-5FC3-01771B8893EC}"/>
              </a:ext>
            </a:extLst>
          </p:cNvPr>
          <p:cNvSpPr txBox="1"/>
          <p:nvPr/>
        </p:nvSpPr>
        <p:spPr>
          <a:xfrm>
            <a:off x="328011" y="630434"/>
            <a:ext cx="58160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latin typeface="Poppins Light" panose="00000400000000000000" pitchFamily="2" charset="0"/>
                <a:cs typeface="Poppins Light" panose="00000400000000000000" pitchFamily="2" charset="0"/>
              </a:rPr>
              <a:t>Millions of dollars &amp; years of effort by hundreds of dedicated resources invested in building our own IP in both tech and content.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AF6164-781E-8E6E-0151-721061D4F5AE}"/>
              </a:ext>
            </a:extLst>
          </p:cNvPr>
          <p:cNvSpPr/>
          <p:nvPr/>
        </p:nvSpPr>
        <p:spPr>
          <a:xfrm>
            <a:off x="347061" y="259640"/>
            <a:ext cx="4491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>
                <a:solidFill>
                  <a:srgbClr val="474BFF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IP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024C3D-57ED-8F14-56B0-876352978403}"/>
              </a:ext>
            </a:extLst>
          </p:cNvPr>
          <p:cNvSpPr txBox="1"/>
          <p:nvPr/>
        </p:nvSpPr>
        <p:spPr>
          <a:xfrm>
            <a:off x="347061" y="1515432"/>
            <a:ext cx="5638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259F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In-house built, full-stack,</a:t>
            </a:r>
            <a:r>
              <a:rPr lang="en-US" sz="1200" dirty="0">
                <a:latin typeface="Poppins Light" panose="00000400000000000000" pitchFamily="2" charset="0"/>
                <a:cs typeface="Poppins Light" panose="00000400000000000000" pitchFamily="2" charset="0"/>
              </a:rPr>
              <a:t> </a:t>
            </a:r>
            <a:r>
              <a:rPr lang="en-US" sz="1200" dirty="0">
                <a:solidFill>
                  <a:srgbClr val="464AE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stable</a:t>
            </a:r>
            <a:r>
              <a:rPr lang="en-US" sz="1200" baseline="30000" dirty="0">
                <a:solidFill>
                  <a:srgbClr val="464AE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 </a:t>
            </a:r>
            <a:r>
              <a:rPr lang="en-US" sz="1200" dirty="0">
                <a:solidFill>
                  <a:srgbClr val="5259F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education operating system that includes platform, content frameworks, apps and more.</a:t>
            </a:r>
            <a:endParaRPr lang="en-IN" sz="1200" dirty="0">
              <a:solidFill>
                <a:srgbClr val="5259F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3BAB72-DA36-6D58-086C-1828019FFE30}"/>
              </a:ext>
            </a:extLst>
          </p:cNvPr>
          <p:cNvSpPr/>
          <p:nvPr/>
        </p:nvSpPr>
        <p:spPr>
          <a:xfrm>
            <a:off x="347061" y="1169077"/>
            <a:ext cx="901209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200" dirty="0">
                <a:solidFill>
                  <a:srgbClr val="474BFF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Tech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F4B49D-C7B6-6E41-A5AA-419F4201667E}"/>
              </a:ext>
            </a:extLst>
          </p:cNvPr>
          <p:cNvSpPr/>
          <p:nvPr/>
        </p:nvSpPr>
        <p:spPr>
          <a:xfrm>
            <a:off x="347061" y="3730564"/>
            <a:ext cx="20084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474BFF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Content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470CAD-0A7D-9534-0256-D0BD5201271C}"/>
              </a:ext>
            </a:extLst>
          </p:cNvPr>
          <p:cNvSpPr txBox="1"/>
          <p:nvPr/>
        </p:nvSpPr>
        <p:spPr>
          <a:xfrm>
            <a:off x="347061" y="4091459"/>
            <a:ext cx="5635346" cy="694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rgbClr val="5259F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Our proprietary pedagogy is created to elevate student learning outcomes. Our learning design is meticulously tailored to meet the diverse needs of K-12 learners to equip them with 21st century skills.</a:t>
            </a:r>
            <a:endParaRPr lang="en-IN" sz="1200" dirty="0">
              <a:solidFill>
                <a:srgbClr val="5259F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A9885A-7D07-72F3-05C7-FD862980669D}"/>
              </a:ext>
            </a:extLst>
          </p:cNvPr>
          <p:cNvSpPr txBox="1"/>
          <p:nvPr/>
        </p:nvSpPr>
        <p:spPr>
          <a:xfrm>
            <a:off x="417537" y="2084720"/>
            <a:ext cx="2375712" cy="593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000" dirty="0">
                <a:latin typeface="Poppins Light" panose="00000400000000000000" pitchFamily="2" charset="0"/>
                <a:cs typeface="Poppins Light" panose="00000400000000000000" pitchFamily="2" charset="0"/>
              </a:rPr>
              <a:t>Simple and effective delivery systems to sync with customer </a:t>
            </a:r>
          </a:p>
          <a:p>
            <a:pPr>
              <a:lnSpc>
                <a:spcPct val="110000"/>
              </a:lnSpc>
            </a:pPr>
            <a:r>
              <a:rPr lang="en-US" sz="1000" dirty="0">
                <a:latin typeface="Poppins Light" panose="00000400000000000000" pitchFamily="2" charset="0"/>
                <a:cs typeface="Poppins Light" panose="00000400000000000000" pitchFamily="2" charset="0"/>
              </a:rPr>
              <a:t>adoption and success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7A2451-C709-0F95-3AE9-9193D97E7C12}"/>
              </a:ext>
            </a:extLst>
          </p:cNvPr>
          <p:cNvSpPr txBox="1"/>
          <p:nvPr/>
        </p:nvSpPr>
        <p:spPr>
          <a:xfrm>
            <a:off x="417536" y="2886634"/>
            <a:ext cx="2445128" cy="593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000" dirty="0">
                <a:latin typeface="Poppins Light" panose="00000400000000000000" pitchFamily="2" charset="0"/>
                <a:cs typeface="Poppins Light" panose="00000400000000000000" pitchFamily="2" charset="0"/>
              </a:rPr>
              <a:t>Futuristic approach adopting engineering-driven modular systems for faster scale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5E9CA4-03C2-10F5-3E54-F638C4CDF82F}"/>
              </a:ext>
            </a:extLst>
          </p:cNvPr>
          <p:cNvSpPr txBox="1"/>
          <p:nvPr/>
        </p:nvSpPr>
        <p:spPr>
          <a:xfrm>
            <a:off x="3112180" y="2886634"/>
            <a:ext cx="2386973" cy="593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000" dirty="0">
                <a:latin typeface="Poppins Light" panose="00000400000000000000" pitchFamily="2" charset="0"/>
                <a:cs typeface="Poppins Light" panose="00000400000000000000" pitchFamily="2" charset="0"/>
              </a:rPr>
              <a:t>Robust and integrated </a:t>
            </a:r>
            <a:br>
              <a:rPr lang="en-US" sz="1000" dirty="0"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1000" dirty="0">
                <a:latin typeface="Poppins Light" panose="00000400000000000000" pitchFamily="2" charset="0"/>
                <a:cs typeface="Poppins Light" panose="00000400000000000000" pitchFamily="2" charset="0"/>
              </a:rPr>
              <a:t>end-to-end platform and app ecosystem</a:t>
            </a:r>
            <a:endParaRPr lang="en-IN" sz="10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5B471C-2189-BC92-C1EC-3642D01A468B}"/>
              </a:ext>
            </a:extLst>
          </p:cNvPr>
          <p:cNvSpPr txBox="1"/>
          <p:nvPr/>
        </p:nvSpPr>
        <p:spPr>
          <a:xfrm>
            <a:off x="3113222" y="5706753"/>
            <a:ext cx="2547957" cy="59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000" dirty="0">
                <a:latin typeface="Poppins Light" panose="00000400000000000000" pitchFamily="2" charset="0"/>
                <a:cs typeface="Poppins Light" panose="00000400000000000000" pitchFamily="2" charset="0"/>
              </a:rPr>
              <a:t>Immersive, multimedia-rich interactive books featuring digital elements and resources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CDE0FDF-DBC1-22EC-B0C4-2F596E9CE434}"/>
              </a:ext>
            </a:extLst>
          </p:cNvPr>
          <p:cNvSpPr txBox="1"/>
          <p:nvPr/>
        </p:nvSpPr>
        <p:spPr>
          <a:xfrm>
            <a:off x="3110744" y="4901062"/>
            <a:ext cx="2810864" cy="593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000" dirty="0">
                <a:latin typeface="Poppins Light" panose="00000400000000000000" pitchFamily="2" charset="0"/>
                <a:cs typeface="Poppins Light" panose="00000400000000000000" pitchFamily="2" charset="0"/>
              </a:rPr>
              <a:t>Curriculum-led, blended offering integrating print and digital resources, lesson plans and assessments 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2CFAC3BC-4298-6A8D-0BD2-F380B722FAC4}"/>
              </a:ext>
            </a:extLst>
          </p:cNvPr>
          <p:cNvSpPr txBox="1"/>
          <p:nvPr/>
        </p:nvSpPr>
        <p:spPr>
          <a:xfrm>
            <a:off x="417537" y="5706753"/>
            <a:ext cx="2513168" cy="593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000" dirty="0">
                <a:latin typeface="Poppins Light" panose="00000400000000000000" pitchFamily="2" charset="0"/>
                <a:cs typeface="Poppins Light" panose="00000400000000000000" pitchFamily="2" charset="0"/>
              </a:rPr>
              <a:t>100% aligned with local and regional curricula created to meet specific educational needs</a:t>
            </a: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C1A8788E-DD20-A393-B814-65B799F7907B}"/>
              </a:ext>
            </a:extLst>
          </p:cNvPr>
          <p:cNvSpPr txBox="1"/>
          <p:nvPr/>
        </p:nvSpPr>
        <p:spPr>
          <a:xfrm>
            <a:off x="417537" y="4877642"/>
            <a:ext cx="2669680" cy="593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000" dirty="0">
                <a:latin typeface="Poppins Light" panose="00000400000000000000" pitchFamily="2" charset="0"/>
                <a:cs typeface="Poppins Light" panose="00000400000000000000" pitchFamily="2" charset="0"/>
              </a:rPr>
              <a:t>Learning outcomes driven innovative teaching methodologies for holistic and multidisciplinary learning</a:t>
            </a:r>
          </a:p>
        </p:txBody>
      </p:sp>
      <p:sp>
        <p:nvSpPr>
          <p:cNvPr id="9" name="Freeform: Shape 279">
            <a:extLst>
              <a:ext uri="{FF2B5EF4-FFF2-40B4-BE49-F238E27FC236}">
                <a16:creationId xmlns:a16="http://schemas.microsoft.com/office/drawing/2014/main" id="{E93573DB-4EAD-0A83-0F4B-F4FDE60E619F}"/>
              </a:ext>
            </a:extLst>
          </p:cNvPr>
          <p:cNvSpPr/>
          <p:nvPr/>
        </p:nvSpPr>
        <p:spPr>
          <a:xfrm rot="1099147">
            <a:off x="10111958" y="5517704"/>
            <a:ext cx="1862118" cy="1162269"/>
          </a:xfrm>
          <a:custGeom>
            <a:avLst/>
            <a:gdLst>
              <a:gd name="connsiteX0" fmla="*/ 0 w 1283398"/>
              <a:gd name="connsiteY0" fmla="*/ 876300 h 1106614"/>
              <a:gd name="connsiteX1" fmla="*/ 217075 w 1283398"/>
              <a:gd name="connsiteY1" fmla="*/ 1106614 h 1106614"/>
              <a:gd name="connsiteX2" fmla="*/ 1283399 w 1283398"/>
              <a:gd name="connsiteY2" fmla="*/ 596360 h 1106614"/>
              <a:gd name="connsiteX3" fmla="*/ 757714 w 1283398"/>
              <a:gd name="connsiteY3" fmla="*/ 0 h 1106614"/>
              <a:gd name="connsiteX4" fmla="*/ 0 w 1283398"/>
              <a:gd name="connsiteY4" fmla="*/ 876300 h 1106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3398" h="1106614">
                <a:moveTo>
                  <a:pt x="0" y="876300"/>
                </a:moveTo>
                <a:lnTo>
                  <a:pt x="217075" y="1106614"/>
                </a:lnTo>
                <a:lnTo>
                  <a:pt x="1283399" y="596360"/>
                </a:lnTo>
                <a:lnTo>
                  <a:pt x="757714" y="0"/>
                </a:lnTo>
                <a:lnTo>
                  <a:pt x="0" y="87630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87000">
                <a:srgbClr val="FDE08D"/>
              </a:gs>
            </a:gsLst>
            <a:lin ang="8668579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10" name="Freeform: Shape 278">
            <a:extLst>
              <a:ext uri="{FF2B5EF4-FFF2-40B4-BE49-F238E27FC236}">
                <a16:creationId xmlns:a16="http://schemas.microsoft.com/office/drawing/2014/main" id="{201F0AA5-5376-3978-5118-1971F87EF774}"/>
              </a:ext>
            </a:extLst>
          </p:cNvPr>
          <p:cNvSpPr/>
          <p:nvPr/>
        </p:nvSpPr>
        <p:spPr>
          <a:xfrm rot="1286323">
            <a:off x="9584581" y="4068095"/>
            <a:ext cx="1325708" cy="2045190"/>
          </a:xfrm>
          <a:custGeom>
            <a:avLst/>
            <a:gdLst>
              <a:gd name="connsiteX0" fmla="*/ 0 w 954881"/>
              <a:gd name="connsiteY0" fmla="*/ 1141667 h 1226915"/>
              <a:gd name="connsiteX1" fmla="*/ 304800 w 954881"/>
              <a:gd name="connsiteY1" fmla="*/ 1226915 h 1226915"/>
              <a:gd name="connsiteX2" fmla="*/ 954881 w 954881"/>
              <a:gd name="connsiteY2" fmla="*/ 239649 h 1226915"/>
              <a:gd name="connsiteX3" fmla="*/ 196977 w 954881"/>
              <a:gd name="connsiteY3" fmla="*/ 0 h 1226915"/>
              <a:gd name="connsiteX4" fmla="*/ 0 w 954881"/>
              <a:gd name="connsiteY4" fmla="*/ 1141667 h 1226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4881" h="1226915">
                <a:moveTo>
                  <a:pt x="0" y="1141667"/>
                </a:moveTo>
                <a:lnTo>
                  <a:pt x="304800" y="1226915"/>
                </a:lnTo>
                <a:lnTo>
                  <a:pt x="954881" y="239649"/>
                </a:lnTo>
                <a:lnTo>
                  <a:pt x="196977" y="0"/>
                </a:lnTo>
                <a:lnTo>
                  <a:pt x="0" y="1141667"/>
                </a:lnTo>
                <a:close/>
              </a:path>
            </a:pathLst>
          </a:custGeom>
          <a:gradFill>
            <a:gsLst>
              <a:gs pos="12000">
                <a:srgbClr val="FFFFFF"/>
              </a:gs>
              <a:gs pos="92000">
                <a:srgbClr val="FDE08D"/>
              </a:gs>
            </a:gsLst>
            <a:lin ang="6804559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11" name="Freeform: Shape 280">
            <a:extLst>
              <a:ext uri="{FF2B5EF4-FFF2-40B4-BE49-F238E27FC236}">
                <a16:creationId xmlns:a16="http://schemas.microsoft.com/office/drawing/2014/main" id="{AB1B4011-C667-474C-C7E6-5795C6FE3FE9}"/>
              </a:ext>
            </a:extLst>
          </p:cNvPr>
          <p:cNvSpPr/>
          <p:nvPr/>
        </p:nvSpPr>
        <p:spPr>
          <a:xfrm rot="642350">
            <a:off x="8360991" y="3948784"/>
            <a:ext cx="978185" cy="1704206"/>
          </a:xfrm>
          <a:custGeom>
            <a:avLst/>
            <a:gdLst>
              <a:gd name="connsiteX0" fmla="*/ 776764 w 788670"/>
              <a:gd name="connsiteY0" fmla="*/ 1158431 h 1187481"/>
              <a:gd name="connsiteX1" fmla="*/ 461677 w 788670"/>
              <a:gd name="connsiteY1" fmla="*/ 1187482 h 1187481"/>
              <a:gd name="connsiteX2" fmla="*/ 0 w 788670"/>
              <a:gd name="connsiteY2" fmla="*/ 99251 h 1187481"/>
              <a:gd name="connsiteX3" fmla="*/ 788670 w 788670"/>
              <a:gd name="connsiteY3" fmla="*/ 0 h 1187481"/>
              <a:gd name="connsiteX4" fmla="*/ 776764 w 788670"/>
              <a:gd name="connsiteY4" fmla="*/ 1158431 h 1187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8670" h="1187481">
                <a:moveTo>
                  <a:pt x="776764" y="1158431"/>
                </a:moveTo>
                <a:lnTo>
                  <a:pt x="461677" y="1187482"/>
                </a:lnTo>
                <a:lnTo>
                  <a:pt x="0" y="99251"/>
                </a:lnTo>
                <a:lnTo>
                  <a:pt x="788670" y="0"/>
                </a:lnTo>
                <a:lnTo>
                  <a:pt x="776764" y="1158431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83000">
                <a:srgbClr val="FDE08D"/>
              </a:gs>
            </a:gsLst>
            <a:lin ang="4617823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12" name="Freeform: Shape 281">
            <a:extLst>
              <a:ext uri="{FF2B5EF4-FFF2-40B4-BE49-F238E27FC236}">
                <a16:creationId xmlns:a16="http://schemas.microsoft.com/office/drawing/2014/main" id="{349C7F4E-AA69-8DB2-C807-B30B75D9340D}"/>
              </a:ext>
            </a:extLst>
          </p:cNvPr>
          <p:cNvSpPr/>
          <p:nvPr/>
        </p:nvSpPr>
        <p:spPr>
          <a:xfrm>
            <a:off x="6134564" y="5285230"/>
            <a:ext cx="1855208" cy="1174699"/>
          </a:xfrm>
          <a:custGeom>
            <a:avLst/>
            <a:gdLst>
              <a:gd name="connsiteX0" fmla="*/ 1278636 w 1278636"/>
              <a:gd name="connsiteY0" fmla="*/ 463963 h 765428"/>
              <a:gd name="connsiteX1" fmla="*/ 1182148 w 1278636"/>
              <a:gd name="connsiteY1" fmla="*/ 765429 h 765428"/>
              <a:gd name="connsiteX2" fmla="*/ 0 w 1278636"/>
              <a:gd name="connsiteY2" fmla="*/ 764667 h 765428"/>
              <a:gd name="connsiteX3" fmla="*/ 217170 w 1278636"/>
              <a:gd name="connsiteY3" fmla="*/ 0 h 765428"/>
              <a:gd name="connsiteX4" fmla="*/ 1278636 w 1278636"/>
              <a:gd name="connsiteY4" fmla="*/ 463963 h 765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8636" h="765428">
                <a:moveTo>
                  <a:pt x="1278636" y="463963"/>
                </a:moveTo>
                <a:lnTo>
                  <a:pt x="1182148" y="765429"/>
                </a:lnTo>
                <a:lnTo>
                  <a:pt x="0" y="764667"/>
                </a:lnTo>
                <a:lnTo>
                  <a:pt x="217170" y="0"/>
                </a:lnTo>
                <a:lnTo>
                  <a:pt x="1278636" y="463963"/>
                </a:lnTo>
                <a:close/>
              </a:path>
            </a:pathLst>
          </a:custGeom>
          <a:gradFill>
            <a:gsLst>
              <a:gs pos="0">
                <a:srgbClr val="FFFFFF">
                  <a:alpha val="73000"/>
                </a:srgbClr>
              </a:gs>
              <a:gs pos="100000">
                <a:srgbClr val="AECAE7"/>
              </a:gs>
            </a:gsLst>
            <a:lin ang="2400000" scaled="0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13" name="Freeform: Shape 282">
            <a:extLst>
              <a:ext uri="{FF2B5EF4-FFF2-40B4-BE49-F238E27FC236}">
                <a16:creationId xmlns:a16="http://schemas.microsoft.com/office/drawing/2014/main" id="{A8671D1B-7B97-00A0-A2DA-E305629CF4E2}"/>
              </a:ext>
            </a:extLst>
          </p:cNvPr>
          <p:cNvSpPr/>
          <p:nvPr/>
        </p:nvSpPr>
        <p:spPr>
          <a:xfrm>
            <a:off x="6496191" y="3807163"/>
            <a:ext cx="2246299" cy="2291676"/>
          </a:xfrm>
          <a:custGeom>
            <a:avLst/>
            <a:gdLst>
              <a:gd name="connsiteX0" fmla="*/ 1207484 w 1207484"/>
              <a:gd name="connsiteY0" fmla="*/ 1003554 h 1188815"/>
              <a:gd name="connsiteX1" fmla="*/ 950881 w 1207484"/>
              <a:gd name="connsiteY1" fmla="*/ 1188815 h 1188815"/>
              <a:gd name="connsiteX2" fmla="*/ 0 w 1207484"/>
              <a:gd name="connsiteY2" fmla="*/ 486537 h 1188815"/>
              <a:gd name="connsiteX3" fmla="*/ 628745 w 1207484"/>
              <a:gd name="connsiteY3" fmla="*/ 0 h 1188815"/>
              <a:gd name="connsiteX4" fmla="*/ 1207484 w 1207484"/>
              <a:gd name="connsiteY4" fmla="*/ 1003554 h 1188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7484" h="1188815">
                <a:moveTo>
                  <a:pt x="1207484" y="1003554"/>
                </a:moveTo>
                <a:lnTo>
                  <a:pt x="950881" y="1188815"/>
                </a:lnTo>
                <a:lnTo>
                  <a:pt x="0" y="486537"/>
                </a:lnTo>
                <a:lnTo>
                  <a:pt x="628745" y="0"/>
                </a:lnTo>
                <a:lnTo>
                  <a:pt x="1207484" y="1003554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AECAE7"/>
              </a:gs>
            </a:gsLst>
            <a:lin ang="4200000" scaled="0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618B132-04AE-DC2A-C6D4-78C9A8A5837A}"/>
              </a:ext>
            </a:extLst>
          </p:cNvPr>
          <p:cNvSpPr/>
          <p:nvPr/>
        </p:nvSpPr>
        <p:spPr>
          <a:xfrm>
            <a:off x="7454425" y="5048564"/>
            <a:ext cx="2891054" cy="1398991"/>
          </a:xfrm>
          <a:custGeom>
            <a:avLst/>
            <a:gdLst>
              <a:gd name="connsiteX0" fmla="*/ 1421638 w 2843276"/>
              <a:gd name="connsiteY0" fmla="*/ 0 h 1398931"/>
              <a:gd name="connsiteX1" fmla="*/ 0 w 2843276"/>
              <a:gd name="connsiteY1" fmla="*/ 1398932 h 1398931"/>
              <a:gd name="connsiteX2" fmla="*/ 2843277 w 2843276"/>
              <a:gd name="connsiteY2" fmla="*/ 1398932 h 1398931"/>
              <a:gd name="connsiteX3" fmla="*/ 1421638 w 2843276"/>
              <a:gd name="connsiteY3" fmla="*/ 0 h 1398931"/>
              <a:gd name="connsiteX4" fmla="*/ 1421638 w 2843276"/>
              <a:gd name="connsiteY4" fmla="*/ 0 h 1398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3276" h="1398931">
                <a:moveTo>
                  <a:pt x="1421638" y="0"/>
                </a:moveTo>
                <a:cubicBezTo>
                  <a:pt x="636441" y="0"/>
                  <a:pt x="0" y="626249"/>
                  <a:pt x="0" y="1398932"/>
                </a:cubicBezTo>
                <a:lnTo>
                  <a:pt x="2843277" y="1398932"/>
                </a:lnTo>
                <a:cubicBezTo>
                  <a:pt x="2843277" y="626249"/>
                  <a:pt x="2206836" y="0"/>
                  <a:pt x="1421638" y="0"/>
                </a:cubicBezTo>
                <a:lnTo>
                  <a:pt x="1421638" y="0"/>
                </a:lnTo>
                <a:close/>
              </a:path>
            </a:pathLst>
          </a:custGeom>
          <a:solidFill>
            <a:srgbClr val="FDE5A1"/>
          </a:solidFill>
          <a:ln w="12859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2C76379-7B8F-1456-065E-9A43DA0C6DD2}"/>
              </a:ext>
            </a:extLst>
          </p:cNvPr>
          <p:cNvSpPr/>
          <p:nvPr/>
        </p:nvSpPr>
        <p:spPr>
          <a:xfrm>
            <a:off x="7415485" y="5107739"/>
            <a:ext cx="1349006" cy="1339816"/>
          </a:xfrm>
          <a:custGeom>
            <a:avLst/>
            <a:gdLst>
              <a:gd name="connsiteX0" fmla="*/ 1120126 w 1321392"/>
              <a:gd name="connsiteY0" fmla="*/ 0 h 1367322"/>
              <a:gd name="connsiteX1" fmla="*/ 0 w 1321392"/>
              <a:gd name="connsiteY1" fmla="*/ 1367323 h 1367322"/>
              <a:gd name="connsiteX2" fmla="*/ 1321392 w 1321392"/>
              <a:gd name="connsiteY2" fmla="*/ 1367323 h 1367322"/>
              <a:gd name="connsiteX3" fmla="*/ 1120126 w 1321392"/>
              <a:gd name="connsiteY3" fmla="*/ 0 h 1367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1392" h="1367322">
                <a:moveTo>
                  <a:pt x="1120126" y="0"/>
                </a:moveTo>
                <a:cubicBezTo>
                  <a:pt x="479814" y="136113"/>
                  <a:pt x="0" y="696434"/>
                  <a:pt x="0" y="1367323"/>
                </a:cubicBezTo>
                <a:lnTo>
                  <a:pt x="1321392" y="1367323"/>
                </a:lnTo>
                <a:lnTo>
                  <a:pt x="1120126" y="0"/>
                </a:lnTo>
                <a:close/>
              </a:path>
            </a:pathLst>
          </a:custGeom>
          <a:solidFill>
            <a:srgbClr val="76D1F6"/>
          </a:solidFill>
          <a:ln w="1285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FF4284-0F87-078A-370F-BC72D977D1B5}"/>
              </a:ext>
            </a:extLst>
          </p:cNvPr>
          <p:cNvSpPr/>
          <p:nvPr/>
        </p:nvSpPr>
        <p:spPr>
          <a:xfrm>
            <a:off x="6032368" y="810143"/>
            <a:ext cx="57807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>
                <a:latin typeface="Poppins Light" panose="00000400000000000000" pitchFamily="2" charset="0"/>
                <a:cs typeface="Poppins Light" panose="00000400000000000000" pitchFamily="2" charset="0"/>
              </a:rPr>
              <a:t>EXTENSIBLE PLATFORM – MULTIPLE OPPORTUNITIES</a:t>
            </a:r>
            <a:endParaRPr lang="en-IN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7E074FB-4412-53CD-7CC8-0D52DA4BDF4B}"/>
              </a:ext>
            </a:extLst>
          </p:cNvPr>
          <p:cNvSpPr/>
          <p:nvPr/>
        </p:nvSpPr>
        <p:spPr>
          <a:xfrm>
            <a:off x="7949717" y="5514255"/>
            <a:ext cx="1871245" cy="925444"/>
          </a:xfrm>
          <a:custGeom>
            <a:avLst/>
            <a:gdLst>
              <a:gd name="connsiteX0" fmla="*/ 935623 w 1871245"/>
              <a:gd name="connsiteY0" fmla="*/ 0 h 925444"/>
              <a:gd name="connsiteX1" fmla="*/ 0 w 1871245"/>
              <a:gd name="connsiteY1" fmla="*/ 925445 h 925444"/>
              <a:gd name="connsiteX2" fmla="*/ 1871246 w 1871245"/>
              <a:gd name="connsiteY2" fmla="*/ 925445 h 925444"/>
              <a:gd name="connsiteX3" fmla="*/ 935623 w 1871245"/>
              <a:gd name="connsiteY3" fmla="*/ 0 h 925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1245" h="925444">
                <a:moveTo>
                  <a:pt x="935623" y="0"/>
                </a:moveTo>
                <a:cubicBezTo>
                  <a:pt x="418873" y="0"/>
                  <a:pt x="0" y="414316"/>
                  <a:pt x="0" y="925445"/>
                </a:cubicBezTo>
                <a:lnTo>
                  <a:pt x="1871246" y="925445"/>
                </a:lnTo>
                <a:cubicBezTo>
                  <a:pt x="1871246" y="414316"/>
                  <a:pt x="1452372" y="0"/>
                  <a:pt x="935623" y="0"/>
                </a:cubicBezTo>
                <a:close/>
              </a:path>
            </a:pathLst>
          </a:custGeom>
          <a:solidFill>
            <a:srgbClr val="6164E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14126E-E0DA-F4DA-E535-33355324FED9}"/>
              </a:ext>
            </a:extLst>
          </p:cNvPr>
          <p:cNvSpPr txBox="1"/>
          <p:nvPr/>
        </p:nvSpPr>
        <p:spPr>
          <a:xfrm>
            <a:off x="5982002" y="5552763"/>
            <a:ext cx="115754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lang="en-IN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Caribbean </a:t>
            </a:r>
            <a:r>
              <a:rPr lang="en-IN" sz="1000" dirty="0">
                <a:latin typeface="Poppins Light" panose="00000400000000000000" pitchFamily="2" charset="0"/>
                <a:cs typeface="Poppins Light" panose="00000400000000000000" pitchFamily="2" charset="0"/>
              </a:rPr>
              <a:t>Primary and Secondary B2G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5DE590-EF6A-3A2D-6D56-BDB4D8967023}"/>
              </a:ext>
            </a:extLst>
          </p:cNvPr>
          <p:cNvSpPr txBox="1"/>
          <p:nvPr/>
        </p:nvSpPr>
        <p:spPr>
          <a:xfrm>
            <a:off x="6599257" y="4167628"/>
            <a:ext cx="1427424" cy="579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lang="en-IN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India </a:t>
            </a:r>
          </a:p>
          <a:p>
            <a:r>
              <a:rPr lang="en-IN" sz="1000" dirty="0">
                <a:latin typeface="Poppins Light" panose="00000400000000000000" pitchFamily="2" charset="0"/>
                <a:cs typeface="Poppins Light" panose="00000400000000000000" pitchFamily="2" charset="0"/>
              </a:rPr>
              <a:t>Pre-primary </a:t>
            </a:r>
            <a:br>
              <a:rPr lang="en-IN" sz="1000" dirty="0"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IN" sz="1000" dirty="0">
                <a:latin typeface="Poppins Light" panose="00000400000000000000" pitchFamily="2" charset="0"/>
                <a:cs typeface="Poppins Light" panose="00000400000000000000" pitchFamily="2" charset="0"/>
              </a:rPr>
              <a:t>and Primary B2B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641999-A6D7-DB85-3EE2-E7207589265A}"/>
              </a:ext>
            </a:extLst>
          </p:cNvPr>
          <p:cNvSpPr txBox="1"/>
          <p:nvPr/>
        </p:nvSpPr>
        <p:spPr>
          <a:xfrm>
            <a:off x="10545764" y="5914494"/>
            <a:ext cx="1944511" cy="419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lang="en-IN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Cater to all Channels</a:t>
            </a:r>
          </a:p>
          <a:p>
            <a:r>
              <a:rPr lang="en-IN" sz="1000" dirty="0">
                <a:latin typeface="Poppins Light" panose="00000400000000000000" pitchFamily="2" charset="0"/>
                <a:cs typeface="Poppins Light" panose="00000400000000000000" pitchFamily="2" charset="0"/>
              </a:rPr>
              <a:t>B2B, B2B2C, B2C, B2G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9CBD24-159D-55B6-6F36-79A89C78A901}"/>
              </a:ext>
            </a:extLst>
          </p:cNvPr>
          <p:cNvSpPr txBox="1"/>
          <p:nvPr/>
        </p:nvSpPr>
        <p:spPr>
          <a:xfrm>
            <a:off x="9700724" y="4161142"/>
            <a:ext cx="2450219" cy="88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lang="en-IN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Scalable Verticals</a:t>
            </a:r>
          </a:p>
          <a:p>
            <a:r>
              <a:rPr lang="en-IN" sz="1000" dirty="0">
                <a:latin typeface="Poppins Light" panose="00000400000000000000" pitchFamily="2" charset="0"/>
                <a:cs typeface="Poppins Light" panose="00000400000000000000" pitchFamily="2" charset="0"/>
              </a:rPr>
              <a:t>Higher Grades – India  - Middle grades (G6-8) &amp; Sr. Grades (G9-12), </a:t>
            </a:r>
          </a:p>
          <a:p>
            <a:r>
              <a:rPr lang="en-IN" sz="1000" dirty="0">
                <a:latin typeface="Poppins Light" panose="00000400000000000000" pitchFamily="2" charset="0"/>
                <a:cs typeface="Poppins Light" panose="00000400000000000000" pitchFamily="2" charset="0"/>
              </a:rPr>
              <a:t>Higher Education, Test-Prep, Vocational, Corporate Training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C48AC4-43BA-6DF6-FFE1-96C217FAC01B}"/>
              </a:ext>
            </a:extLst>
          </p:cNvPr>
          <p:cNvSpPr txBox="1"/>
          <p:nvPr/>
        </p:nvSpPr>
        <p:spPr>
          <a:xfrm>
            <a:off x="8185247" y="5871560"/>
            <a:ext cx="136745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kern="1400" spc="-50" dirty="0">
                <a:solidFill>
                  <a:schemeClr val="bg1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Raspberry</a:t>
            </a:r>
          </a:p>
          <a:p>
            <a:pPr algn="ctr"/>
            <a:r>
              <a:rPr lang="en-US" sz="800" kern="1400" spc="-50" dirty="0">
                <a:solidFill>
                  <a:schemeClr val="bg1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(Tech Stack, Content, Apps, Workflows)</a:t>
            </a:r>
            <a:endParaRPr lang="en-IN" sz="800" dirty="0">
              <a:solidFill>
                <a:schemeClr val="bg1"/>
              </a:solidFill>
              <a:effectLst/>
              <a:latin typeface="Poppins" panose="00000500000000000000" pitchFamily="2" charset="0"/>
              <a:ea typeface="Aptos" panose="020B0004020202020204" pitchFamily="34" charset="0"/>
              <a:cs typeface="Poppins" panose="00000500000000000000" pitchFamily="2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D9C14D1-54D4-E45E-42D2-70DED412CDFB}"/>
              </a:ext>
            </a:extLst>
          </p:cNvPr>
          <p:cNvGrpSpPr/>
          <p:nvPr/>
        </p:nvGrpSpPr>
        <p:grpSpPr>
          <a:xfrm rot="180950">
            <a:off x="7731405" y="5440450"/>
            <a:ext cx="583509" cy="862957"/>
            <a:chOff x="2041961" y="5386585"/>
            <a:chExt cx="583509" cy="862957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8D06B66-8D5A-C55C-C5C5-8BE617058FDF}"/>
                </a:ext>
              </a:extLst>
            </p:cNvPr>
            <p:cNvSpPr/>
            <p:nvPr/>
          </p:nvSpPr>
          <p:spPr>
            <a:xfrm>
              <a:off x="2041961" y="6165744"/>
              <a:ext cx="86850" cy="83798"/>
            </a:xfrm>
            <a:custGeom>
              <a:avLst/>
              <a:gdLst>
                <a:gd name="connsiteX0" fmla="*/ 16986 w 86850"/>
                <a:gd name="connsiteY0" fmla="*/ 75166 h 83798"/>
                <a:gd name="connsiteX1" fmla="*/ 3378 w 86850"/>
                <a:gd name="connsiteY1" fmla="*/ 57925 h 83798"/>
                <a:gd name="connsiteX2" fmla="*/ 319 w 86850"/>
                <a:gd name="connsiteY2" fmla="*/ 35844 h 83798"/>
                <a:gd name="connsiteX3" fmla="*/ 9799 w 86850"/>
                <a:gd name="connsiteY3" fmla="*/ 12855 h 83798"/>
                <a:gd name="connsiteX4" fmla="*/ 30289 w 86850"/>
                <a:gd name="connsiteY4" fmla="*/ 0 h 83798"/>
                <a:gd name="connsiteX5" fmla="*/ 28301 w 86850"/>
                <a:gd name="connsiteY5" fmla="*/ 16485 h 83798"/>
                <a:gd name="connsiteX6" fmla="*/ 17292 w 86850"/>
                <a:gd name="connsiteY6" fmla="*/ 24350 h 83798"/>
                <a:gd name="connsiteX7" fmla="*/ 12399 w 86850"/>
                <a:gd name="connsiteY7" fmla="*/ 37356 h 83798"/>
                <a:gd name="connsiteX8" fmla="*/ 14387 w 86850"/>
                <a:gd name="connsiteY8" fmla="*/ 52632 h 83798"/>
                <a:gd name="connsiteX9" fmla="*/ 24020 w 86850"/>
                <a:gd name="connsiteY9" fmla="*/ 63975 h 83798"/>
                <a:gd name="connsiteX10" fmla="*/ 39921 w 86850"/>
                <a:gd name="connsiteY10" fmla="*/ 69571 h 83798"/>
                <a:gd name="connsiteX11" fmla="*/ 56741 w 86850"/>
                <a:gd name="connsiteY11" fmla="*/ 67756 h 83798"/>
                <a:gd name="connsiteX12" fmla="*/ 68820 w 86850"/>
                <a:gd name="connsiteY12" fmla="*/ 58833 h 83798"/>
                <a:gd name="connsiteX13" fmla="*/ 74325 w 86850"/>
                <a:gd name="connsiteY13" fmla="*/ 44465 h 83798"/>
                <a:gd name="connsiteX14" fmla="*/ 72643 w 86850"/>
                <a:gd name="connsiteY14" fmla="*/ 30702 h 83798"/>
                <a:gd name="connsiteX15" fmla="*/ 63774 w 86850"/>
                <a:gd name="connsiteY15" fmla="*/ 20569 h 83798"/>
                <a:gd name="connsiteX16" fmla="*/ 65762 w 86850"/>
                <a:gd name="connsiteY16" fmla="*/ 4083 h 83798"/>
                <a:gd name="connsiteX17" fmla="*/ 82734 w 86850"/>
                <a:gd name="connsiteY17" fmla="*/ 21325 h 83798"/>
                <a:gd name="connsiteX18" fmla="*/ 86557 w 86850"/>
                <a:gd name="connsiteY18" fmla="*/ 45826 h 83798"/>
                <a:gd name="connsiteX19" fmla="*/ 78453 w 86850"/>
                <a:gd name="connsiteY19" fmla="*/ 66697 h 83798"/>
                <a:gd name="connsiteX20" fmla="*/ 61328 w 86850"/>
                <a:gd name="connsiteY20" fmla="*/ 80309 h 83798"/>
                <a:gd name="connsiteX21" fmla="*/ 38392 w 86850"/>
                <a:gd name="connsiteY21" fmla="*/ 83485 h 83798"/>
                <a:gd name="connsiteX22" fmla="*/ 16833 w 86850"/>
                <a:gd name="connsiteY22" fmla="*/ 75166 h 83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6850" h="83798">
                  <a:moveTo>
                    <a:pt x="16986" y="75166"/>
                  </a:moveTo>
                  <a:cubicBezTo>
                    <a:pt x="10870" y="70629"/>
                    <a:pt x="6436" y="64882"/>
                    <a:pt x="3378" y="57925"/>
                  </a:cubicBezTo>
                  <a:cubicBezTo>
                    <a:pt x="472" y="50968"/>
                    <a:pt x="-598" y="43557"/>
                    <a:pt x="319" y="35844"/>
                  </a:cubicBezTo>
                  <a:cubicBezTo>
                    <a:pt x="1390" y="26921"/>
                    <a:pt x="4448" y="19359"/>
                    <a:pt x="9799" y="12855"/>
                  </a:cubicBezTo>
                  <a:cubicBezTo>
                    <a:pt x="14998" y="6503"/>
                    <a:pt x="21879" y="2117"/>
                    <a:pt x="30289" y="0"/>
                  </a:cubicBezTo>
                  <a:lnTo>
                    <a:pt x="28301" y="16485"/>
                  </a:lnTo>
                  <a:cubicBezTo>
                    <a:pt x="23561" y="18149"/>
                    <a:pt x="19891" y="20720"/>
                    <a:pt x="17292" y="24350"/>
                  </a:cubicBezTo>
                  <a:cubicBezTo>
                    <a:pt x="14692" y="27979"/>
                    <a:pt x="13010" y="32214"/>
                    <a:pt x="12399" y="37356"/>
                  </a:cubicBezTo>
                  <a:cubicBezTo>
                    <a:pt x="11787" y="42952"/>
                    <a:pt x="12399" y="47943"/>
                    <a:pt x="14387" y="52632"/>
                  </a:cubicBezTo>
                  <a:cubicBezTo>
                    <a:pt x="16374" y="57320"/>
                    <a:pt x="19585" y="61101"/>
                    <a:pt x="24020" y="63975"/>
                  </a:cubicBezTo>
                  <a:cubicBezTo>
                    <a:pt x="28454" y="66999"/>
                    <a:pt x="33805" y="68814"/>
                    <a:pt x="39921" y="69571"/>
                  </a:cubicBezTo>
                  <a:cubicBezTo>
                    <a:pt x="46191" y="70327"/>
                    <a:pt x="51695" y="69571"/>
                    <a:pt x="56741" y="67756"/>
                  </a:cubicBezTo>
                  <a:cubicBezTo>
                    <a:pt x="61787" y="65790"/>
                    <a:pt x="65762" y="62916"/>
                    <a:pt x="68820" y="58833"/>
                  </a:cubicBezTo>
                  <a:cubicBezTo>
                    <a:pt x="71878" y="54749"/>
                    <a:pt x="73713" y="50061"/>
                    <a:pt x="74325" y="44465"/>
                  </a:cubicBezTo>
                  <a:cubicBezTo>
                    <a:pt x="74936" y="39474"/>
                    <a:pt x="74325" y="34785"/>
                    <a:pt x="72643" y="30702"/>
                  </a:cubicBezTo>
                  <a:cubicBezTo>
                    <a:pt x="70961" y="26618"/>
                    <a:pt x="67903" y="23140"/>
                    <a:pt x="63774" y="20569"/>
                  </a:cubicBezTo>
                  <a:lnTo>
                    <a:pt x="65762" y="4083"/>
                  </a:lnTo>
                  <a:cubicBezTo>
                    <a:pt x="73560" y="8167"/>
                    <a:pt x="79065" y="13914"/>
                    <a:pt x="82734" y="21325"/>
                  </a:cubicBezTo>
                  <a:cubicBezTo>
                    <a:pt x="86251" y="28736"/>
                    <a:pt x="87475" y="36903"/>
                    <a:pt x="86557" y="45826"/>
                  </a:cubicBezTo>
                  <a:cubicBezTo>
                    <a:pt x="85640" y="53690"/>
                    <a:pt x="82887" y="60647"/>
                    <a:pt x="78453" y="66697"/>
                  </a:cubicBezTo>
                  <a:cubicBezTo>
                    <a:pt x="74019" y="72747"/>
                    <a:pt x="68209" y="77284"/>
                    <a:pt x="61328" y="80309"/>
                  </a:cubicBezTo>
                  <a:cubicBezTo>
                    <a:pt x="54294" y="83333"/>
                    <a:pt x="46649" y="84392"/>
                    <a:pt x="38392" y="83485"/>
                  </a:cubicBezTo>
                  <a:cubicBezTo>
                    <a:pt x="30136" y="82577"/>
                    <a:pt x="22949" y="79704"/>
                    <a:pt x="16833" y="75166"/>
                  </a:cubicBez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5D4D181-153B-58E8-FE57-A8FD32BCE8AC}"/>
                </a:ext>
              </a:extLst>
            </p:cNvPr>
            <p:cNvSpPr/>
            <p:nvPr/>
          </p:nvSpPr>
          <p:spPr>
            <a:xfrm>
              <a:off x="2068886" y="6086192"/>
              <a:ext cx="78133" cy="68259"/>
            </a:xfrm>
            <a:custGeom>
              <a:avLst/>
              <a:gdLst>
                <a:gd name="connsiteX0" fmla="*/ 12079 w 78133"/>
                <a:gd name="connsiteY0" fmla="*/ 0 h 68259"/>
                <a:gd name="connsiteX1" fmla="*/ 78134 w 78133"/>
                <a:gd name="connsiteY1" fmla="*/ 13007 h 68259"/>
                <a:gd name="connsiteX2" fmla="*/ 75381 w 78133"/>
                <a:gd name="connsiteY2" fmla="*/ 26467 h 68259"/>
                <a:gd name="connsiteX3" fmla="*/ 67583 w 78133"/>
                <a:gd name="connsiteY3" fmla="*/ 24955 h 68259"/>
                <a:gd name="connsiteX4" fmla="*/ 72323 w 78133"/>
                <a:gd name="connsiteY4" fmla="*/ 34634 h 68259"/>
                <a:gd name="connsiteX5" fmla="*/ 72323 w 78133"/>
                <a:gd name="connsiteY5" fmla="*/ 46128 h 68259"/>
                <a:gd name="connsiteX6" fmla="*/ 66360 w 78133"/>
                <a:gd name="connsiteY6" fmla="*/ 59286 h 68259"/>
                <a:gd name="connsiteX7" fmla="*/ 54892 w 78133"/>
                <a:gd name="connsiteY7" fmla="*/ 66999 h 68259"/>
                <a:gd name="connsiteX8" fmla="*/ 38838 w 78133"/>
                <a:gd name="connsiteY8" fmla="*/ 67453 h 68259"/>
                <a:gd name="connsiteX9" fmla="*/ 0 w 78133"/>
                <a:gd name="connsiteY9" fmla="*/ 59740 h 68259"/>
                <a:gd name="connsiteX10" fmla="*/ 2752 w 78133"/>
                <a:gd name="connsiteY10" fmla="*/ 46279 h 68259"/>
                <a:gd name="connsiteX11" fmla="*/ 39602 w 78133"/>
                <a:gd name="connsiteY11" fmla="*/ 53539 h 68259"/>
                <a:gd name="connsiteX12" fmla="*/ 54128 w 78133"/>
                <a:gd name="connsiteY12" fmla="*/ 51875 h 68259"/>
                <a:gd name="connsiteX13" fmla="*/ 61314 w 78133"/>
                <a:gd name="connsiteY13" fmla="*/ 40835 h 68259"/>
                <a:gd name="connsiteX14" fmla="*/ 59021 w 78133"/>
                <a:gd name="connsiteY14" fmla="*/ 27828 h 68259"/>
                <a:gd name="connsiteX15" fmla="*/ 46330 w 78133"/>
                <a:gd name="connsiteY15" fmla="*/ 20720 h 68259"/>
                <a:gd name="connsiteX16" fmla="*/ 9480 w 78133"/>
                <a:gd name="connsiteY16" fmla="*/ 13460 h 68259"/>
                <a:gd name="connsiteX17" fmla="*/ 12232 w 78133"/>
                <a:gd name="connsiteY17" fmla="*/ 0 h 6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8133" h="68259">
                  <a:moveTo>
                    <a:pt x="12079" y="0"/>
                  </a:moveTo>
                  <a:lnTo>
                    <a:pt x="78134" y="13007"/>
                  </a:lnTo>
                  <a:lnTo>
                    <a:pt x="75381" y="26467"/>
                  </a:lnTo>
                  <a:lnTo>
                    <a:pt x="67583" y="24955"/>
                  </a:lnTo>
                  <a:cubicBezTo>
                    <a:pt x="69877" y="27677"/>
                    <a:pt x="71406" y="30853"/>
                    <a:pt x="72323" y="34634"/>
                  </a:cubicBezTo>
                  <a:cubicBezTo>
                    <a:pt x="73241" y="38415"/>
                    <a:pt x="73241" y="42196"/>
                    <a:pt x="72323" y="46128"/>
                  </a:cubicBezTo>
                  <a:cubicBezTo>
                    <a:pt x="71253" y="51270"/>
                    <a:pt x="69265" y="55656"/>
                    <a:pt x="66360" y="59286"/>
                  </a:cubicBezTo>
                  <a:cubicBezTo>
                    <a:pt x="63455" y="62916"/>
                    <a:pt x="59479" y="65487"/>
                    <a:pt x="54892" y="66999"/>
                  </a:cubicBezTo>
                  <a:cubicBezTo>
                    <a:pt x="50152" y="68512"/>
                    <a:pt x="44801" y="68663"/>
                    <a:pt x="38838" y="67453"/>
                  </a:cubicBezTo>
                  <a:lnTo>
                    <a:pt x="0" y="59740"/>
                  </a:lnTo>
                  <a:lnTo>
                    <a:pt x="2752" y="46279"/>
                  </a:lnTo>
                  <a:lnTo>
                    <a:pt x="39602" y="53539"/>
                  </a:lnTo>
                  <a:cubicBezTo>
                    <a:pt x="45565" y="54749"/>
                    <a:pt x="50305" y="54144"/>
                    <a:pt x="54128" y="51875"/>
                  </a:cubicBezTo>
                  <a:cubicBezTo>
                    <a:pt x="57950" y="49607"/>
                    <a:pt x="60244" y="45826"/>
                    <a:pt x="61314" y="40835"/>
                  </a:cubicBezTo>
                  <a:cubicBezTo>
                    <a:pt x="62385" y="35844"/>
                    <a:pt x="61620" y="31458"/>
                    <a:pt x="59021" y="27828"/>
                  </a:cubicBezTo>
                  <a:cubicBezTo>
                    <a:pt x="56421" y="24198"/>
                    <a:pt x="52293" y="21930"/>
                    <a:pt x="46330" y="20720"/>
                  </a:cubicBezTo>
                  <a:lnTo>
                    <a:pt x="9480" y="13460"/>
                  </a:lnTo>
                  <a:lnTo>
                    <a:pt x="12232" y="0"/>
                  </a:ln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F01A355-C570-CCEA-B5D3-6E7F0BD6D027}"/>
                </a:ext>
              </a:extLst>
            </p:cNvPr>
            <p:cNvSpPr/>
            <p:nvPr/>
          </p:nvSpPr>
          <p:spPr>
            <a:xfrm>
              <a:off x="2086164" y="6033106"/>
              <a:ext cx="68806" cy="49606"/>
            </a:xfrm>
            <a:custGeom>
              <a:avLst/>
              <a:gdLst>
                <a:gd name="connsiteX0" fmla="*/ 7339 w 68806"/>
                <a:gd name="connsiteY0" fmla="*/ 12250 h 49606"/>
                <a:gd name="connsiteX1" fmla="*/ 7645 w 68806"/>
                <a:gd name="connsiteY1" fmla="*/ 0 h 49606"/>
                <a:gd name="connsiteX2" fmla="*/ 21559 w 68806"/>
                <a:gd name="connsiteY2" fmla="*/ 3630 h 49606"/>
                <a:gd name="connsiteX3" fmla="*/ 20642 w 68806"/>
                <a:gd name="connsiteY3" fmla="*/ 6957 h 49606"/>
                <a:gd name="connsiteX4" fmla="*/ 21559 w 68806"/>
                <a:gd name="connsiteY4" fmla="*/ 19812 h 49606"/>
                <a:gd name="connsiteX5" fmla="*/ 34403 w 68806"/>
                <a:gd name="connsiteY5" fmla="*/ 27526 h 49606"/>
                <a:gd name="connsiteX6" fmla="*/ 68807 w 68806"/>
                <a:gd name="connsiteY6" fmla="*/ 36298 h 49606"/>
                <a:gd name="connsiteX7" fmla="*/ 65290 w 68806"/>
                <a:gd name="connsiteY7" fmla="*/ 49607 h 49606"/>
                <a:gd name="connsiteX8" fmla="*/ 0 w 68806"/>
                <a:gd name="connsiteY8" fmla="*/ 32819 h 49606"/>
                <a:gd name="connsiteX9" fmla="*/ 3517 w 68806"/>
                <a:gd name="connsiteY9" fmla="*/ 19510 h 49606"/>
                <a:gd name="connsiteX10" fmla="*/ 12997 w 68806"/>
                <a:gd name="connsiteY10" fmla="*/ 21930 h 49606"/>
                <a:gd name="connsiteX11" fmla="*/ 7339 w 68806"/>
                <a:gd name="connsiteY11" fmla="*/ 12099 h 49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8806" h="49606">
                  <a:moveTo>
                    <a:pt x="7339" y="12250"/>
                  </a:moveTo>
                  <a:cubicBezTo>
                    <a:pt x="6269" y="8469"/>
                    <a:pt x="6422" y="4386"/>
                    <a:pt x="7645" y="0"/>
                  </a:cubicBezTo>
                  <a:lnTo>
                    <a:pt x="21559" y="3630"/>
                  </a:lnTo>
                  <a:lnTo>
                    <a:pt x="20642" y="6957"/>
                  </a:lnTo>
                  <a:cubicBezTo>
                    <a:pt x="19266" y="12250"/>
                    <a:pt x="19572" y="16485"/>
                    <a:pt x="21559" y="19812"/>
                  </a:cubicBezTo>
                  <a:cubicBezTo>
                    <a:pt x="23547" y="23140"/>
                    <a:pt x="27828" y="25711"/>
                    <a:pt x="34403" y="27526"/>
                  </a:cubicBezTo>
                  <a:lnTo>
                    <a:pt x="68807" y="36298"/>
                  </a:lnTo>
                  <a:lnTo>
                    <a:pt x="65290" y="49607"/>
                  </a:lnTo>
                  <a:lnTo>
                    <a:pt x="0" y="32819"/>
                  </a:lnTo>
                  <a:lnTo>
                    <a:pt x="3517" y="19510"/>
                  </a:lnTo>
                  <a:lnTo>
                    <a:pt x="12997" y="21930"/>
                  </a:lnTo>
                  <a:cubicBezTo>
                    <a:pt x="10245" y="19056"/>
                    <a:pt x="8257" y="15880"/>
                    <a:pt x="7339" y="12099"/>
                  </a:cubicBez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4A5E1D6-3A91-3357-3F10-2ED852C176B5}"/>
                </a:ext>
              </a:extLst>
            </p:cNvPr>
            <p:cNvSpPr/>
            <p:nvPr/>
          </p:nvSpPr>
          <p:spPr>
            <a:xfrm>
              <a:off x="2098855" y="5986676"/>
              <a:ext cx="68500" cy="52177"/>
            </a:xfrm>
            <a:custGeom>
              <a:avLst/>
              <a:gdLst>
                <a:gd name="connsiteX0" fmla="*/ 8257 w 68500"/>
                <a:gd name="connsiteY0" fmla="*/ 12250 h 52177"/>
                <a:gd name="connsiteX1" fmla="*/ 9021 w 68500"/>
                <a:gd name="connsiteY1" fmla="*/ 0 h 52177"/>
                <a:gd name="connsiteX2" fmla="*/ 22783 w 68500"/>
                <a:gd name="connsiteY2" fmla="*/ 4235 h 52177"/>
                <a:gd name="connsiteX3" fmla="*/ 21712 w 68500"/>
                <a:gd name="connsiteY3" fmla="*/ 7562 h 52177"/>
                <a:gd name="connsiteX4" fmla="*/ 22018 w 68500"/>
                <a:gd name="connsiteY4" fmla="*/ 20569 h 52177"/>
                <a:gd name="connsiteX5" fmla="*/ 34556 w 68500"/>
                <a:gd name="connsiteY5" fmla="*/ 28736 h 52177"/>
                <a:gd name="connsiteX6" fmla="*/ 68501 w 68500"/>
                <a:gd name="connsiteY6" fmla="*/ 39020 h 52177"/>
                <a:gd name="connsiteX7" fmla="*/ 64372 w 68500"/>
                <a:gd name="connsiteY7" fmla="*/ 52178 h 52177"/>
                <a:gd name="connsiteX8" fmla="*/ 0 w 68500"/>
                <a:gd name="connsiteY8" fmla="*/ 32517 h 52177"/>
                <a:gd name="connsiteX9" fmla="*/ 4128 w 68500"/>
                <a:gd name="connsiteY9" fmla="*/ 19359 h 52177"/>
                <a:gd name="connsiteX10" fmla="*/ 13456 w 68500"/>
                <a:gd name="connsiteY10" fmla="*/ 22232 h 52177"/>
                <a:gd name="connsiteX11" fmla="*/ 8257 w 68500"/>
                <a:gd name="connsiteY11" fmla="*/ 12250 h 5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8500" h="52177">
                  <a:moveTo>
                    <a:pt x="8257" y="12250"/>
                  </a:moveTo>
                  <a:cubicBezTo>
                    <a:pt x="7492" y="8469"/>
                    <a:pt x="7645" y="4386"/>
                    <a:pt x="9021" y="0"/>
                  </a:cubicBezTo>
                  <a:lnTo>
                    <a:pt x="22783" y="4235"/>
                  </a:lnTo>
                  <a:lnTo>
                    <a:pt x="21712" y="7562"/>
                  </a:lnTo>
                  <a:cubicBezTo>
                    <a:pt x="20183" y="12704"/>
                    <a:pt x="20183" y="17090"/>
                    <a:pt x="22018" y="20569"/>
                  </a:cubicBezTo>
                  <a:cubicBezTo>
                    <a:pt x="23853" y="24047"/>
                    <a:pt x="27981" y="26770"/>
                    <a:pt x="34556" y="28736"/>
                  </a:cubicBezTo>
                  <a:lnTo>
                    <a:pt x="68501" y="39020"/>
                  </a:lnTo>
                  <a:lnTo>
                    <a:pt x="64372" y="52178"/>
                  </a:lnTo>
                  <a:lnTo>
                    <a:pt x="0" y="32517"/>
                  </a:lnTo>
                  <a:lnTo>
                    <a:pt x="4128" y="19359"/>
                  </a:lnTo>
                  <a:lnTo>
                    <a:pt x="13456" y="22232"/>
                  </a:lnTo>
                  <a:cubicBezTo>
                    <a:pt x="10856" y="19359"/>
                    <a:pt x="9021" y="16031"/>
                    <a:pt x="8257" y="12250"/>
                  </a:cubicBez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7884CA9-2C77-CF2F-3977-AB8FDD78D0E4}"/>
                </a:ext>
              </a:extLst>
            </p:cNvPr>
            <p:cNvSpPr/>
            <p:nvPr/>
          </p:nvSpPr>
          <p:spPr>
            <a:xfrm>
              <a:off x="2120036" y="5924014"/>
              <a:ext cx="70285" cy="67092"/>
            </a:xfrm>
            <a:custGeom>
              <a:avLst/>
              <a:gdLst>
                <a:gd name="connsiteX0" fmla="*/ 51448 w 70285"/>
                <a:gd name="connsiteY0" fmla="*/ 5039 h 67092"/>
                <a:gd name="connsiteX1" fmla="*/ 33559 w 70285"/>
                <a:gd name="connsiteY1" fmla="*/ 52831 h 67092"/>
                <a:gd name="connsiteX2" fmla="*/ 47779 w 70285"/>
                <a:gd name="connsiteY2" fmla="*/ 51772 h 67092"/>
                <a:gd name="connsiteX3" fmla="*/ 56953 w 70285"/>
                <a:gd name="connsiteY3" fmla="*/ 41185 h 67092"/>
                <a:gd name="connsiteX4" fmla="*/ 53589 w 70285"/>
                <a:gd name="connsiteY4" fmla="*/ 23188 h 67092"/>
                <a:gd name="connsiteX5" fmla="*/ 58788 w 70285"/>
                <a:gd name="connsiteY5" fmla="*/ 9274 h 67092"/>
                <a:gd name="connsiteX6" fmla="*/ 69185 w 70285"/>
                <a:gd name="connsiteY6" fmla="*/ 24851 h 67092"/>
                <a:gd name="connsiteX7" fmla="*/ 67809 w 70285"/>
                <a:gd name="connsiteY7" fmla="*/ 45269 h 67092"/>
                <a:gd name="connsiteX8" fmla="*/ 57717 w 70285"/>
                <a:gd name="connsiteY8" fmla="*/ 59788 h 67092"/>
                <a:gd name="connsiteX9" fmla="*/ 42121 w 70285"/>
                <a:gd name="connsiteY9" fmla="*/ 66745 h 67092"/>
                <a:gd name="connsiteX10" fmla="*/ 23467 w 70285"/>
                <a:gd name="connsiteY10" fmla="*/ 64476 h 67092"/>
                <a:gd name="connsiteX11" fmla="*/ 7718 w 70285"/>
                <a:gd name="connsiteY11" fmla="*/ 54343 h 67092"/>
                <a:gd name="connsiteX12" fmla="*/ 378 w 70285"/>
                <a:gd name="connsiteY12" fmla="*/ 39219 h 67092"/>
                <a:gd name="connsiteX13" fmla="*/ 2519 w 70285"/>
                <a:gd name="connsiteY13" fmla="*/ 21524 h 67092"/>
                <a:gd name="connsiteX14" fmla="*/ 12305 w 70285"/>
                <a:gd name="connsiteY14" fmla="*/ 7156 h 67092"/>
                <a:gd name="connsiteX15" fmla="*/ 27289 w 70285"/>
                <a:gd name="connsiteY15" fmla="*/ 350 h 67092"/>
                <a:gd name="connsiteX16" fmla="*/ 45026 w 70285"/>
                <a:gd name="connsiteY16" fmla="*/ 2468 h 67092"/>
                <a:gd name="connsiteX17" fmla="*/ 51295 w 70285"/>
                <a:gd name="connsiteY17" fmla="*/ 5341 h 67092"/>
                <a:gd name="connsiteX18" fmla="*/ 36005 w 70285"/>
                <a:gd name="connsiteY18" fmla="*/ 14264 h 67092"/>
                <a:gd name="connsiteX19" fmla="*/ 22549 w 70285"/>
                <a:gd name="connsiteY19" fmla="*/ 15172 h 67092"/>
                <a:gd name="connsiteX20" fmla="*/ 13528 w 70285"/>
                <a:gd name="connsiteY20" fmla="*/ 25910 h 67092"/>
                <a:gd name="connsiteX21" fmla="*/ 13528 w 70285"/>
                <a:gd name="connsiteY21" fmla="*/ 38917 h 67092"/>
                <a:gd name="connsiteX22" fmla="*/ 23008 w 70285"/>
                <a:gd name="connsiteY22" fmla="*/ 48899 h 67092"/>
                <a:gd name="connsiteX23" fmla="*/ 36005 w 70285"/>
                <a:gd name="connsiteY23" fmla="*/ 14264 h 67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0285" h="67092">
                  <a:moveTo>
                    <a:pt x="51448" y="5039"/>
                  </a:moveTo>
                  <a:lnTo>
                    <a:pt x="33559" y="52831"/>
                  </a:lnTo>
                  <a:cubicBezTo>
                    <a:pt x="38757" y="54343"/>
                    <a:pt x="43497" y="53889"/>
                    <a:pt x="47779" y="51772"/>
                  </a:cubicBezTo>
                  <a:cubicBezTo>
                    <a:pt x="52060" y="49503"/>
                    <a:pt x="55118" y="46025"/>
                    <a:pt x="56953" y="41185"/>
                  </a:cubicBezTo>
                  <a:cubicBezTo>
                    <a:pt x="59552" y="34228"/>
                    <a:pt x="58482" y="28179"/>
                    <a:pt x="53589" y="23188"/>
                  </a:cubicBezTo>
                  <a:lnTo>
                    <a:pt x="58788" y="9274"/>
                  </a:lnTo>
                  <a:cubicBezTo>
                    <a:pt x="63833" y="13357"/>
                    <a:pt x="67350" y="18499"/>
                    <a:pt x="69185" y="24851"/>
                  </a:cubicBezTo>
                  <a:cubicBezTo>
                    <a:pt x="71020" y="31203"/>
                    <a:pt x="70561" y="38009"/>
                    <a:pt x="67809" y="45269"/>
                  </a:cubicBezTo>
                  <a:cubicBezTo>
                    <a:pt x="65515" y="51318"/>
                    <a:pt x="62152" y="56158"/>
                    <a:pt x="57717" y="59788"/>
                  </a:cubicBezTo>
                  <a:cubicBezTo>
                    <a:pt x="53283" y="63418"/>
                    <a:pt x="48084" y="65837"/>
                    <a:pt x="42121" y="66745"/>
                  </a:cubicBezTo>
                  <a:cubicBezTo>
                    <a:pt x="36158" y="67652"/>
                    <a:pt x="30042" y="66745"/>
                    <a:pt x="23467" y="64476"/>
                  </a:cubicBezTo>
                  <a:cubicBezTo>
                    <a:pt x="17045" y="62056"/>
                    <a:pt x="11693" y="58729"/>
                    <a:pt x="7718" y="54343"/>
                  </a:cubicBezTo>
                  <a:cubicBezTo>
                    <a:pt x="3742" y="49957"/>
                    <a:pt x="1296" y="44815"/>
                    <a:pt x="378" y="39219"/>
                  </a:cubicBezTo>
                  <a:cubicBezTo>
                    <a:pt x="-539" y="33472"/>
                    <a:pt x="226" y="27574"/>
                    <a:pt x="2519" y="21524"/>
                  </a:cubicBezTo>
                  <a:cubicBezTo>
                    <a:pt x="4660" y="15626"/>
                    <a:pt x="8024" y="10786"/>
                    <a:pt x="12305" y="7156"/>
                  </a:cubicBezTo>
                  <a:cubicBezTo>
                    <a:pt x="16586" y="3526"/>
                    <a:pt x="21632" y="1258"/>
                    <a:pt x="27289" y="350"/>
                  </a:cubicBezTo>
                  <a:cubicBezTo>
                    <a:pt x="32947" y="-557"/>
                    <a:pt x="38910" y="350"/>
                    <a:pt x="45026" y="2468"/>
                  </a:cubicBezTo>
                  <a:cubicBezTo>
                    <a:pt x="47320" y="3375"/>
                    <a:pt x="49461" y="4283"/>
                    <a:pt x="51295" y="5341"/>
                  </a:cubicBezTo>
                  <a:close/>
                  <a:moveTo>
                    <a:pt x="36005" y="14264"/>
                  </a:moveTo>
                  <a:cubicBezTo>
                    <a:pt x="31112" y="12601"/>
                    <a:pt x="26678" y="12903"/>
                    <a:pt x="22549" y="15172"/>
                  </a:cubicBezTo>
                  <a:cubicBezTo>
                    <a:pt x="18421" y="17441"/>
                    <a:pt x="15363" y="21070"/>
                    <a:pt x="13528" y="25910"/>
                  </a:cubicBezTo>
                  <a:cubicBezTo>
                    <a:pt x="11846" y="30296"/>
                    <a:pt x="11846" y="34682"/>
                    <a:pt x="13528" y="38917"/>
                  </a:cubicBezTo>
                  <a:cubicBezTo>
                    <a:pt x="15210" y="43151"/>
                    <a:pt x="18421" y="46479"/>
                    <a:pt x="23008" y="48899"/>
                  </a:cubicBezTo>
                  <a:lnTo>
                    <a:pt x="36005" y="14264"/>
                  </a:ln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4C22DB4-D5E4-116A-C103-A3C9F3DFB428}"/>
                </a:ext>
              </a:extLst>
            </p:cNvPr>
            <p:cNvSpPr/>
            <p:nvPr/>
          </p:nvSpPr>
          <p:spPr>
            <a:xfrm>
              <a:off x="2141821" y="5852173"/>
              <a:ext cx="86849" cy="74914"/>
            </a:xfrm>
            <a:custGeom>
              <a:avLst/>
              <a:gdLst>
                <a:gd name="connsiteX0" fmla="*/ 21865 w 86849"/>
                <a:gd name="connsiteY0" fmla="*/ 4890 h 74914"/>
                <a:gd name="connsiteX1" fmla="*/ 34862 w 86849"/>
                <a:gd name="connsiteY1" fmla="*/ 50 h 74914"/>
                <a:gd name="connsiteX2" fmla="*/ 50611 w 86849"/>
                <a:gd name="connsiteY2" fmla="*/ 3226 h 74914"/>
                <a:gd name="connsiteX3" fmla="*/ 86849 w 86849"/>
                <a:gd name="connsiteY3" fmla="*/ 19560 h 74914"/>
                <a:gd name="connsiteX4" fmla="*/ 81192 w 86849"/>
                <a:gd name="connsiteY4" fmla="*/ 31962 h 74914"/>
                <a:gd name="connsiteX5" fmla="*/ 46941 w 86849"/>
                <a:gd name="connsiteY5" fmla="*/ 16536 h 74914"/>
                <a:gd name="connsiteX6" fmla="*/ 32416 w 86849"/>
                <a:gd name="connsiteY6" fmla="*/ 14872 h 74914"/>
                <a:gd name="connsiteX7" fmla="*/ 22936 w 86849"/>
                <a:gd name="connsiteY7" fmla="*/ 23946 h 74914"/>
                <a:gd name="connsiteX8" fmla="*/ 22171 w 86849"/>
                <a:gd name="connsiteY8" fmla="*/ 37104 h 74914"/>
                <a:gd name="connsiteX9" fmla="*/ 32874 w 86849"/>
                <a:gd name="connsiteY9" fmla="*/ 46935 h 74914"/>
                <a:gd name="connsiteX10" fmla="*/ 67125 w 86849"/>
                <a:gd name="connsiteY10" fmla="*/ 62361 h 74914"/>
                <a:gd name="connsiteX11" fmla="*/ 61314 w 86849"/>
                <a:gd name="connsiteY11" fmla="*/ 74914 h 74914"/>
                <a:gd name="connsiteX12" fmla="*/ 0 w 86849"/>
                <a:gd name="connsiteY12" fmla="*/ 47237 h 74914"/>
                <a:gd name="connsiteX13" fmla="*/ 5810 w 86849"/>
                <a:gd name="connsiteY13" fmla="*/ 34684 h 74914"/>
                <a:gd name="connsiteX14" fmla="*/ 12844 w 86849"/>
                <a:gd name="connsiteY14" fmla="*/ 37860 h 74914"/>
                <a:gd name="connsiteX15" fmla="*/ 10550 w 86849"/>
                <a:gd name="connsiteY15" fmla="*/ 27274 h 74914"/>
                <a:gd name="connsiteX16" fmla="*/ 13150 w 86849"/>
                <a:gd name="connsiteY16" fmla="*/ 16082 h 74914"/>
                <a:gd name="connsiteX17" fmla="*/ 22018 w 86849"/>
                <a:gd name="connsiteY17" fmla="*/ 4588 h 74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6849" h="74914">
                  <a:moveTo>
                    <a:pt x="21865" y="4890"/>
                  </a:moveTo>
                  <a:cubicBezTo>
                    <a:pt x="25688" y="2017"/>
                    <a:pt x="29969" y="353"/>
                    <a:pt x="34862" y="50"/>
                  </a:cubicBezTo>
                  <a:cubicBezTo>
                    <a:pt x="39755" y="-252"/>
                    <a:pt x="44954" y="807"/>
                    <a:pt x="50611" y="3226"/>
                  </a:cubicBezTo>
                  <a:lnTo>
                    <a:pt x="86849" y="19560"/>
                  </a:lnTo>
                  <a:lnTo>
                    <a:pt x="81192" y="31962"/>
                  </a:lnTo>
                  <a:lnTo>
                    <a:pt x="46941" y="16536"/>
                  </a:lnTo>
                  <a:cubicBezTo>
                    <a:pt x="41437" y="14116"/>
                    <a:pt x="36544" y="13511"/>
                    <a:pt x="32416" y="14872"/>
                  </a:cubicBezTo>
                  <a:cubicBezTo>
                    <a:pt x="28287" y="16233"/>
                    <a:pt x="25076" y="19258"/>
                    <a:pt x="22936" y="23946"/>
                  </a:cubicBezTo>
                  <a:cubicBezTo>
                    <a:pt x="20795" y="28635"/>
                    <a:pt x="20489" y="33021"/>
                    <a:pt x="22171" y="37104"/>
                  </a:cubicBezTo>
                  <a:cubicBezTo>
                    <a:pt x="23853" y="41188"/>
                    <a:pt x="27370" y="44515"/>
                    <a:pt x="32874" y="46935"/>
                  </a:cubicBezTo>
                  <a:lnTo>
                    <a:pt x="67125" y="62361"/>
                  </a:lnTo>
                  <a:lnTo>
                    <a:pt x="61314" y="74914"/>
                  </a:lnTo>
                  <a:lnTo>
                    <a:pt x="0" y="47237"/>
                  </a:lnTo>
                  <a:lnTo>
                    <a:pt x="5810" y="34684"/>
                  </a:lnTo>
                  <a:lnTo>
                    <a:pt x="12844" y="37860"/>
                  </a:lnTo>
                  <a:cubicBezTo>
                    <a:pt x="11315" y="34684"/>
                    <a:pt x="10550" y="31206"/>
                    <a:pt x="10550" y="27274"/>
                  </a:cubicBezTo>
                  <a:cubicBezTo>
                    <a:pt x="10550" y="23493"/>
                    <a:pt x="11468" y="19712"/>
                    <a:pt x="13150" y="16082"/>
                  </a:cubicBezTo>
                  <a:cubicBezTo>
                    <a:pt x="15290" y="11242"/>
                    <a:pt x="18348" y="7461"/>
                    <a:pt x="22018" y="4588"/>
                  </a:cubicBez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44DECA6-3928-0ED3-7E50-BDD45053274C}"/>
                </a:ext>
              </a:extLst>
            </p:cNvPr>
            <p:cNvSpPr/>
            <p:nvPr/>
          </p:nvSpPr>
          <p:spPr>
            <a:xfrm>
              <a:off x="2162921" y="5797323"/>
              <a:ext cx="88684" cy="52212"/>
            </a:xfrm>
            <a:custGeom>
              <a:avLst/>
              <a:gdLst>
                <a:gd name="connsiteX0" fmla="*/ 31498 w 88684"/>
                <a:gd name="connsiteY0" fmla="*/ 19812 h 52212"/>
                <a:gd name="connsiteX1" fmla="*/ 64525 w 88684"/>
                <a:gd name="connsiteY1" fmla="*/ 37054 h 52212"/>
                <a:gd name="connsiteX2" fmla="*/ 70183 w 88684"/>
                <a:gd name="connsiteY2" fmla="*/ 37961 h 52212"/>
                <a:gd name="connsiteX3" fmla="*/ 74464 w 88684"/>
                <a:gd name="connsiteY3" fmla="*/ 33424 h 52212"/>
                <a:gd name="connsiteX4" fmla="*/ 78440 w 88684"/>
                <a:gd name="connsiteY4" fmla="*/ 25862 h 52212"/>
                <a:gd name="connsiteX5" fmla="*/ 88684 w 88684"/>
                <a:gd name="connsiteY5" fmla="*/ 31156 h 52212"/>
                <a:gd name="connsiteX6" fmla="*/ 83485 w 88684"/>
                <a:gd name="connsiteY6" fmla="*/ 40835 h 52212"/>
                <a:gd name="connsiteX7" fmla="*/ 72935 w 88684"/>
                <a:gd name="connsiteY7" fmla="*/ 51422 h 52212"/>
                <a:gd name="connsiteX8" fmla="*/ 57950 w 88684"/>
                <a:gd name="connsiteY8" fmla="*/ 49153 h 52212"/>
                <a:gd name="connsiteX9" fmla="*/ 24923 w 88684"/>
                <a:gd name="connsiteY9" fmla="*/ 31912 h 52212"/>
                <a:gd name="connsiteX10" fmla="*/ 21254 w 88684"/>
                <a:gd name="connsiteY10" fmla="*/ 38869 h 52212"/>
                <a:gd name="connsiteX11" fmla="*/ 11162 w 88684"/>
                <a:gd name="connsiteY11" fmla="*/ 33575 h 52212"/>
                <a:gd name="connsiteX12" fmla="*/ 14832 w 88684"/>
                <a:gd name="connsiteY12" fmla="*/ 26618 h 52212"/>
                <a:gd name="connsiteX13" fmla="*/ 0 w 88684"/>
                <a:gd name="connsiteY13" fmla="*/ 18905 h 52212"/>
                <a:gd name="connsiteX14" fmla="*/ 6575 w 88684"/>
                <a:gd name="connsiteY14" fmla="*/ 6655 h 52212"/>
                <a:gd name="connsiteX15" fmla="*/ 21407 w 88684"/>
                <a:gd name="connsiteY15" fmla="*/ 14368 h 52212"/>
                <a:gd name="connsiteX16" fmla="*/ 29052 w 88684"/>
                <a:gd name="connsiteY16" fmla="*/ 0 h 52212"/>
                <a:gd name="connsiteX17" fmla="*/ 39143 w 88684"/>
                <a:gd name="connsiteY17" fmla="*/ 5293 h 52212"/>
                <a:gd name="connsiteX18" fmla="*/ 31498 w 88684"/>
                <a:gd name="connsiteY18" fmla="*/ 19661 h 52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8684" h="52212">
                  <a:moveTo>
                    <a:pt x="31498" y="19812"/>
                  </a:moveTo>
                  <a:lnTo>
                    <a:pt x="64525" y="37054"/>
                  </a:lnTo>
                  <a:cubicBezTo>
                    <a:pt x="66819" y="38264"/>
                    <a:pt x="68654" y="38566"/>
                    <a:pt x="70183" y="37961"/>
                  </a:cubicBezTo>
                  <a:cubicBezTo>
                    <a:pt x="71712" y="37356"/>
                    <a:pt x="73088" y="35995"/>
                    <a:pt x="74464" y="33424"/>
                  </a:cubicBezTo>
                  <a:lnTo>
                    <a:pt x="78440" y="25862"/>
                  </a:lnTo>
                  <a:lnTo>
                    <a:pt x="88684" y="31156"/>
                  </a:lnTo>
                  <a:lnTo>
                    <a:pt x="83485" y="40835"/>
                  </a:lnTo>
                  <a:cubicBezTo>
                    <a:pt x="80580" y="46280"/>
                    <a:pt x="77063" y="49909"/>
                    <a:pt x="72935" y="51422"/>
                  </a:cubicBezTo>
                  <a:cubicBezTo>
                    <a:pt x="68807" y="52934"/>
                    <a:pt x="63761" y="52329"/>
                    <a:pt x="57950" y="49153"/>
                  </a:cubicBezTo>
                  <a:lnTo>
                    <a:pt x="24923" y="31912"/>
                  </a:lnTo>
                  <a:lnTo>
                    <a:pt x="21254" y="38869"/>
                  </a:lnTo>
                  <a:lnTo>
                    <a:pt x="11162" y="33575"/>
                  </a:lnTo>
                  <a:lnTo>
                    <a:pt x="14832" y="26618"/>
                  </a:lnTo>
                  <a:lnTo>
                    <a:pt x="0" y="18905"/>
                  </a:lnTo>
                  <a:lnTo>
                    <a:pt x="6575" y="6655"/>
                  </a:lnTo>
                  <a:lnTo>
                    <a:pt x="21407" y="14368"/>
                  </a:lnTo>
                  <a:lnTo>
                    <a:pt x="29052" y="0"/>
                  </a:lnTo>
                  <a:lnTo>
                    <a:pt x="39143" y="5293"/>
                  </a:lnTo>
                  <a:lnTo>
                    <a:pt x="31498" y="19661"/>
                  </a:ln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31D67B6-74D1-E9E4-F9DA-1295C8A8FF3E}"/>
                </a:ext>
              </a:extLst>
            </p:cNvPr>
            <p:cNvSpPr/>
            <p:nvPr/>
          </p:nvSpPr>
          <p:spPr>
            <a:xfrm>
              <a:off x="2201300" y="5705217"/>
              <a:ext cx="95643" cy="86811"/>
            </a:xfrm>
            <a:custGeom>
              <a:avLst/>
              <a:gdLst>
                <a:gd name="connsiteX0" fmla="*/ 71712 w 95643"/>
                <a:gd name="connsiteY0" fmla="*/ 19661 h 86811"/>
                <a:gd name="connsiteX1" fmla="*/ 85779 w 95643"/>
                <a:gd name="connsiteY1" fmla="*/ 22989 h 86811"/>
                <a:gd name="connsiteX2" fmla="*/ 93730 w 95643"/>
                <a:gd name="connsiteY2" fmla="*/ 32063 h 86811"/>
                <a:gd name="connsiteX3" fmla="*/ 95412 w 95643"/>
                <a:gd name="connsiteY3" fmla="*/ 44616 h 86811"/>
                <a:gd name="connsiteX4" fmla="*/ 89907 w 95643"/>
                <a:gd name="connsiteY4" fmla="*/ 58530 h 86811"/>
                <a:gd name="connsiteX5" fmla="*/ 71559 w 95643"/>
                <a:gd name="connsiteY5" fmla="*/ 86812 h 86811"/>
                <a:gd name="connsiteX6" fmla="*/ 0 w 95643"/>
                <a:gd name="connsiteY6" fmla="*/ 41440 h 86811"/>
                <a:gd name="connsiteX7" fmla="*/ 17584 w 95643"/>
                <a:gd name="connsiteY7" fmla="*/ 14519 h 86811"/>
                <a:gd name="connsiteX8" fmla="*/ 28134 w 95643"/>
                <a:gd name="connsiteY8" fmla="*/ 3630 h 86811"/>
                <a:gd name="connsiteX9" fmla="*/ 39908 w 95643"/>
                <a:gd name="connsiteY9" fmla="*/ 0 h 86811"/>
                <a:gd name="connsiteX10" fmla="*/ 50917 w 95643"/>
                <a:gd name="connsiteY10" fmla="*/ 3327 h 86811"/>
                <a:gd name="connsiteX11" fmla="*/ 59174 w 95643"/>
                <a:gd name="connsiteY11" fmla="*/ 13158 h 86811"/>
                <a:gd name="connsiteX12" fmla="*/ 59632 w 95643"/>
                <a:gd name="connsiteY12" fmla="*/ 25711 h 86811"/>
                <a:gd name="connsiteX13" fmla="*/ 72018 w 95643"/>
                <a:gd name="connsiteY13" fmla="*/ 19964 h 86811"/>
                <a:gd name="connsiteX14" fmla="*/ 37614 w 95643"/>
                <a:gd name="connsiteY14" fmla="*/ 48699 h 86811"/>
                <a:gd name="connsiteX15" fmla="*/ 46941 w 95643"/>
                <a:gd name="connsiteY15" fmla="*/ 34332 h 86811"/>
                <a:gd name="connsiteX16" fmla="*/ 50152 w 95643"/>
                <a:gd name="connsiteY16" fmla="*/ 23745 h 86811"/>
                <a:gd name="connsiteX17" fmla="*/ 44648 w 95643"/>
                <a:gd name="connsiteY17" fmla="*/ 15729 h 86811"/>
                <a:gd name="connsiteX18" fmla="*/ 35015 w 95643"/>
                <a:gd name="connsiteY18" fmla="*/ 14065 h 86811"/>
                <a:gd name="connsiteX19" fmla="*/ 26452 w 95643"/>
                <a:gd name="connsiteY19" fmla="*/ 21325 h 86811"/>
                <a:gd name="connsiteX20" fmla="*/ 17125 w 95643"/>
                <a:gd name="connsiteY20" fmla="*/ 35693 h 86811"/>
                <a:gd name="connsiteX21" fmla="*/ 37614 w 95643"/>
                <a:gd name="connsiteY21" fmla="*/ 48699 h 86811"/>
                <a:gd name="connsiteX22" fmla="*/ 82721 w 95643"/>
                <a:gd name="connsiteY22" fmla="*/ 42196 h 86811"/>
                <a:gd name="connsiteX23" fmla="*/ 76910 w 95643"/>
                <a:gd name="connsiteY23" fmla="*/ 33727 h 86811"/>
                <a:gd name="connsiteX24" fmla="*/ 66207 w 95643"/>
                <a:gd name="connsiteY24" fmla="*/ 32063 h 86811"/>
                <a:gd name="connsiteX25" fmla="*/ 57033 w 95643"/>
                <a:gd name="connsiteY25" fmla="*/ 39625 h 86811"/>
                <a:gd name="connsiteX26" fmla="*/ 47094 w 95643"/>
                <a:gd name="connsiteY26" fmla="*/ 54900 h 86811"/>
                <a:gd name="connsiteX27" fmla="*/ 69418 w 95643"/>
                <a:gd name="connsiteY27" fmla="*/ 69117 h 86811"/>
                <a:gd name="connsiteX28" fmla="*/ 79663 w 95643"/>
                <a:gd name="connsiteY28" fmla="*/ 53388 h 86811"/>
                <a:gd name="connsiteX29" fmla="*/ 82721 w 95643"/>
                <a:gd name="connsiteY29" fmla="*/ 42347 h 86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5643" h="86811">
                  <a:moveTo>
                    <a:pt x="71712" y="19661"/>
                  </a:moveTo>
                  <a:cubicBezTo>
                    <a:pt x="76758" y="19208"/>
                    <a:pt x="81498" y="20266"/>
                    <a:pt x="85779" y="22989"/>
                  </a:cubicBezTo>
                  <a:cubicBezTo>
                    <a:pt x="89449" y="25257"/>
                    <a:pt x="92048" y="28282"/>
                    <a:pt x="93730" y="32063"/>
                  </a:cubicBezTo>
                  <a:cubicBezTo>
                    <a:pt x="95412" y="35844"/>
                    <a:pt x="96023" y="39927"/>
                    <a:pt x="95412" y="44616"/>
                  </a:cubicBezTo>
                  <a:cubicBezTo>
                    <a:pt x="94800" y="49153"/>
                    <a:pt x="92965" y="53842"/>
                    <a:pt x="89907" y="58530"/>
                  </a:cubicBezTo>
                  <a:lnTo>
                    <a:pt x="71559" y="86812"/>
                  </a:lnTo>
                  <a:lnTo>
                    <a:pt x="0" y="41440"/>
                  </a:lnTo>
                  <a:lnTo>
                    <a:pt x="17584" y="14519"/>
                  </a:lnTo>
                  <a:cubicBezTo>
                    <a:pt x="20642" y="9679"/>
                    <a:pt x="24159" y="6050"/>
                    <a:pt x="28134" y="3630"/>
                  </a:cubicBezTo>
                  <a:cubicBezTo>
                    <a:pt x="31957" y="1210"/>
                    <a:pt x="35932" y="0"/>
                    <a:pt x="39908" y="0"/>
                  </a:cubicBezTo>
                  <a:cubicBezTo>
                    <a:pt x="43883" y="0"/>
                    <a:pt x="47553" y="1059"/>
                    <a:pt x="50917" y="3327"/>
                  </a:cubicBezTo>
                  <a:cubicBezTo>
                    <a:pt x="55045" y="5898"/>
                    <a:pt x="57798" y="9226"/>
                    <a:pt x="59174" y="13158"/>
                  </a:cubicBezTo>
                  <a:cubicBezTo>
                    <a:pt x="60550" y="17090"/>
                    <a:pt x="60703" y="21325"/>
                    <a:pt x="59632" y="25711"/>
                  </a:cubicBezTo>
                  <a:cubicBezTo>
                    <a:pt x="62843" y="22384"/>
                    <a:pt x="66972" y="20417"/>
                    <a:pt x="72018" y="19964"/>
                  </a:cubicBezTo>
                  <a:close/>
                  <a:moveTo>
                    <a:pt x="37614" y="48699"/>
                  </a:moveTo>
                  <a:lnTo>
                    <a:pt x="46941" y="34332"/>
                  </a:lnTo>
                  <a:cubicBezTo>
                    <a:pt x="49388" y="30551"/>
                    <a:pt x="50458" y="27072"/>
                    <a:pt x="50152" y="23745"/>
                  </a:cubicBezTo>
                  <a:cubicBezTo>
                    <a:pt x="49847" y="20569"/>
                    <a:pt x="48012" y="17846"/>
                    <a:pt x="44648" y="15729"/>
                  </a:cubicBezTo>
                  <a:cubicBezTo>
                    <a:pt x="41437" y="13763"/>
                    <a:pt x="38226" y="13158"/>
                    <a:pt x="35015" y="14065"/>
                  </a:cubicBezTo>
                  <a:cubicBezTo>
                    <a:pt x="31804" y="15124"/>
                    <a:pt x="28899" y="17393"/>
                    <a:pt x="26452" y="21325"/>
                  </a:cubicBezTo>
                  <a:lnTo>
                    <a:pt x="17125" y="35693"/>
                  </a:lnTo>
                  <a:lnTo>
                    <a:pt x="37614" y="48699"/>
                  </a:lnTo>
                  <a:close/>
                  <a:moveTo>
                    <a:pt x="82721" y="42196"/>
                  </a:moveTo>
                  <a:cubicBezTo>
                    <a:pt x="82262" y="38718"/>
                    <a:pt x="80274" y="35844"/>
                    <a:pt x="76910" y="33727"/>
                  </a:cubicBezTo>
                  <a:cubicBezTo>
                    <a:pt x="73394" y="31458"/>
                    <a:pt x="69877" y="30853"/>
                    <a:pt x="66207" y="32063"/>
                  </a:cubicBezTo>
                  <a:cubicBezTo>
                    <a:pt x="62538" y="33122"/>
                    <a:pt x="59479" y="35693"/>
                    <a:pt x="57033" y="39625"/>
                  </a:cubicBezTo>
                  <a:lnTo>
                    <a:pt x="47094" y="54900"/>
                  </a:lnTo>
                  <a:lnTo>
                    <a:pt x="69418" y="69117"/>
                  </a:lnTo>
                  <a:lnTo>
                    <a:pt x="79663" y="53388"/>
                  </a:lnTo>
                  <a:cubicBezTo>
                    <a:pt x="82262" y="49456"/>
                    <a:pt x="83332" y="45826"/>
                    <a:pt x="82721" y="42347"/>
                  </a:cubicBez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34DBD59-BEE3-DDAC-4552-3A04EC93C2F3}"/>
                </a:ext>
              </a:extLst>
            </p:cNvPr>
            <p:cNvSpPr/>
            <p:nvPr/>
          </p:nvSpPr>
          <p:spPr>
            <a:xfrm>
              <a:off x="2259403" y="5641092"/>
              <a:ext cx="91130" cy="79169"/>
            </a:xfrm>
            <a:custGeom>
              <a:avLst/>
              <a:gdLst>
                <a:gd name="connsiteX0" fmla="*/ 37156 w 91130"/>
                <a:gd name="connsiteY0" fmla="*/ 0 h 79169"/>
                <a:gd name="connsiteX1" fmla="*/ 91131 w 91130"/>
                <a:gd name="connsiteY1" fmla="*/ 39927 h 79169"/>
                <a:gd name="connsiteX2" fmla="*/ 82721 w 91130"/>
                <a:gd name="connsiteY2" fmla="*/ 50968 h 79169"/>
                <a:gd name="connsiteX3" fmla="*/ 76299 w 91130"/>
                <a:gd name="connsiteY3" fmla="*/ 46280 h 79169"/>
                <a:gd name="connsiteX4" fmla="*/ 76299 w 91130"/>
                <a:gd name="connsiteY4" fmla="*/ 57018 h 79169"/>
                <a:gd name="connsiteX5" fmla="*/ 71406 w 91130"/>
                <a:gd name="connsiteY5" fmla="*/ 67453 h 79169"/>
                <a:gd name="connsiteX6" fmla="*/ 60244 w 91130"/>
                <a:gd name="connsiteY6" fmla="*/ 76830 h 79169"/>
                <a:gd name="connsiteX7" fmla="*/ 46483 w 91130"/>
                <a:gd name="connsiteY7" fmla="*/ 78947 h 79169"/>
                <a:gd name="connsiteX8" fmla="*/ 31804 w 91130"/>
                <a:gd name="connsiteY8" fmla="*/ 72595 h 79169"/>
                <a:gd name="connsiteX9" fmla="*/ 0 w 91130"/>
                <a:gd name="connsiteY9" fmla="*/ 49153 h 79169"/>
                <a:gd name="connsiteX10" fmla="*/ 8257 w 91130"/>
                <a:gd name="connsiteY10" fmla="*/ 38264 h 79169"/>
                <a:gd name="connsiteX11" fmla="*/ 38379 w 91130"/>
                <a:gd name="connsiteY11" fmla="*/ 60496 h 79169"/>
                <a:gd name="connsiteX12" fmla="*/ 52140 w 91130"/>
                <a:gd name="connsiteY12" fmla="*/ 65185 h 79169"/>
                <a:gd name="connsiteX13" fmla="*/ 63455 w 91130"/>
                <a:gd name="connsiteY13" fmla="*/ 58228 h 79169"/>
                <a:gd name="connsiteX14" fmla="*/ 66972 w 91130"/>
                <a:gd name="connsiteY14" fmla="*/ 45523 h 79169"/>
                <a:gd name="connsiteX15" fmla="*/ 58562 w 91130"/>
                <a:gd name="connsiteY15" fmla="*/ 33727 h 79169"/>
                <a:gd name="connsiteX16" fmla="*/ 28440 w 91130"/>
                <a:gd name="connsiteY16" fmla="*/ 11494 h 79169"/>
                <a:gd name="connsiteX17" fmla="*/ 36850 w 91130"/>
                <a:gd name="connsiteY17" fmla="*/ 454 h 79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130" h="79169">
                  <a:moveTo>
                    <a:pt x="37156" y="0"/>
                  </a:moveTo>
                  <a:lnTo>
                    <a:pt x="91131" y="39927"/>
                  </a:lnTo>
                  <a:lnTo>
                    <a:pt x="82721" y="50968"/>
                  </a:lnTo>
                  <a:lnTo>
                    <a:pt x="76299" y="46280"/>
                  </a:lnTo>
                  <a:cubicBezTo>
                    <a:pt x="77216" y="49607"/>
                    <a:pt x="77216" y="53237"/>
                    <a:pt x="76299" y="57018"/>
                  </a:cubicBezTo>
                  <a:cubicBezTo>
                    <a:pt x="75381" y="60799"/>
                    <a:pt x="73852" y="64277"/>
                    <a:pt x="71406" y="67453"/>
                  </a:cubicBezTo>
                  <a:cubicBezTo>
                    <a:pt x="68195" y="71688"/>
                    <a:pt x="64525" y="74713"/>
                    <a:pt x="60244" y="76830"/>
                  </a:cubicBezTo>
                  <a:cubicBezTo>
                    <a:pt x="55963" y="78947"/>
                    <a:pt x="51376" y="79552"/>
                    <a:pt x="46483" y="78947"/>
                  </a:cubicBezTo>
                  <a:cubicBezTo>
                    <a:pt x="41590" y="78343"/>
                    <a:pt x="36697" y="76074"/>
                    <a:pt x="31804" y="72595"/>
                  </a:cubicBezTo>
                  <a:lnTo>
                    <a:pt x="0" y="49153"/>
                  </a:lnTo>
                  <a:lnTo>
                    <a:pt x="8257" y="38264"/>
                  </a:lnTo>
                  <a:lnTo>
                    <a:pt x="38379" y="60496"/>
                  </a:lnTo>
                  <a:cubicBezTo>
                    <a:pt x="43272" y="64126"/>
                    <a:pt x="47859" y="65638"/>
                    <a:pt x="52140" y="65185"/>
                  </a:cubicBezTo>
                  <a:cubicBezTo>
                    <a:pt x="56574" y="64731"/>
                    <a:pt x="60244" y="62462"/>
                    <a:pt x="63455" y="58228"/>
                  </a:cubicBezTo>
                  <a:cubicBezTo>
                    <a:pt x="66513" y="54144"/>
                    <a:pt x="67736" y="49909"/>
                    <a:pt x="66972" y="45523"/>
                  </a:cubicBezTo>
                  <a:cubicBezTo>
                    <a:pt x="66207" y="41137"/>
                    <a:pt x="63455" y="37205"/>
                    <a:pt x="58562" y="33727"/>
                  </a:cubicBezTo>
                  <a:lnTo>
                    <a:pt x="28440" y="11494"/>
                  </a:lnTo>
                  <a:lnTo>
                    <a:pt x="36850" y="454"/>
                  </a:ln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7F725E2-7E2D-1D97-5DF6-EDF672F1635A}"/>
                </a:ext>
              </a:extLst>
            </p:cNvPr>
            <p:cNvSpPr/>
            <p:nvPr/>
          </p:nvSpPr>
          <p:spPr>
            <a:xfrm>
              <a:off x="2316515" y="5595846"/>
              <a:ext cx="69929" cy="65878"/>
            </a:xfrm>
            <a:custGeom>
              <a:avLst/>
              <a:gdLst>
                <a:gd name="connsiteX0" fmla="*/ 50227 w 69929"/>
                <a:gd name="connsiteY0" fmla="*/ 63394 h 65878"/>
                <a:gd name="connsiteX1" fmla="*/ 37842 w 69929"/>
                <a:gd name="connsiteY1" fmla="*/ 65814 h 65878"/>
                <a:gd name="connsiteX2" fmla="*/ 26833 w 69929"/>
                <a:gd name="connsiteY2" fmla="*/ 61579 h 65878"/>
                <a:gd name="connsiteX3" fmla="*/ 36160 w 69929"/>
                <a:gd name="connsiteY3" fmla="*/ 50690 h 65878"/>
                <a:gd name="connsiteX4" fmla="*/ 44264 w 69929"/>
                <a:gd name="connsiteY4" fmla="*/ 52202 h 65878"/>
                <a:gd name="connsiteX5" fmla="*/ 52521 w 69929"/>
                <a:gd name="connsiteY5" fmla="*/ 47060 h 65878"/>
                <a:gd name="connsiteX6" fmla="*/ 56802 w 69929"/>
                <a:gd name="connsiteY6" fmla="*/ 38742 h 65878"/>
                <a:gd name="connsiteX7" fmla="*/ 54508 w 69929"/>
                <a:gd name="connsiteY7" fmla="*/ 32541 h 65878"/>
                <a:gd name="connsiteX8" fmla="*/ 47934 w 69929"/>
                <a:gd name="connsiteY8" fmla="*/ 31634 h 65878"/>
                <a:gd name="connsiteX9" fmla="*/ 37383 w 69929"/>
                <a:gd name="connsiteY9" fmla="*/ 37683 h 65878"/>
                <a:gd name="connsiteX10" fmla="*/ 26221 w 69929"/>
                <a:gd name="connsiteY10" fmla="*/ 44338 h 65878"/>
                <a:gd name="connsiteX11" fmla="*/ 16282 w 69929"/>
                <a:gd name="connsiteY11" fmla="*/ 46758 h 65878"/>
                <a:gd name="connsiteX12" fmla="*/ 5885 w 69929"/>
                <a:gd name="connsiteY12" fmla="*/ 42523 h 65878"/>
                <a:gd name="connsiteX13" fmla="*/ 533 w 69929"/>
                <a:gd name="connsiteY13" fmla="*/ 33751 h 65878"/>
                <a:gd name="connsiteX14" fmla="*/ 1145 w 69929"/>
                <a:gd name="connsiteY14" fmla="*/ 22408 h 65878"/>
                <a:gd name="connsiteX15" fmla="*/ 8026 w 69929"/>
                <a:gd name="connsiteY15" fmla="*/ 10460 h 65878"/>
                <a:gd name="connsiteX16" fmla="*/ 24539 w 69929"/>
                <a:gd name="connsiteY16" fmla="*/ 327 h 65878"/>
                <a:gd name="connsiteX17" fmla="*/ 41512 w 69929"/>
                <a:gd name="connsiteY17" fmla="*/ 4864 h 65878"/>
                <a:gd name="connsiteX18" fmla="*/ 32490 w 69929"/>
                <a:gd name="connsiteY18" fmla="*/ 15300 h 65878"/>
                <a:gd name="connsiteX19" fmla="*/ 24692 w 69929"/>
                <a:gd name="connsiteY19" fmla="*/ 13485 h 65878"/>
                <a:gd name="connsiteX20" fmla="*/ 16894 w 69929"/>
                <a:gd name="connsiteY20" fmla="*/ 18476 h 65878"/>
                <a:gd name="connsiteX21" fmla="*/ 12919 w 69929"/>
                <a:gd name="connsiteY21" fmla="*/ 26189 h 65878"/>
                <a:gd name="connsiteX22" fmla="*/ 15212 w 69929"/>
                <a:gd name="connsiteY22" fmla="*/ 31936 h 65878"/>
                <a:gd name="connsiteX23" fmla="*/ 19952 w 69929"/>
                <a:gd name="connsiteY23" fmla="*/ 33297 h 65878"/>
                <a:gd name="connsiteX24" fmla="*/ 25304 w 69929"/>
                <a:gd name="connsiteY24" fmla="*/ 31634 h 65878"/>
                <a:gd name="connsiteX25" fmla="*/ 32643 w 69929"/>
                <a:gd name="connsiteY25" fmla="*/ 27096 h 65878"/>
                <a:gd name="connsiteX26" fmla="*/ 43499 w 69929"/>
                <a:gd name="connsiteY26" fmla="*/ 20593 h 65878"/>
                <a:gd name="connsiteX27" fmla="*/ 53285 w 69929"/>
                <a:gd name="connsiteY27" fmla="*/ 18325 h 65878"/>
                <a:gd name="connsiteX28" fmla="*/ 63530 w 69929"/>
                <a:gd name="connsiteY28" fmla="*/ 22408 h 65878"/>
                <a:gd name="connsiteX29" fmla="*/ 69340 w 69929"/>
                <a:gd name="connsiteY29" fmla="*/ 31482 h 65878"/>
                <a:gd name="connsiteX30" fmla="*/ 68881 w 69929"/>
                <a:gd name="connsiteY30" fmla="*/ 42825 h 65878"/>
                <a:gd name="connsiteX31" fmla="*/ 62001 w 69929"/>
                <a:gd name="connsiteY31" fmla="*/ 54773 h 65878"/>
                <a:gd name="connsiteX32" fmla="*/ 50533 w 69929"/>
                <a:gd name="connsiteY32" fmla="*/ 63545 h 65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9929" h="65878">
                  <a:moveTo>
                    <a:pt x="50227" y="63394"/>
                  </a:moveTo>
                  <a:cubicBezTo>
                    <a:pt x="46099" y="65360"/>
                    <a:pt x="41970" y="66116"/>
                    <a:pt x="37842" y="65814"/>
                  </a:cubicBezTo>
                  <a:cubicBezTo>
                    <a:pt x="33713" y="65511"/>
                    <a:pt x="30044" y="64150"/>
                    <a:pt x="26833" y="61579"/>
                  </a:cubicBezTo>
                  <a:lnTo>
                    <a:pt x="36160" y="50690"/>
                  </a:lnTo>
                  <a:cubicBezTo>
                    <a:pt x="38453" y="52354"/>
                    <a:pt x="41206" y="52807"/>
                    <a:pt x="44264" y="52202"/>
                  </a:cubicBezTo>
                  <a:cubicBezTo>
                    <a:pt x="47322" y="51597"/>
                    <a:pt x="50074" y="49783"/>
                    <a:pt x="52521" y="47060"/>
                  </a:cubicBezTo>
                  <a:cubicBezTo>
                    <a:pt x="55120" y="44187"/>
                    <a:pt x="56496" y="41313"/>
                    <a:pt x="56802" y="38742"/>
                  </a:cubicBezTo>
                  <a:cubicBezTo>
                    <a:pt x="57108" y="36171"/>
                    <a:pt x="56343" y="34054"/>
                    <a:pt x="54508" y="32541"/>
                  </a:cubicBezTo>
                  <a:cubicBezTo>
                    <a:pt x="52674" y="30877"/>
                    <a:pt x="50380" y="30575"/>
                    <a:pt x="47934" y="31634"/>
                  </a:cubicBezTo>
                  <a:cubicBezTo>
                    <a:pt x="45487" y="32692"/>
                    <a:pt x="41970" y="34658"/>
                    <a:pt x="37383" y="37683"/>
                  </a:cubicBezTo>
                  <a:cubicBezTo>
                    <a:pt x="33102" y="40557"/>
                    <a:pt x="29279" y="42825"/>
                    <a:pt x="26221" y="44338"/>
                  </a:cubicBezTo>
                  <a:cubicBezTo>
                    <a:pt x="23163" y="45850"/>
                    <a:pt x="19799" y="46606"/>
                    <a:pt x="16282" y="46758"/>
                  </a:cubicBezTo>
                  <a:cubicBezTo>
                    <a:pt x="12766" y="46758"/>
                    <a:pt x="9249" y="45397"/>
                    <a:pt x="5885" y="42523"/>
                  </a:cubicBezTo>
                  <a:cubicBezTo>
                    <a:pt x="3133" y="40254"/>
                    <a:pt x="1298" y="37381"/>
                    <a:pt x="533" y="33751"/>
                  </a:cubicBezTo>
                  <a:cubicBezTo>
                    <a:pt x="-384" y="30273"/>
                    <a:pt x="-78" y="26492"/>
                    <a:pt x="1145" y="22408"/>
                  </a:cubicBezTo>
                  <a:cubicBezTo>
                    <a:pt x="2368" y="18325"/>
                    <a:pt x="4662" y="14392"/>
                    <a:pt x="8026" y="10460"/>
                  </a:cubicBezTo>
                  <a:cubicBezTo>
                    <a:pt x="13072" y="4713"/>
                    <a:pt x="18576" y="1386"/>
                    <a:pt x="24539" y="327"/>
                  </a:cubicBezTo>
                  <a:cubicBezTo>
                    <a:pt x="30503" y="-732"/>
                    <a:pt x="36160" y="781"/>
                    <a:pt x="41512" y="4864"/>
                  </a:cubicBezTo>
                  <a:lnTo>
                    <a:pt x="32490" y="15300"/>
                  </a:lnTo>
                  <a:cubicBezTo>
                    <a:pt x="30044" y="13485"/>
                    <a:pt x="27444" y="12880"/>
                    <a:pt x="24692" y="13485"/>
                  </a:cubicBezTo>
                  <a:cubicBezTo>
                    <a:pt x="21940" y="13939"/>
                    <a:pt x="19341" y="15602"/>
                    <a:pt x="16894" y="18476"/>
                  </a:cubicBezTo>
                  <a:cubicBezTo>
                    <a:pt x="14448" y="21198"/>
                    <a:pt x="13224" y="23769"/>
                    <a:pt x="12919" y="26189"/>
                  </a:cubicBezTo>
                  <a:cubicBezTo>
                    <a:pt x="12766" y="28609"/>
                    <a:pt x="13530" y="30424"/>
                    <a:pt x="15212" y="31936"/>
                  </a:cubicBezTo>
                  <a:cubicBezTo>
                    <a:pt x="16588" y="33146"/>
                    <a:pt x="18117" y="33600"/>
                    <a:pt x="19952" y="33297"/>
                  </a:cubicBezTo>
                  <a:cubicBezTo>
                    <a:pt x="21787" y="32995"/>
                    <a:pt x="23469" y="32541"/>
                    <a:pt x="25304" y="31634"/>
                  </a:cubicBezTo>
                  <a:cubicBezTo>
                    <a:pt x="27139" y="30726"/>
                    <a:pt x="29585" y="29214"/>
                    <a:pt x="32643" y="27096"/>
                  </a:cubicBezTo>
                  <a:cubicBezTo>
                    <a:pt x="36772" y="24223"/>
                    <a:pt x="40441" y="22106"/>
                    <a:pt x="43499" y="20593"/>
                  </a:cubicBezTo>
                  <a:cubicBezTo>
                    <a:pt x="46557" y="19081"/>
                    <a:pt x="49768" y="18325"/>
                    <a:pt x="53285" y="18325"/>
                  </a:cubicBezTo>
                  <a:cubicBezTo>
                    <a:pt x="56802" y="18325"/>
                    <a:pt x="60166" y="19686"/>
                    <a:pt x="63530" y="22408"/>
                  </a:cubicBezTo>
                  <a:cubicBezTo>
                    <a:pt x="66435" y="24828"/>
                    <a:pt x="68423" y="27853"/>
                    <a:pt x="69340" y="31482"/>
                  </a:cubicBezTo>
                  <a:cubicBezTo>
                    <a:pt x="70257" y="34961"/>
                    <a:pt x="70105" y="38742"/>
                    <a:pt x="68881" y="42825"/>
                  </a:cubicBezTo>
                  <a:cubicBezTo>
                    <a:pt x="67658" y="46909"/>
                    <a:pt x="65365" y="50841"/>
                    <a:pt x="62001" y="54773"/>
                  </a:cubicBezTo>
                  <a:cubicBezTo>
                    <a:pt x="58484" y="58706"/>
                    <a:pt x="54661" y="61730"/>
                    <a:pt x="50533" y="63545"/>
                  </a:cubicBez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E819560-0F7F-CC99-BF16-5149C143C6E1}"/>
                </a:ext>
              </a:extLst>
            </p:cNvPr>
            <p:cNvSpPr/>
            <p:nvPr/>
          </p:nvSpPr>
          <p:spPr>
            <a:xfrm>
              <a:off x="2337537" y="5548533"/>
              <a:ext cx="75840" cy="71687"/>
            </a:xfrm>
            <a:custGeom>
              <a:avLst/>
              <a:gdLst>
                <a:gd name="connsiteX0" fmla="*/ 9327 w 75840"/>
                <a:gd name="connsiteY0" fmla="*/ 17695 h 71687"/>
                <a:gd name="connsiteX1" fmla="*/ 2905 w 75840"/>
                <a:gd name="connsiteY1" fmla="*/ 15275 h 71687"/>
                <a:gd name="connsiteX2" fmla="*/ 0 w 75840"/>
                <a:gd name="connsiteY2" fmla="*/ 9074 h 71687"/>
                <a:gd name="connsiteX3" fmla="*/ 2446 w 75840"/>
                <a:gd name="connsiteY3" fmla="*/ 2722 h 71687"/>
                <a:gd name="connsiteX4" fmla="*/ 8563 w 75840"/>
                <a:gd name="connsiteY4" fmla="*/ 0 h 71687"/>
                <a:gd name="connsiteX5" fmla="*/ 14985 w 75840"/>
                <a:gd name="connsiteY5" fmla="*/ 2420 h 71687"/>
                <a:gd name="connsiteX6" fmla="*/ 17890 w 75840"/>
                <a:gd name="connsiteY6" fmla="*/ 8621 h 71687"/>
                <a:gd name="connsiteX7" fmla="*/ 15443 w 75840"/>
                <a:gd name="connsiteY7" fmla="*/ 14822 h 71687"/>
                <a:gd name="connsiteX8" fmla="*/ 9174 w 75840"/>
                <a:gd name="connsiteY8" fmla="*/ 17695 h 71687"/>
                <a:gd name="connsiteX9" fmla="*/ 26758 w 75840"/>
                <a:gd name="connsiteY9" fmla="*/ 15880 h 71687"/>
                <a:gd name="connsiteX10" fmla="*/ 75840 w 75840"/>
                <a:gd name="connsiteY10" fmla="*/ 61555 h 71687"/>
                <a:gd name="connsiteX11" fmla="*/ 66360 w 75840"/>
                <a:gd name="connsiteY11" fmla="*/ 71688 h 71687"/>
                <a:gd name="connsiteX12" fmla="*/ 17125 w 75840"/>
                <a:gd name="connsiteY12" fmla="*/ 26013 h 71687"/>
                <a:gd name="connsiteX13" fmla="*/ 26605 w 75840"/>
                <a:gd name="connsiteY13" fmla="*/ 15880 h 71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840" h="71687">
                  <a:moveTo>
                    <a:pt x="9327" y="17695"/>
                  </a:moveTo>
                  <a:cubicBezTo>
                    <a:pt x="6881" y="17695"/>
                    <a:pt x="4740" y="16939"/>
                    <a:pt x="2905" y="15275"/>
                  </a:cubicBezTo>
                  <a:cubicBezTo>
                    <a:pt x="1070" y="13612"/>
                    <a:pt x="153" y="11494"/>
                    <a:pt x="0" y="9074"/>
                  </a:cubicBezTo>
                  <a:cubicBezTo>
                    <a:pt x="0" y="6655"/>
                    <a:pt x="765" y="4537"/>
                    <a:pt x="2446" y="2722"/>
                  </a:cubicBezTo>
                  <a:cubicBezTo>
                    <a:pt x="4128" y="907"/>
                    <a:pt x="6116" y="0"/>
                    <a:pt x="8563" y="0"/>
                  </a:cubicBezTo>
                  <a:cubicBezTo>
                    <a:pt x="11009" y="0"/>
                    <a:pt x="13150" y="756"/>
                    <a:pt x="14985" y="2420"/>
                  </a:cubicBezTo>
                  <a:cubicBezTo>
                    <a:pt x="16819" y="4083"/>
                    <a:pt x="17737" y="6201"/>
                    <a:pt x="17890" y="8621"/>
                  </a:cubicBezTo>
                  <a:cubicBezTo>
                    <a:pt x="17890" y="11041"/>
                    <a:pt x="17125" y="13158"/>
                    <a:pt x="15443" y="14822"/>
                  </a:cubicBezTo>
                  <a:cubicBezTo>
                    <a:pt x="13761" y="16636"/>
                    <a:pt x="11621" y="17544"/>
                    <a:pt x="9174" y="17695"/>
                  </a:cubicBezTo>
                  <a:close/>
                  <a:moveTo>
                    <a:pt x="26758" y="15880"/>
                  </a:moveTo>
                  <a:lnTo>
                    <a:pt x="75840" y="61555"/>
                  </a:lnTo>
                  <a:lnTo>
                    <a:pt x="66360" y="71688"/>
                  </a:lnTo>
                  <a:lnTo>
                    <a:pt x="17125" y="26013"/>
                  </a:lnTo>
                  <a:lnTo>
                    <a:pt x="26605" y="15880"/>
                  </a:ln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56F5670-4637-3D8F-309D-43077D060B68}"/>
                </a:ext>
              </a:extLst>
            </p:cNvPr>
            <p:cNvSpPr/>
            <p:nvPr/>
          </p:nvSpPr>
          <p:spPr>
            <a:xfrm>
              <a:off x="2378057" y="5517185"/>
              <a:ext cx="91283" cy="80349"/>
            </a:xfrm>
            <a:custGeom>
              <a:avLst/>
              <a:gdLst>
                <a:gd name="connsiteX0" fmla="*/ 36391 w 91283"/>
                <a:gd name="connsiteY0" fmla="*/ 948 h 80349"/>
                <a:gd name="connsiteX1" fmla="*/ 50305 w 91283"/>
                <a:gd name="connsiteY1" fmla="*/ 1100 h 80349"/>
                <a:gd name="connsiteX2" fmla="*/ 63761 w 91283"/>
                <a:gd name="connsiteY2" fmla="*/ 9872 h 80349"/>
                <a:gd name="connsiteX3" fmla="*/ 91283 w 91283"/>
                <a:gd name="connsiteY3" fmla="*/ 38153 h 80349"/>
                <a:gd name="connsiteX4" fmla="*/ 81345 w 91283"/>
                <a:gd name="connsiteY4" fmla="*/ 47682 h 80349"/>
                <a:gd name="connsiteX5" fmla="*/ 55198 w 91283"/>
                <a:gd name="connsiteY5" fmla="*/ 20912 h 80349"/>
                <a:gd name="connsiteX6" fmla="*/ 42354 w 91283"/>
                <a:gd name="connsiteY6" fmla="*/ 14106 h 80349"/>
                <a:gd name="connsiteX7" fmla="*/ 30122 w 91283"/>
                <a:gd name="connsiteY7" fmla="*/ 19097 h 80349"/>
                <a:gd name="connsiteX8" fmla="*/ 24465 w 91283"/>
                <a:gd name="connsiteY8" fmla="*/ 31045 h 80349"/>
                <a:gd name="connsiteX9" fmla="*/ 30734 w 91283"/>
                <a:gd name="connsiteY9" fmla="*/ 44052 h 80349"/>
                <a:gd name="connsiteX10" fmla="*/ 56880 w 91283"/>
                <a:gd name="connsiteY10" fmla="*/ 70821 h 80349"/>
                <a:gd name="connsiteX11" fmla="*/ 46789 w 91283"/>
                <a:gd name="connsiteY11" fmla="*/ 80350 h 80349"/>
                <a:gd name="connsiteX12" fmla="*/ 0 w 91283"/>
                <a:gd name="connsiteY12" fmla="*/ 32406 h 80349"/>
                <a:gd name="connsiteX13" fmla="*/ 10092 w 91283"/>
                <a:gd name="connsiteY13" fmla="*/ 22878 h 80349"/>
                <a:gd name="connsiteX14" fmla="*/ 15443 w 91283"/>
                <a:gd name="connsiteY14" fmla="*/ 28323 h 80349"/>
                <a:gd name="connsiteX15" fmla="*/ 17278 w 91283"/>
                <a:gd name="connsiteY15" fmla="*/ 17736 h 80349"/>
                <a:gd name="connsiteX16" fmla="*/ 23853 w 91283"/>
                <a:gd name="connsiteY16" fmla="*/ 8359 h 80349"/>
                <a:gd name="connsiteX17" fmla="*/ 36391 w 91283"/>
                <a:gd name="connsiteY17" fmla="*/ 948 h 8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283" h="80349">
                  <a:moveTo>
                    <a:pt x="36391" y="948"/>
                  </a:moveTo>
                  <a:cubicBezTo>
                    <a:pt x="40978" y="-413"/>
                    <a:pt x="45565" y="-262"/>
                    <a:pt x="50305" y="1100"/>
                  </a:cubicBezTo>
                  <a:cubicBezTo>
                    <a:pt x="55045" y="2612"/>
                    <a:pt x="59480" y="5486"/>
                    <a:pt x="63761" y="9872"/>
                  </a:cubicBezTo>
                  <a:lnTo>
                    <a:pt x="91283" y="38153"/>
                  </a:lnTo>
                  <a:lnTo>
                    <a:pt x="81345" y="47682"/>
                  </a:lnTo>
                  <a:lnTo>
                    <a:pt x="55198" y="20912"/>
                  </a:lnTo>
                  <a:cubicBezTo>
                    <a:pt x="51070" y="16677"/>
                    <a:pt x="46789" y="14409"/>
                    <a:pt x="42354" y="14106"/>
                  </a:cubicBezTo>
                  <a:cubicBezTo>
                    <a:pt x="37920" y="13955"/>
                    <a:pt x="33792" y="15619"/>
                    <a:pt x="30122" y="19097"/>
                  </a:cubicBezTo>
                  <a:cubicBezTo>
                    <a:pt x="26299" y="22727"/>
                    <a:pt x="24465" y="26659"/>
                    <a:pt x="24465" y="31045"/>
                  </a:cubicBezTo>
                  <a:cubicBezTo>
                    <a:pt x="24465" y="35431"/>
                    <a:pt x="26605" y="39817"/>
                    <a:pt x="30734" y="44052"/>
                  </a:cubicBezTo>
                  <a:lnTo>
                    <a:pt x="56880" y="70821"/>
                  </a:lnTo>
                  <a:lnTo>
                    <a:pt x="46789" y="80350"/>
                  </a:lnTo>
                  <a:lnTo>
                    <a:pt x="0" y="32406"/>
                  </a:lnTo>
                  <a:lnTo>
                    <a:pt x="10092" y="22878"/>
                  </a:lnTo>
                  <a:lnTo>
                    <a:pt x="15443" y="28323"/>
                  </a:lnTo>
                  <a:cubicBezTo>
                    <a:pt x="15137" y="24844"/>
                    <a:pt x="15749" y="21215"/>
                    <a:pt x="17278" y="17736"/>
                  </a:cubicBezTo>
                  <a:cubicBezTo>
                    <a:pt x="18807" y="14258"/>
                    <a:pt x="20948" y="11081"/>
                    <a:pt x="23853" y="8359"/>
                  </a:cubicBezTo>
                  <a:cubicBezTo>
                    <a:pt x="27676" y="4729"/>
                    <a:pt x="31804" y="2310"/>
                    <a:pt x="36391" y="948"/>
                  </a:cubicBez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D53313F-02A7-9E13-E080-F57DCB23C87C}"/>
                </a:ext>
              </a:extLst>
            </p:cNvPr>
            <p:cNvSpPr/>
            <p:nvPr/>
          </p:nvSpPr>
          <p:spPr>
            <a:xfrm>
              <a:off x="2447487" y="5466162"/>
              <a:ext cx="69423" cy="69117"/>
            </a:xfrm>
            <a:custGeom>
              <a:avLst/>
              <a:gdLst>
                <a:gd name="connsiteX0" fmla="*/ 62984 w 69423"/>
                <a:gd name="connsiteY0" fmla="*/ 17942 h 69117"/>
                <a:gd name="connsiteX1" fmla="*/ 23382 w 69423"/>
                <a:gd name="connsiteY1" fmla="*/ 50610 h 69117"/>
                <a:gd name="connsiteX2" fmla="*/ 36226 w 69423"/>
                <a:gd name="connsiteY2" fmla="*/ 56660 h 69117"/>
                <a:gd name="connsiteX3" fmla="*/ 49529 w 69423"/>
                <a:gd name="connsiteY3" fmla="*/ 51971 h 69117"/>
                <a:gd name="connsiteX4" fmla="*/ 55645 w 69423"/>
                <a:gd name="connsiteY4" fmla="*/ 34730 h 69117"/>
                <a:gd name="connsiteX5" fmla="*/ 67266 w 69423"/>
                <a:gd name="connsiteY5" fmla="*/ 25202 h 69117"/>
                <a:gd name="connsiteX6" fmla="*/ 68489 w 69423"/>
                <a:gd name="connsiteY6" fmla="*/ 43804 h 69117"/>
                <a:gd name="connsiteX7" fmla="*/ 57021 w 69423"/>
                <a:gd name="connsiteY7" fmla="*/ 60894 h 69117"/>
                <a:gd name="connsiteX8" fmla="*/ 40966 w 69423"/>
                <a:gd name="connsiteY8" fmla="*/ 68608 h 69117"/>
                <a:gd name="connsiteX9" fmla="*/ 23994 w 69423"/>
                <a:gd name="connsiteY9" fmla="*/ 66944 h 69117"/>
                <a:gd name="connsiteX10" fmla="*/ 9009 w 69423"/>
                <a:gd name="connsiteY10" fmla="*/ 55752 h 69117"/>
                <a:gd name="connsiteX11" fmla="*/ 600 w 69423"/>
                <a:gd name="connsiteY11" fmla="*/ 39267 h 69117"/>
                <a:gd name="connsiteX12" fmla="*/ 1976 w 69423"/>
                <a:gd name="connsiteY12" fmla="*/ 22479 h 69117"/>
                <a:gd name="connsiteX13" fmla="*/ 12679 w 69423"/>
                <a:gd name="connsiteY13" fmla="*/ 8112 h 69117"/>
                <a:gd name="connsiteX14" fmla="*/ 28428 w 69423"/>
                <a:gd name="connsiteY14" fmla="*/ 549 h 69117"/>
                <a:gd name="connsiteX15" fmla="*/ 44789 w 69423"/>
                <a:gd name="connsiteY15" fmla="*/ 2062 h 69117"/>
                <a:gd name="connsiteX16" fmla="*/ 59009 w 69423"/>
                <a:gd name="connsiteY16" fmla="*/ 12649 h 69117"/>
                <a:gd name="connsiteX17" fmla="*/ 62984 w 69423"/>
                <a:gd name="connsiteY17" fmla="*/ 18093 h 69117"/>
                <a:gd name="connsiteX18" fmla="*/ 44942 w 69423"/>
                <a:gd name="connsiteY18" fmla="*/ 18245 h 69117"/>
                <a:gd name="connsiteX19" fmla="*/ 32862 w 69423"/>
                <a:gd name="connsiteY19" fmla="*/ 12346 h 69117"/>
                <a:gd name="connsiteX20" fmla="*/ 19713 w 69423"/>
                <a:gd name="connsiteY20" fmla="*/ 17337 h 69117"/>
                <a:gd name="connsiteX21" fmla="*/ 13138 w 69423"/>
                <a:gd name="connsiteY21" fmla="*/ 28680 h 69117"/>
                <a:gd name="connsiteX22" fmla="*/ 16349 w 69423"/>
                <a:gd name="connsiteY22" fmla="*/ 41989 h 69117"/>
                <a:gd name="connsiteX23" fmla="*/ 44942 w 69423"/>
                <a:gd name="connsiteY23" fmla="*/ 18396 h 69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9423" h="69117">
                  <a:moveTo>
                    <a:pt x="62984" y="17942"/>
                  </a:moveTo>
                  <a:lnTo>
                    <a:pt x="23382" y="50610"/>
                  </a:lnTo>
                  <a:cubicBezTo>
                    <a:pt x="27205" y="54391"/>
                    <a:pt x="31486" y="56508"/>
                    <a:pt x="36226" y="56660"/>
                  </a:cubicBezTo>
                  <a:cubicBezTo>
                    <a:pt x="41119" y="56811"/>
                    <a:pt x="45553" y="55298"/>
                    <a:pt x="49529" y="51971"/>
                  </a:cubicBezTo>
                  <a:cubicBezTo>
                    <a:pt x="55339" y="47283"/>
                    <a:pt x="57327" y="41536"/>
                    <a:pt x="55645" y="34730"/>
                  </a:cubicBezTo>
                  <a:lnTo>
                    <a:pt x="67266" y="25202"/>
                  </a:lnTo>
                  <a:cubicBezTo>
                    <a:pt x="69712" y="31251"/>
                    <a:pt x="70018" y="37452"/>
                    <a:pt x="68489" y="43804"/>
                  </a:cubicBezTo>
                  <a:cubicBezTo>
                    <a:pt x="66960" y="50156"/>
                    <a:pt x="63137" y="55903"/>
                    <a:pt x="57021" y="60894"/>
                  </a:cubicBezTo>
                  <a:cubicBezTo>
                    <a:pt x="52128" y="64978"/>
                    <a:pt x="46777" y="67549"/>
                    <a:pt x="40966" y="68608"/>
                  </a:cubicBezTo>
                  <a:cubicBezTo>
                    <a:pt x="35156" y="69666"/>
                    <a:pt x="29498" y="69061"/>
                    <a:pt x="23994" y="66944"/>
                  </a:cubicBezTo>
                  <a:cubicBezTo>
                    <a:pt x="18489" y="64827"/>
                    <a:pt x="13444" y="61046"/>
                    <a:pt x="9009" y="55752"/>
                  </a:cubicBezTo>
                  <a:cubicBezTo>
                    <a:pt x="4575" y="50459"/>
                    <a:pt x="1670" y="45014"/>
                    <a:pt x="600" y="39267"/>
                  </a:cubicBezTo>
                  <a:cubicBezTo>
                    <a:pt x="-471" y="33520"/>
                    <a:pt x="-165" y="27924"/>
                    <a:pt x="1976" y="22479"/>
                  </a:cubicBezTo>
                  <a:cubicBezTo>
                    <a:pt x="4117" y="17035"/>
                    <a:pt x="7633" y="12346"/>
                    <a:pt x="12679" y="8112"/>
                  </a:cubicBezTo>
                  <a:cubicBezTo>
                    <a:pt x="17572" y="4028"/>
                    <a:pt x="22771" y="1608"/>
                    <a:pt x="28428" y="549"/>
                  </a:cubicBezTo>
                  <a:cubicBezTo>
                    <a:pt x="34086" y="-509"/>
                    <a:pt x="39437" y="-55"/>
                    <a:pt x="44789" y="2062"/>
                  </a:cubicBezTo>
                  <a:cubicBezTo>
                    <a:pt x="50140" y="4179"/>
                    <a:pt x="54880" y="7658"/>
                    <a:pt x="59009" y="12649"/>
                  </a:cubicBezTo>
                  <a:cubicBezTo>
                    <a:pt x="60691" y="14615"/>
                    <a:pt x="61914" y="16430"/>
                    <a:pt x="62984" y="18093"/>
                  </a:cubicBezTo>
                  <a:close/>
                  <a:moveTo>
                    <a:pt x="44942" y="18245"/>
                  </a:moveTo>
                  <a:cubicBezTo>
                    <a:pt x="41578" y="14464"/>
                    <a:pt x="37602" y="12497"/>
                    <a:pt x="32862" y="12346"/>
                  </a:cubicBezTo>
                  <a:cubicBezTo>
                    <a:pt x="28122" y="12346"/>
                    <a:pt x="23688" y="13859"/>
                    <a:pt x="19713" y="17337"/>
                  </a:cubicBezTo>
                  <a:cubicBezTo>
                    <a:pt x="16043" y="20362"/>
                    <a:pt x="13902" y="24143"/>
                    <a:pt x="13138" y="28680"/>
                  </a:cubicBezTo>
                  <a:cubicBezTo>
                    <a:pt x="12526" y="33217"/>
                    <a:pt x="13597" y="37603"/>
                    <a:pt x="16349" y="41989"/>
                  </a:cubicBezTo>
                  <a:lnTo>
                    <a:pt x="44942" y="18396"/>
                  </a:ln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364524B-08E8-EE79-6D70-DB1B9249360D}"/>
                </a:ext>
              </a:extLst>
            </p:cNvPr>
            <p:cNvSpPr/>
            <p:nvPr/>
          </p:nvSpPr>
          <p:spPr>
            <a:xfrm>
              <a:off x="2504661" y="5423729"/>
              <a:ext cx="67139" cy="67764"/>
            </a:xfrm>
            <a:custGeom>
              <a:avLst/>
              <a:gdLst>
                <a:gd name="connsiteX0" fmla="*/ 41437 w 67139"/>
                <a:gd name="connsiteY0" fmla="*/ 67181 h 67764"/>
                <a:gd name="connsiteX1" fmla="*/ 28746 w 67139"/>
                <a:gd name="connsiteY1" fmla="*/ 66727 h 67764"/>
                <a:gd name="connsiteX2" fmla="*/ 19113 w 67139"/>
                <a:gd name="connsiteY2" fmla="*/ 60224 h 67764"/>
                <a:gd name="connsiteX3" fmla="*/ 30734 w 67139"/>
                <a:gd name="connsiteY3" fmla="*/ 51754 h 67764"/>
                <a:gd name="connsiteX4" fmla="*/ 38226 w 67139"/>
                <a:gd name="connsiteY4" fmla="*/ 55082 h 67764"/>
                <a:gd name="connsiteX5" fmla="*/ 47553 w 67139"/>
                <a:gd name="connsiteY5" fmla="*/ 51906 h 67764"/>
                <a:gd name="connsiteX6" fmla="*/ 53516 w 67139"/>
                <a:gd name="connsiteY6" fmla="*/ 44797 h 67764"/>
                <a:gd name="connsiteX7" fmla="*/ 52752 w 67139"/>
                <a:gd name="connsiteY7" fmla="*/ 38294 h 67764"/>
                <a:gd name="connsiteX8" fmla="*/ 46483 w 67139"/>
                <a:gd name="connsiteY8" fmla="*/ 35874 h 67764"/>
                <a:gd name="connsiteX9" fmla="*/ 34862 w 67139"/>
                <a:gd name="connsiteY9" fmla="*/ 39353 h 67764"/>
                <a:gd name="connsiteX10" fmla="*/ 22477 w 67139"/>
                <a:gd name="connsiteY10" fmla="*/ 43285 h 67764"/>
                <a:gd name="connsiteX11" fmla="*/ 12232 w 67139"/>
                <a:gd name="connsiteY11" fmla="*/ 43285 h 67764"/>
                <a:gd name="connsiteX12" fmla="*/ 3211 w 67139"/>
                <a:gd name="connsiteY12" fmla="*/ 36782 h 67764"/>
                <a:gd name="connsiteX13" fmla="*/ 0 w 67139"/>
                <a:gd name="connsiteY13" fmla="*/ 27102 h 67764"/>
                <a:gd name="connsiteX14" fmla="*/ 3211 w 67139"/>
                <a:gd name="connsiteY14" fmla="*/ 16213 h 67764"/>
                <a:gd name="connsiteX15" fmla="*/ 12691 w 67139"/>
                <a:gd name="connsiteY15" fmla="*/ 6231 h 67764"/>
                <a:gd name="connsiteX16" fmla="*/ 31039 w 67139"/>
                <a:gd name="connsiteY16" fmla="*/ 30 h 67764"/>
                <a:gd name="connsiteX17" fmla="*/ 46483 w 67139"/>
                <a:gd name="connsiteY17" fmla="*/ 8348 h 67764"/>
                <a:gd name="connsiteX18" fmla="*/ 35168 w 67139"/>
                <a:gd name="connsiteY18" fmla="*/ 16515 h 67764"/>
                <a:gd name="connsiteX19" fmla="*/ 27981 w 67139"/>
                <a:gd name="connsiteY19" fmla="*/ 12886 h 67764"/>
                <a:gd name="connsiteX20" fmla="*/ 19113 w 67139"/>
                <a:gd name="connsiteY20" fmla="*/ 15910 h 67764"/>
                <a:gd name="connsiteX21" fmla="*/ 13456 w 67139"/>
                <a:gd name="connsiteY21" fmla="*/ 22565 h 67764"/>
                <a:gd name="connsiteX22" fmla="*/ 14373 w 67139"/>
                <a:gd name="connsiteY22" fmla="*/ 28615 h 67764"/>
                <a:gd name="connsiteX23" fmla="*/ 18654 w 67139"/>
                <a:gd name="connsiteY23" fmla="*/ 31034 h 67764"/>
                <a:gd name="connsiteX24" fmla="*/ 24159 w 67139"/>
                <a:gd name="connsiteY24" fmla="*/ 30581 h 67764"/>
                <a:gd name="connsiteX25" fmla="*/ 32416 w 67139"/>
                <a:gd name="connsiteY25" fmla="*/ 27858 h 67764"/>
                <a:gd name="connsiteX26" fmla="*/ 44495 w 67139"/>
                <a:gd name="connsiteY26" fmla="*/ 24077 h 67764"/>
                <a:gd name="connsiteX27" fmla="*/ 54587 w 67139"/>
                <a:gd name="connsiteY27" fmla="*/ 24077 h 67764"/>
                <a:gd name="connsiteX28" fmla="*/ 63608 w 67139"/>
                <a:gd name="connsiteY28" fmla="*/ 30278 h 67764"/>
                <a:gd name="connsiteX29" fmla="*/ 67125 w 67139"/>
                <a:gd name="connsiteY29" fmla="*/ 40411 h 67764"/>
                <a:gd name="connsiteX30" fmla="*/ 64067 w 67139"/>
                <a:gd name="connsiteY30" fmla="*/ 51301 h 67764"/>
                <a:gd name="connsiteX31" fmla="*/ 54587 w 67139"/>
                <a:gd name="connsiteY31" fmla="*/ 61282 h 67764"/>
                <a:gd name="connsiteX32" fmla="*/ 41437 w 67139"/>
                <a:gd name="connsiteY32" fmla="*/ 67332 h 67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7139" h="67764">
                  <a:moveTo>
                    <a:pt x="41437" y="67181"/>
                  </a:moveTo>
                  <a:cubicBezTo>
                    <a:pt x="36850" y="68088"/>
                    <a:pt x="32721" y="67937"/>
                    <a:pt x="28746" y="66727"/>
                  </a:cubicBezTo>
                  <a:cubicBezTo>
                    <a:pt x="24770" y="65517"/>
                    <a:pt x="21559" y="63400"/>
                    <a:pt x="19113" y="60224"/>
                  </a:cubicBezTo>
                  <a:lnTo>
                    <a:pt x="30734" y="51754"/>
                  </a:lnTo>
                  <a:cubicBezTo>
                    <a:pt x="32568" y="53872"/>
                    <a:pt x="35168" y="54930"/>
                    <a:pt x="38226" y="55082"/>
                  </a:cubicBezTo>
                  <a:cubicBezTo>
                    <a:pt x="41437" y="55082"/>
                    <a:pt x="44495" y="54174"/>
                    <a:pt x="47553" y="51906"/>
                  </a:cubicBezTo>
                  <a:cubicBezTo>
                    <a:pt x="50764" y="49637"/>
                    <a:pt x="52752" y="47217"/>
                    <a:pt x="53516" y="44797"/>
                  </a:cubicBezTo>
                  <a:cubicBezTo>
                    <a:pt x="54281" y="42377"/>
                    <a:pt x="54128" y="40109"/>
                    <a:pt x="52752" y="38294"/>
                  </a:cubicBezTo>
                  <a:cubicBezTo>
                    <a:pt x="51223" y="36328"/>
                    <a:pt x="49235" y="35420"/>
                    <a:pt x="46483" y="35874"/>
                  </a:cubicBezTo>
                  <a:cubicBezTo>
                    <a:pt x="43883" y="36328"/>
                    <a:pt x="39908" y="37387"/>
                    <a:pt x="34862" y="39353"/>
                  </a:cubicBezTo>
                  <a:cubicBezTo>
                    <a:pt x="29969" y="41168"/>
                    <a:pt x="25841" y="42529"/>
                    <a:pt x="22477" y="43285"/>
                  </a:cubicBezTo>
                  <a:cubicBezTo>
                    <a:pt x="19113" y="44041"/>
                    <a:pt x="15749" y="44041"/>
                    <a:pt x="12232" y="43285"/>
                  </a:cubicBezTo>
                  <a:cubicBezTo>
                    <a:pt x="8715" y="42529"/>
                    <a:pt x="5810" y="40260"/>
                    <a:pt x="3211" y="36782"/>
                  </a:cubicBezTo>
                  <a:cubicBezTo>
                    <a:pt x="1070" y="33908"/>
                    <a:pt x="0" y="30732"/>
                    <a:pt x="0" y="27102"/>
                  </a:cubicBezTo>
                  <a:cubicBezTo>
                    <a:pt x="0" y="23472"/>
                    <a:pt x="1070" y="19843"/>
                    <a:pt x="3211" y="16213"/>
                  </a:cubicBezTo>
                  <a:cubicBezTo>
                    <a:pt x="5352" y="12583"/>
                    <a:pt x="8563" y="9256"/>
                    <a:pt x="12691" y="6231"/>
                  </a:cubicBezTo>
                  <a:cubicBezTo>
                    <a:pt x="18807" y="1694"/>
                    <a:pt x="25076" y="-272"/>
                    <a:pt x="31039" y="30"/>
                  </a:cubicBezTo>
                  <a:cubicBezTo>
                    <a:pt x="37156" y="333"/>
                    <a:pt x="42201" y="3206"/>
                    <a:pt x="46483" y="8348"/>
                  </a:cubicBezTo>
                  <a:lnTo>
                    <a:pt x="35168" y="16515"/>
                  </a:lnTo>
                  <a:cubicBezTo>
                    <a:pt x="33180" y="14247"/>
                    <a:pt x="30734" y="13037"/>
                    <a:pt x="27981" y="12886"/>
                  </a:cubicBezTo>
                  <a:cubicBezTo>
                    <a:pt x="25229" y="12734"/>
                    <a:pt x="22171" y="13793"/>
                    <a:pt x="19113" y="15910"/>
                  </a:cubicBezTo>
                  <a:cubicBezTo>
                    <a:pt x="16208" y="18028"/>
                    <a:pt x="14220" y="20296"/>
                    <a:pt x="13456" y="22565"/>
                  </a:cubicBezTo>
                  <a:cubicBezTo>
                    <a:pt x="12691" y="24834"/>
                    <a:pt x="12997" y="26800"/>
                    <a:pt x="14373" y="28615"/>
                  </a:cubicBezTo>
                  <a:cubicBezTo>
                    <a:pt x="15443" y="29976"/>
                    <a:pt x="16819" y="30883"/>
                    <a:pt x="18654" y="31034"/>
                  </a:cubicBezTo>
                  <a:cubicBezTo>
                    <a:pt x="20489" y="31186"/>
                    <a:pt x="22324" y="31034"/>
                    <a:pt x="24159" y="30581"/>
                  </a:cubicBezTo>
                  <a:cubicBezTo>
                    <a:pt x="26146" y="29976"/>
                    <a:pt x="28899" y="29068"/>
                    <a:pt x="32416" y="27858"/>
                  </a:cubicBezTo>
                  <a:cubicBezTo>
                    <a:pt x="37156" y="26043"/>
                    <a:pt x="41131" y="24682"/>
                    <a:pt x="44495" y="24077"/>
                  </a:cubicBezTo>
                  <a:cubicBezTo>
                    <a:pt x="47859" y="23321"/>
                    <a:pt x="51223" y="23321"/>
                    <a:pt x="54587" y="24077"/>
                  </a:cubicBezTo>
                  <a:cubicBezTo>
                    <a:pt x="57950" y="24834"/>
                    <a:pt x="61009" y="26951"/>
                    <a:pt x="63608" y="30278"/>
                  </a:cubicBezTo>
                  <a:cubicBezTo>
                    <a:pt x="65901" y="33303"/>
                    <a:pt x="66972" y="36630"/>
                    <a:pt x="67125" y="40411"/>
                  </a:cubicBezTo>
                  <a:cubicBezTo>
                    <a:pt x="67278" y="44192"/>
                    <a:pt x="66207" y="47671"/>
                    <a:pt x="64067" y="51301"/>
                  </a:cubicBezTo>
                  <a:cubicBezTo>
                    <a:pt x="61926" y="54930"/>
                    <a:pt x="58715" y="58258"/>
                    <a:pt x="54587" y="61282"/>
                  </a:cubicBezTo>
                  <a:cubicBezTo>
                    <a:pt x="50305" y="64459"/>
                    <a:pt x="45871" y="66425"/>
                    <a:pt x="41437" y="67332"/>
                  </a:cubicBez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0551C0E-0544-7895-A1EF-F5850F5CB939}"/>
                </a:ext>
              </a:extLst>
            </p:cNvPr>
            <p:cNvSpPr/>
            <p:nvPr/>
          </p:nvSpPr>
          <p:spPr>
            <a:xfrm>
              <a:off x="2559381" y="5386585"/>
              <a:ext cx="66089" cy="68017"/>
            </a:xfrm>
            <a:custGeom>
              <a:avLst/>
              <a:gdLst>
                <a:gd name="connsiteX0" fmla="*/ 39162 w 66089"/>
                <a:gd name="connsiteY0" fmla="*/ 67725 h 68017"/>
                <a:gd name="connsiteX1" fmla="*/ 26471 w 66089"/>
                <a:gd name="connsiteY1" fmla="*/ 66515 h 68017"/>
                <a:gd name="connsiteX2" fmla="*/ 17144 w 66089"/>
                <a:gd name="connsiteY2" fmla="*/ 59407 h 68017"/>
                <a:gd name="connsiteX3" fmla="*/ 29224 w 66089"/>
                <a:gd name="connsiteY3" fmla="*/ 51694 h 68017"/>
                <a:gd name="connsiteX4" fmla="*/ 36563 w 66089"/>
                <a:gd name="connsiteY4" fmla="*/ 55475 h 68017"/>
                <a:gd name="connsiteX5" fmla="*/ 46043 w 66089"/>
                <a:gd name="connsiteY5" fmla="*/ 52904 h 68017"/>
                <a:gd name="connsiteX6" fmla="*/ 52465 w 66089"/>
                <a:gd name="connsiteY6" fmla="*/ 46098 h 68017"/>
                <a:gd name="connsiteX7" fmla="*/ 52006 w 66089"/>
                <a:gd name="connsiteY7" fmla="*/ 39594 h 68017"/>
                <a:gd name="connsiteX8" fmla="*/ 45890 w 66089"/>
                <a:gd name="connsiteY8" fmla="*/ 36872 h 68017"/>
                <a:gd name="connsiteX9" fmla="*/ 34116 w 66089"/>
                <a:gd name="connsiteY9" fmla="*/ 39594 h 68017"/>
                <a:gd name="connsiteX10" fmla="*/ 21578 w 66089"/>
                <a:gd name="connsiteY10" fmla="*/ 42770 h 68017"/>
                <a:gd name="connsiteX11" fmla="*/ 11334 w 66089"/>
                <a:gd name="connsiteY11" fmla="*/ 42165 h 68017"/>
                <a:gd name="connsiteX12" fmla="*/ 2618 w 66089"/>
                <a:gd name="connsiteY12" fmla="*/ 35208 h 68017"/>
                <a:gd name="connsiteX13" fmla="*/ 19 w 66089"/>
                <a:gd name="connsiteY13" fmla="*/ 25378 h 68017"/>
                <a:gd name="connsiteX14" fmla="*/ 3842 w 66089"/>
                <a:gd name="connsiteY14" fmla="*/ 14640 h 68017"/>
                <a:gd name="connsiteX15" fmla="*/ 13933 w 66089"/>
                <a:gd name="connsiteY15" fmla="*/ 5263 h 68017"/>
                <a:gd name="connsiteX16" fmla="*/ 32740 w 66089"/>
                <a:gd name="connsiteY16" fmla="*/ 121 h 68017"/>
                <a:gd name="connsiteX17" fmla="*/ 47572 w 66089"/>
                <a:gd name="connsiteY17" fmla="*/ 9346 h 68017"/>
                <a:gd name="connsiteX18" fmla="*/ 35798 w 66089"/>
                <a:gd name="connsiteY18" fmla="*/ 16757 h 68017"/>
                <a:gd name="connsiteX19" fmla="*/ 28765 w 66089"/>
                <a:gd name="connsiteY19" fmla="*/ 12674 h 68017"/>
                <a:gd name="connsiteX20" fmla="*/ 19743 w 66089"/>
                <a:gd name="connsiteY20" fmla="*/ 15245 h 68017"/>
                <a:gd name="connsiteX21" fmla="*/ 13780 w 66089"/>
                <a:gd name="connsiteY21" fmla="*/ 21446 h 68017"/>
                <a:gd name="connsiteX22" fmla="*/ 14239 w 66089"/>
                <a:gd name="connsiteY22" fmla="*/ 27646 h 68017"/>
                <a:gd name="connsiteX23" fmla="*/ 18367 w 66089"/>
                <a:gd name="connsiteY23" fmla="*/ 30369 h 68017"/>
                <a:gd name="connsiteX24" fmla="*/ 23872 w 66089"/>
                <a:gd name="connsiteY24" fmla="*/ 30217 h 68017"/>
                <a:gd name="connsiteX25" fmla="*/ 32282 w 66089"/>
                <a:gd name="connsiteY25" fmla="*/ 27949 h 68017"/>
                <a:gd name="connsiteX26" fmla="*/ 44514 w 66089"/>
                <a:gd name="connsiteY26" fmla="*/ 24773 h 68017"/>
                <a:gd name="connsiteX27" fmla="*/ 54606 w 66089"/>
                <a:gd name="connsiteY27" fmla="*/ 25378 h 68017"/>
                <a:gd name="connsiteX28" fmla="*/ 63168 w 66089"/>
                <a:gd name="connsiteY28" fmla="*/ 32184 h 68017"/>
                <a:gd name="connsiteX29" fmla="*/ 66073 w 66089"/>
                <a:gd name="connsiteY29" fmla="*/ 42468 h 68017"/>
                <a:gd name="connsiteX30" fmla="*/ 62404 w 66089"/>
                <a:gd name="connsiteY30" fmla="*/ 53206 h 68017"/>
                <a:gd name="connsiteX31" fmla="*/ 52312 w 66089"/>
                <a:gd name="connsiteY31" fmla="*/ 62583 h 68017"/>
                <a:gd name="connsiteX32" fmla="*/ 38704 w 66089"/>
                <a:gd name="connsiteY32" fmla="*/ 67876 h 68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6089" h="68017">
                  <a:moveTo>
                    <a:pt x="39162" y="67725"/>
                  </a:moveTo>
                  <a:cubicBezTo>
                    <a:pt x="34575" y="68330"/>
                    <a:pt x="30447" y="68028"/>
                    <a:pt x="26471" y="66515"/>
                  </a:cubicBezTo>
                  <a:cubicBezTo>
                    <a:pt x="22649" y="65003"/>
                    <a:pt x="19591" y="62734"/>
                    <a:pt x="17144" y="59407"/>
                  </a:cubicBezTo>
                  <a:lnTo>
                    <a:pt x="29224" y="51694"/>
                  </a:lnTo>
                  <a:cubicBezTo>
                    <a:pt x="30905" y="53962"/>
                    <a:pt x="33352" y="55172"/>
                    <a:pt x="36563" y="55475"/>
                  </a:cubicBezTo>
                  <a:cubicBezTo>
                    <a:pt x="39774" y="55777"/>
                    <a:pt x="42832" y="54870"/>
                    <a:pt x="46043" y="52904"/>
                  </a:cubicBezTo>
                  <a:cubicBezTo>
                    <a:pt x="49407" y="50786"/>
                    <a:pt x="51547" y="48518"/>
                    <a:pt x="52465" y="46098"/>
                  </a:cubicBezTo>
                  <a:cubicBezTo>
                    <a:pt x="53382" y="43678"/>
                    <a:pt x="53382" y="41560"/>
                    <a:pt x="52006" y="39594"/>
                  </a:cubicBezTo>
                  <a:cubicBezTo>
                    <a:pt x="50630" y="37477"/>
                    <a:pt x="48642" y="36570"/>
                    <a:pt x="45890" y="36872"/>
                  </a:cubicBezTo>
                  <a:cubicBezTo>
                    <a:pt x="43138" y="37175"/>
                    <a:pt x="39315" y="38082"/>
                    <a:pt x="34116" y="39594"/>
                  </a:cubicBezTo>
                  <a:cubicBezTo>
                    <a:pt x="29071" y="41107"/>
                    <a:pt x="24942" y="42165"/>
                    <a:pt x="21578" y="42770"/>
                  </a:cubicBezTo>
                  <a:cubicBezTo>
                    <a:pt x="18214" y="43375"/>
                    <a:pt x="14851" y="43224"/>
                    <a:pt x="11334" y="42165"/>
                  </a:cubicBezTo>
                  <a:cubicBezTo>
                    <a:pt x="7970" y="41107"/>
                    <a:pt x="5065" y="38838"/>
                    <a:pt x="2618" y="35208"/>
                  </a:cubicBezTo>
                  <a:cubicBezTo>
                    <a:pt x="631" y="32184"/>
                    <a:pt x="-134" y="28856"/>
                    <a:pt x="19" y="25378"/>
                  </a:cubicBezTo>
                  <a:cubicBezTo>
                    <a:pt x="172" y="21748"/>
                    <a:pt x="1548" y="18269"/>
                    <a:pt x="3842" y="14640"/>
                  </a:cubicBezTo>
                  <a:cubicBezTo>
                    <a:pt x="6288" y="11161"/>
                    <a:pt x="9652" y="7985"/>
                    <a:pt x="13933" y="5263"/>
                  </a:cubicBezTo>
                  <a:cubicBezTo>
                    <a:pt x="20355" y="1179"/>
                    <a:pt x="26624" y="-484"/>
                    <a:pt x="32740" y="121"/>
                  </a:cubicBezTo>
                  <a:cubicBezTo>
                    <a:pt x="38704" y="877"/>
                    <a:pt x="43749" y="3902"/>
                    <a:pt x="47572" y="9346"/>
                  </a:cubicBezTo>
                  <a:lnTo>
                    <a:pt x="35798" y="16757"/>
                  </a:lnTo>
                  <a:cubicBezTo>
                    <a:pt x="33963" y="14337"/>
                    <a:pt x="31670" y="12976"/>
                    <a:pt x="28765" y="12674"/>
                  </a:cubicBezTo>
                  <a:cubicBezTo>
                    <a:pt x="26013" y="12371"/>
                    <a:pt x="22954" y="13279"/>
                    <a:pt x="19743" y="15245"/>
                  </a:cubicBezTo>
                  <a:cubicBezTo>
                    <a:pt x="16685" y="17211"/>
                    <a:pt x="14698" y="19328"/>
                    <a:pt x="13780" y="21446"/>
                  </a:cubicBezTo>
                  <a:cubicBezTo>
                    <a:pt x="12863" y="23714"/>
                    <a:pt x="13016" y="25680"/>
                    <a:pt x="14239" y="27646"/>
                  </a:cubicBezTo>
                  <a:cubicBezTo>
                    <a:pt x="15156" y="29159"/>
                    <a:pt x="16533" y="30066"/>
                    <a:pt x="18367" y="30369"/>
                  </a:cubicBezTo>
                  <a:cubicBezTo>
                    <a:pt x="20049" y="30671"/>
                    <a:pt x="22037" y="30671"/>
                    <a:pt x="23872" y="30217"/>
                  </a:cubicBezTo>
                  <a:cubicBezTo>
                    <a:pt x="25860" y="29764"/>
                    <a:pt x="28612" y="29008"/>
                    <a:pt x="32282" y="27949"/>
                  </a:cubicBezTo>
                  <a:cubicBezTo>
                    <a:pt x="37174" y="26436"/>
                    <a:pt x="41150" y="25378"/>
                    <a:pt x="44514" y="24773"/>
                  </a:cubicBezTo>
                  <a:cubicBezTo>
                    <a:pt x="47878" y="24168"/>
                    <a:pt x="51242" y="24470"/>
                    <a:pt x="54606" y="25378"/>
                  </a:cubicBezTo>
                  <a:cubicBezTo>
                    <a:pt x="57969" y="26285"/>
                    <a:pt x="60875" y="28554"/>
                    <a:pt x="63168" y="32184"/>
                  </a:cubicBezTo>
                  <a:cubicBezTo>
                    <a:pt x="65309" y="35360"/>
                    <a:pt x="66226" y="38838"/>
                    <a:pt x="66073" y="42468"/>
                  </a:cubicBezTo>
                  <a:cubicBezTo>
                    <a:pt x="66073" y="46098"/>
                    <a:pt x="64697" y="49727"/>
                    <a:pt x="62404" y="53206"/>
                  </a:cubicBezTo>
                  <a:cubicBezTo>
                    <a:pt x="60110" y="56685"/>
                    <a:pt x="56746" y="59861"/>
                    <a:pt x="52312" y="62583"/>
                  </a:cubicBezTo>
                  <a:cubicBezTo>
                    <a:pt x="47878" y="65456"/>
                    <a:pt x="43291" y="67120"/>
                    <a:pt x="38704" y="67876"/>
                  </a:cubicBez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0564C56-0464-9564-C439-1CE58A539ED0}"/>
              </a:ext>
            </a:extLst>
          </p:cNvPr>
          <p:cNvGrpSpPr/>
          <p:nvPr/>
        </p:nvGrpSpPr>
        <p:grpSpPr>
          <a:xfrm rot="21367947">
            <a:off x="9055869" y="5268005"/>
            <a:ext cx="961474" cy="1084714"/>
            <a:chOff x="3366425" y="5214140"/>
            <a:chExt cx="961474" cy="1084714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813143F-80BA-040C-3422-B7C8D1DB00C4}"/>
                </a:ext>
              </a:extLst>
            </p:cNvPr>
            <p:cNvSpPr/>
            <p:nvPr/>
          </p:nvSpPr>
          <p:spPr>
            <a:xfrm>
              <a:off x="3366425" y="5214140"/>
              <a:ext cx="62384" cy="91500"/>
            </a:xfrm>
            <a:custGeom>
              <a:avLst/>
              <a:gdLst>
                <a:gd name="connsiteX0" fmla="*/ 27676 w 62384"/>
                <a:gd name="connsiteY0" fmla="*/ 13763 h 91500"/>
                <a:gd name="connsiteX1" fmla="*/ 22936 w 62384"/>
                <a:gd name="connsiteY1" fmla="*/ 37961 h 91500"/>
                <a:gd name="connsiteX2" fmla="*/ 51681 w 62384"/>
                <a:gd name="connsiteY2" fmla="*/ 43406 h 91500"/>
                <a:gd name="connsiteX3" fmla="*/ 49541 w 62384"/>
                <a:gd name="connsiteY3" fmla="*/ 54447 h 91500"/>
                <a:gd name="connsiteX4" fmla="*/ 20795 w 62384"/>
                <a:gd name="connsiteY4" fmla="*/ 49002 h 91500"/>
                <a:gd name="connsiteX5" fmla="*/ 15902 w 62384"/>
                <a:gd name="connsiteY5" fmla="*/ 74259 h 91500"/>
                <a:gd name="connsiteX6" fmla="*/ 48317 w 62384"/>
                <a:gd name="connsiteY6" fmla="*/ 80460 h 91500"/>
                <a:gd name="connsiteX7" fmla="*/ 46177 w 62384"/>
                <a:gd name="connsiteY7" fmla="*/ 91500 h 91500"/>
                <a:gd name="connsiteX8" fmla="*/ 0 w 62384"/>
                <a:gd name="connsiteY8" fmla="*/ 82728 h 91500"/>
                <a:gd name="connsiteX9" fmla="*/ 16208 w 62384"/>
                <a:gd name="connsiteY9" fmla="*/ 0 h 91500"/>
                <a:gd name="connsiteX10" fmla="*/ 62385 w 62384"/>
                <a:gd name="connsiteY10" fmla="*/ 8772 h 91500"/>
                <a:gd name="connsiteX11" fmla="*/ 60244 w 62384"/>
                <a:gd name="connsiteY11" fmla="*/ 19812 h 91500"/>
                <a:gd name="connsiteX12" fmla="*/ 27828 w 62384"/>
                <a:gd name="connsiteY12" fmla="*/ 13612 h 9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384" h="91500">
                  <a:moveTo>
                    <a:pt x="27676" y="13763"/>
                  </a:moveTo>
                  <a:lnTo>
                    <a:pt x="22936" y="37961"/>
                  </a:lnTo>
                  <a:lnTo>
                    <a:pt x="51681" y="43406"/>
                  </a:lnTo>
                  <a:lnTo>
                    <a:pt x="49541" y="54447"/>
                  </a:lnTo>
                  <a:lnTo>
                    <a:pt x="20795" y="49002"/>
                  </a:lnTo>
                  <a:lnTo>
                    <a:pt x="15902" y="74259"/>
                  </a:lnTo>
                  <a:lnTo>
                    <a:pt x="48317" y="80460"/>
                  </a:lnTo>
                  <a:lnTo>
                    <a:pt x="46177" y="91500"/>
                  </a:lnTo>
                  <a:lnTo>
                    <a:pt x="0" y="82728"/>
                  </a:lnTo>
                  <a:lnTo>
                    <a:pt x="16208" y="0"/>
                  </a:lnTo>
                  <a:lnTo>
                    <a:pt x="62385" y="8772"/>
                  </a:lnTo>
                  <a:lnTo>
                    <a:pt x="60244" y="19812"/>
                  </a:lnTo>
                  <a:lnTo>
                    <a:pt x="27828" y="13612"/>
                  </a:ln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E88F757-A98F-7849-B9A6-B948DB77FA6E}"/>
                </a:ext>
              </a:extLst>
            </p:cNvPr>
            <p:cNvSpPr/>
            <p:nvPr/>
          </p:nvSpPr>
          <p:spPr>
            <a:xfrm>
              <a:off x="3420247" y="5242876"/>
              <a:ext cx="73240" cy="78644"/>
            </a:xfrm>
            <a:custGeom>
              <a:avLst/>
              <a:gdLst>
                <a:gd name="connsiteX0" fmla="*/ 44036 w 73240"/>
                <a:gd name="connsiteY0" fmla="*/ 40684 h 78644"/>
                <a:gd name="connsiteX1" fmla="*/ 56727 w 73240"/>
                <a:gd name="connsiteY1" fmla="*/ 78645 h 78644"/>
                <a:gd name="connsiteX2" fmla="*/ 41437 w 73240"/>
                <a:gd name="connsiteY2" fmla="*/ 74864 h 78644"/>
                <a:gd name="connsiteX3" fmla="*/ 33027 w 73240"/>
                <a:gd name="connsiteY3" fmla="*/ 49456 h 78644"/>
                <a:gd name="connsiteX4" fmla="*/ 14067 w 73240"/>
                <a:gd name="connsiteY4" fmla="*/ 68058 h 78644"/>
                <a:gd name="connsiteX5" fmla="*/ 0 w 73240"/>
                <a:gd name="connsiteY5" fmla="*/ 64580 h 78644"/>
                <a:gd name="connsiteX6" fmla="*/ 29205 w 73240"/>
                <a:gd name="connsiteY6" fmla="*/ 38113 h 78644"/>
                <a:gd name="connsiteX7" fmla="*/ 16514 w 73240"/>
                <a:gd name="connsiteY7" fmla="*/ 0 h 78644"/>
                <a:gd name="connsiteX8" fmla="*/ 31804 w 73240"/>
                <a:gd name="connsiteY8" fmla="*/ 3781 h 78644"/>
                <a:gd name="connsiteX9" fmla="*/ 40214 w 73240"/>
                <a:gd name="connsiteY9" fmla="*/ 29189 h 78644"/>
                <a:gd name="connsiteX10" fmla="*/ 59174 w 73240"/>
                <a:gd name="connsiteY10" fmla="*/ 10587 h 78644"/>
                <a:gd name="connsiteX11" fmla="*/ 73241 w 73240"/>
                <a:gd name="connsiteY11" fmla="*/ 14065 h 78644"/>
                <a:gd name="connsiteX12" fmla="*/ 43883 w 73240"/>
                <a:gd name="connsiteY12" fmla="*/ 40684 h 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3240" h="78644">
                  <a:moveTo>
                    <a:pt x="44036" y="40684"/>
                  </a:moveTo>
                  <a:lnTo>
                    <a:pt x="56727" y="78645"/>
                  </a:lnTo>
                  <a:lnTo>
                    <a:pt x="41437" y="74864"/>
                  </a:lnTo>
                  <a:lnTo>
                    <a:pt x="33027" y="49456"/>
                  </a:lnTo>
                  <a:lnTo>
                    <a:pt x="14067" y="68058"/>
                  </a:lnTo>
                  <a:lnTo>
                    <a:pt x="0" y="64580"/>
                  </a:lnTo>
                  <a:lnTo>
                    <a:pt x="29205" y="38113"/>
                  </a:lnTo>
                  <a:lnTo>
                    <a:pt x="16514" y="0"/>
                  </a:lnTo>
                  <a:lnTo>
                    <a:pt x="31804" y="3781"/>
                  </a:lnTo>
                  <a:lnTo>
                    <a:pt x="40214" y="29189"/>
                  </a:lnTo>
                  <a:lnTo>
                    <a:pt x="59174" y="10587"/>
                  </a:lnTo>
                  <a:lnTo>
                    <a:pt x="73241" y="14065"/>
                  </a:lnTo>
                  <a:lnTo>
                    <a:pt x="43883" y="40684"/>
                  </a:ln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ED94FF5-DEEF-3F8F-B921-0A1913442491}"/>
                </a:ext>
              </a:extLst>
            </p:cNvPr>
            <p:cNvSpPr/>
            <p:nvPr/>
          </p:nvSpPr>
          <p:spPr>
            <a:xfrm>
              <a:off x="3475598" y="5260571"/>
              <a:ext cx="88435" cy="97701"/>
            </a:xfrm>
            <a:custGeom>
              <a:avLst/>
              <a:gdLst>
                <a:gd name="connsiteX0" fmla="*/ 52905 w 88435"/>
                <a:gd name="connsiteY0" fmla="*/ 9226 h 97701"/>
                <a:gd name="connsiteX1" fmla="*/ 66972 w 88435"/>
                <a:gd name="connsiteY1" fmla="*/ 10436 h 97701"/>
                <a:gd name="connsiteX2" fmla="*/ 80886 w 88435"/>
                <a:gd name="connsiteY2" fmla="*/ 19510 h 97701"/>
                <a:gd name="connsiteX3" fmla="*/ 87920 w 88435"/>
                <a:gd name="connsiteY3" fmla="*/ 34483 h 97701"/>
                <a:gd name="connsiteX4" fmla="*/ 86238 w 88435"/>
                <a:gd name="connsiteY4" fmla="*/ 52632 h 97701"/>
                <a:gd name="connsiteX5" fmla="*/ 76605 w 88435"/>
                <a:gd name="connsiteY5" fmla="*/ 68361 h 97701"/>
                <a:gd name="connsiteX6" fmla="*/ 61926 w 88435"/>
                <a:gd name="connsiteY6" fmla="*/ 76528 h 97701"/>
                <a:gd name="connsiteX7" fmla="*/ 45259 w 88435"/>
                <a:gd name="connsiteY7" fmla="*/ 75771 h 97701"/>
                <a:gd name="connsiteX8" fmla="*/ 33180 w 88435"/>
                <a:gd name="connsiteY8" fmla="*/ 68663 h 97701"/>
                <a:gd name="connsiteX9" fmla="*/ 26299 w 88435"/>
                <a:gd name="connsiteY9" fmla="*/ 58379 h 97701"/>
                <a:gd name="connsiteX10" fmla="*/ 13303 w 88435"/>
                <a:gd name="connsiteY10" fmla="*/ 97701 h 97701"/>
                <a:gd name="connsiteX11" fmla="*/ 0 w 88435"/>
                <a:gd name="connsiteY11" fmla="*/ 93466 h 97701"/>
                <a:gd name="connsiteX12" fmla="*/ 30886 w 88435"/>
                <a:gd name="connsiteY12" fmla="*/ 0 h 97701"/>
                <a:gd name="connsiteX13" fmla="*/ 44189 w 88435"/>
                <a:gd name="connsiteY13" fmla="*/ 4235 h 97701"/>
                <a:gd name="connsiteX14" fmla="*/ 41131 w 88435"/>
                <a:gd name="connsiteY14" fmla="*/ 13612 h 97701"/>
                <a:gd name="connsiteX15" fmla="*/ 52752 w 88435"/>
                <a:gd name="connsiteY15" fmla="*/ 9226 h 97701"/>
                <a:gd name="connsiteX16" fmla="*/ 73852 w 88435"/>
                <a:gd name="connsiteY16" fmla="*/ 36146 h 97701"/>
                <a:gd name="connsiteX17" fmla="*/ 69112 w 88435"/>
                <a:gd name="connsiteY17" fmla="*/ 26618 h 97701"/>
                <a:gd name="connsiteX18" fmla="*/ 60397 w 88435"/>
                <a:gd name="connsiteY18" fmla="*/ 21022 h 97701"/>
                <a:gd name="connsiteX19" fmla="*/ 50152 w 88435"/>
                <a:gd name="connsiteY19" fmla="*/ 20417 h 97701"/>
                <a:gd name="connsiteX20" fmla="*/ 40519 w 88435"/>
                <a:gd name="connsiteY20" fmla="*/ 25408 h 97701"/>
                <a:gd name="connsiteX21" fmla="*/ 34098 w 88435"/>
                <a:gd name="connsiteY21" fmla="*/ 35844 h 97701"/>
                <a:gd name="connsiteX22" fmla="*/ 33027 w 88435"/>
                <a:gd name="connsiteY22" fmla="*/ 48246 h 97701"/>
                <a:gd name="connsiteX23" fmla="*/ 37767 w 88435"/>
                <a:gd name="connsiteY23" fmla="*/ 57925 h 97701"/>
                <a:gd name="connsiteX24" fmla="*/ 46330 w 88435"/>
                <a:gd name="connsiteY24" fmla="*/ 63521 h 97701"/>
                <a:gd name="connsiteX25" fmla="*/ 56727 w 88435"/>
                <a:gd name="connsiteY25" fmla="*/ 63975 h 97701"/>
                <a:gd name="connsiteX26" fmla="*/ 66360 w 88435"/>
                <a:gd name="connsiteY26" fmla="*/ 58832 h 97701"/>
                <a:gd name="connsiteX27" fmla="*/ 72935 w 88435"/>
                <a:gd name="connsiteY27" fmla="*/ 48246 h 97701"/>
                <a:gd name="connsiteX28" fmla="*/ 74005 w 88435"/>
                <a:gd name="connsiteY28" fmla="*/ 35995 h 97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8435" h="97701">
                  <a:moveTo>
                    <a:pt x="52905" y="9226"/>
                  </a:moveTo>
                  <a:cubicBezTo>
                    <a:pt x="57492" y="8469"/>
                    <a:pt x="62079" y="8923"/>
                    <a:pt x="66972" y="10436"/>
                  </a:cubicBezTo>
                  <a:cubicBezTo>
                    <a:pt x="72629" y="12250"/>
                    <a:pt x="77216" y="15275"/>
                    <a:pt x="80886" y="19510"/>
                  </a:cubicBezTo>
                  <a:cubicBezTo>
                    <a:pt x="84556" y="23745"/>
                    <a:pt x="87002" y="28736"/>
                    <a:pt x="87920" y="34483"/>
                  </a:cubicBezTo>
                  <a:cubicBezTo>
                    <a:pt x="88990" y="40230"/>
                    <a:pt x="88378" y="46280"/>
                    <a:pt x="86238" y="52632"/>
                  </a:cubicBezTo>
                  <a:cubicBezTo>
                    <a:pt x="84097" y="58984"/>
                    <a:pt x="80886" y="64277"/>
                    <a:pt x="76605" y="68361"/>
                  </a:cubicBezTo>
                  <a:cubicBezTo>
                    <a:pt x="72323" y="72595"/>
                    <a:pt x="67431" y="75318"/>
                    <a:pt x="61926" y="76528"/>
                  </a:cubicBezTo>
                  <a:cubicBezTo>
                    <a:pt x="56421" y="77889"/>
                    <a:pt x="50764" y="77586"/>
                    <a:pt x="45259" y="75771"/>
                  </a:cubicBezTo>
                  <a:cubicBezTo>
                    <a:pt x="40367" y="74259"/>
                    <a:pt x="36391" y="71839"/>
                    <a:pt x="33180" y="68663"/>
                  </a:cubicBezTo>
                  <a:cubicBezTo>
                    <a:pt x="29969" y="65487"/>
                    <a:pt x="27676" y="62009"/>
                    <a:pt x="26299" y="58379"/>
                  </a:cubicBezTo>
                  <a:lnTo>
                    <a:pt x="13303" y="97701"/>
                  </a:lnTo>
                  <a:lnTo>
                    <a:pt x="0" y="93466"/>
                  </a:lnTo>
                  <a:lnTo>
                    <a:pt x="30886" y="0"/>
                  </a:lnTo>
                  <a:lnTo>
                    <a:pt x="44189" y="4235"/>
                  </a:lnTo>
                  <a:lnTo>
                    <a:pt x="41131" y="13612"/>
                  </a:lnTo>
                  <a:cubicBezTo>
                    <a:pt x="44342" y="11494"/>
                    <a:pt x="48165" y="9982"/>
                    <a:pt x="52752" y="9226"/>
                  </a:cubicBezTo>
                  <a:close/>
                  <a:moveTo>
                    <a:pt x="73852" y="36146"/>
                  </a:moveTo>
                  <a:cubicBezTo>
                    <a:pt x="73088" y="32365"/>
                    <a:pt x="71406" y="29189"/>
                    <a:pt x="69112" y="26618"/>
                  </a:cubicBezTo>
                  <a:cubicBezTo>
                    <a:pt x="66819" y="24047"/>
                    <a:pt x="63761" y="22081"/>
                    <a:pt x="60397" y="21022"/>
                  </a:cubicBezTo>
                  <a:cubicBezTo>
                    <a:pt x="57033" y="19964"/>
                    <a:pt x="53669" y="19812"/>
                    <a:pt x="50152" y="20417"/>
                  </a:cubicBezTo>
                  <a:cubicBezTo>
                    <a:pt x="46636" y="21022"/>
                    <a:pt x="43425" y="22837"/>
                    <a:pt x="40519" y="25408"/>
                  </a:cubicBezTo>
                  <a:cubicBezTo>
                    <a:pt x="37614" y="27979"/>
                    <a:pt x="35474" y="31609"/>
                    <a:pt x="34098" y="35844"/>
                  </a:cubicBezTo>
                  <a:cubicBezTo>
                    <a:pt x="32721" y="40079"/>
                    <a:pt x="32263" y="44313"/>
                    <a:pt x="33027" y="48246"/>
                  </a:cubicBezTo>
                  <a:cubicBezTo>
                    <a:pt x="33792" y="52027"/>
                    <a:pt x="35321" y="55354"/>
                    <a:pt x="37767" y="57925"/>
                  </a:cubicBezTo>
                  <a:cubicBezTo>
                    <a:pt x="40214" y="60647"/>
                    <a:pt x="43119" y="62462"/>
                    <a:pt x="46330" y="63521"/>
                  </a:cubicBezTo>
                  <a:cubicBezTo>
                    <a:pt x="49694" y="64580"/>
                    <a:pt x="53210" y="64731"/>
                    <a:pt x="56727" y="63975"/>
                  </a:cubicBezTo>
                  <a:cubicBezTo>
                    <a:pt x="60244" y="63218"/>
                    <a:pt x="63455" y="61404"/>
                    <a:pt x="66360" y="58832"/>
                  </a:cubicBezTo>
                  <a:cubicBezTo>
                    <a:pt x="69265" y="56110"/>
                    <a:pt x="71406" y="52632"/>
                    <a:pt x="72935" y="48246"/>
                  </a:cubicBezTo>
                  <a:cubicBezTo>
                    <a:pt x="74464" y="43860"/>
                    <a:pt x="74770" y="39776"/>
                    <a:pt x="74005" y="35995"/>
                  </a:cubicBez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37AD941-9E41-2E08-6AB4-309DA98F018F}"/>
                </a:ext>
              </a:extLst>
            </p:cNvPr>
            <p:cNvSpPr/>
            <p:nvPr/>
          </p:nvSpPr>
          <p:spPr>
            <a:xfrm>
              <a:off x="3568396" y="5294768"/>
              <a:ext cx="79983" cy="79233"/>
            </a:xfrm>
            <a:custGeom>
              <a:avLst/>
              <a:gdLst>
                <a:gd name="connsiteX0" fmla="*/ 14082 w 79983"/>
                <a:gd name="connsiteY0" fmla="*/ 7092 h 79233"/>
                <a:gd name="connsiteX1" fmla="*/ 29372 w 79983"/>
                <a:gd name="connsiteY1" fmla="*/ 286 h 79233"/>
                <a:gd name="connsiteX2" fmla="*/ 45886 w 79983"/>
                <a:gd name="connsiteY2" fmla="*/ 2403 h 79233"/>
                <a:gd name="connsiteX3" fmla="*/ 57507 w 79983"/>
                <a:gd name="connsiteY3" fmla="*/ 10570 h 79233"/>
                <a:gd name="connsiteX4" fmla="*/ 63317 w 79983"/>
                <a:gd name="connsiteY4" fmla="*/ 21308 h 79233"/>
                <a:gd name="connsiteX5" fmla="*/ 66987 w 79983"/>
                <a:gd name="connsiteY5" fmla="*/ 12385 h 79233"/>
                <a:gd name="connsiteX6" fmla="*/ 79983 w 79983"/>
                <a:gd name="connsiteY6" fmla="*/ 17679 h 79233"/>
                <a:gd name="connsiteX7" fmla="*/ 54143 w 79983"/>
                <a:gd name="connsiteY7" fmla="*/ 79233 h 79233"/>
                <a:gd name="connsiteX8" fmla="*/ 41146 w 79983"/>
                <a:gd name="connsiteY8" fmla="*/ 73940 h 79233"/>
                <a:gd name="connsiteX9" fmla="*/ 44968 w 79983"/>
                <a:gd name="connsiteY9" fmla="*/ 64714 h 79233"/>
                <a:gd name="connsiteX10" fmla="*/ 33042 w 79983"/>
                <a:gd name="connsiteY10" fmla="*/ 68344 h 79233"/>
                <a:gd name="connsiteX11" fmla="*/ 18975 w 79983"/>
                <a:gd name="connsiteY11" fmla="*/ 65924 h 79233"/>
                <a:gd name="connsiteX12" fmla="*/ 5978 w 79983"/>
                <a:gd name="connsiteY12" fmla="*/ 55791 h 79233"/>
                <a:gd name="connsiteX13" fmla="*/ 168 w 79983"/>
                <a:gd name="connsiteY13" fmla="*/ 40062 h 79233"/>
                <a:gd name="connsiteX14" fmla="*/ 3226 w 79983"/>
                <a:gd name="connsiteY14" fmla="*/ 21913 h 79233"/>
                <a:gd name="connsiteX15" fmla="*/ 14082 w 79983"/>
                <a:gd name="connsiteY15" fmla="*/ 7092 h 79233"/>
                <a:gd name="connsiteX16" fmla="*/ 56130 w 79983"/>
                <a:gd name="connsiteY16" fmla="*/ 30988 h 79233"/>
                <a:gd name="connsiteX17" fmla="*/ 52155 w 79983"/>
                <a:gd name="connsiteY17" fmla="*/ 21006 h 79233"/>
                <a:gd name="connsiteX18" fmla="*/ 43898 w 79983"/>
                <a:gd name="connsiteY18" fmla="*/ 14805 h 79233"/>
                <a:gd name="connsiteX19" fmla="*/ 33654 w 79983"/>
                <a:gd name="connsiteY19" fmla="*/ 13444 h 79233"/>
                <a:gd name="connsiteX20" fmla="*/ 23715 w 79983"/>
                <a:gd name="connsiteY20" fmla="*/ 17679 h 79233"/>
                <a:gd name="connsiteX21" fmla="*/ 16375 w 79983"/>
                <a:gd name="connsiteY21" fmla="*/ 27660 h 79233"/>
                <a:gd name="connsiteX22" fmla="*/ 14388 w 79983"/>
                <a:gd name="connsiteY22" fmla="*/ 39911 h 79233"/>
                <a:gd name="connsiteX23" fmla="*/ 18363 w 79983"/>
                <a:gd name="connsiteY23" fmla="*/ 50044 h 79233"/>
                <a:gd name="connsiteX24" fmla="*/ 26467 w 79983"/>
                <a:gd name="connsiteY24" fmla="*/ 56396 h 79233"/>
                <a:gd name="connsiteX25" fmla="*/ 36712 w 79983"/>
                <a:gd name="connsiteY25" fmla="*/ 57757 h 79233"/>
                <a:gd name="connsiteX26" fmla="*/ 46650 w 79983"/>
                <a:gd name="connsiteY26" fmla="*/ 53371 h 79233"/>
                <a:gd name="connsiteX27" fmla="*/ 53990 w 79983"/>
                <a:gd name="connsiteY27" fmla="*/ 43389 h 79233"/>
                <a:gd name="connsiteX28" fmla="*/ 55978 w 79983"/>
                <a:gd name="connsiteY28" fmla="*/ 31290 h 79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9983" h="79233">
                  <a:moveTo>
                    <a:pt x="14082" y="7092"/>
                  </a:moveTo>
                  <a:cubicBezTo>
                    <a:pt x="18669" y="3311"/>
                    <a:pt x="23715" y="1193"/>
                    <a:pt x="29372" y="286"/>
                  </a:cubicBezTo>
                  <a:cubicBezTo>
                    <a:pt x="35030" y="-470"/>
                    <a:pt x="40534" y="286"/>
                    <a:pt x="45886" y="2403"/>
                  </a:cubicBezTo>
                  <a:cubicBezTo>
                    <a:pt x="50779" y="4369"/>
                    <a:pt x="54601" y="7092"/>
                    <a:pt x="57507" y="10570"/>
                  </a:cubicBezTo>
                  <a:cubicBezTo>
                    <a:pt x="60412" y="13898"/>
                    <a:pt x="62247" y="17527"/>
                    <a:pt x="63317" y="21308"/>
                  </a:cubicBezTo>
                  <a:lnTo>
                    <a:pt x="66987" y="12385"/>
                  </a:lnTo>
                  <a:lnTo>
                    <a:pt x="79983" y="17679"/>
                  </a:lnTo>
                  <a:lnTo>
                    <a:pt x="54143" y="79233"/>
                  </a:lnTo>
                  <a:lnTo>
                    <a:pt x="41146" y="73940"/>
                  </a:lnTo>
                  <a:lnTo>
                    <a:pt x="44968" y="64714"/>
                  </a:lnTo>
                  <a:cubicBezTo>
                    <a:pt x="41605" y="66680"/>
                    <a:pt x="37629" y="67890"/>
                    <a:pt x="33042" y="68344"/>
                  </a:cubicBezTo>
                  <a:cubicBezTo>
                    <a:pt x="28455" y="68798"/>
                    <a:pt x="23715" y="67890"/>
                    <a:pt x="18975" y="65924"/>
                  </a:cubicBezTo>
                  <a:cubicBezTo>
                    <a:pt x="13623" y="63807"/>
                    <a:pt x="9342" y="60328"/>
                    <a:pt x="5978" y="55791"/>
                  </a:cubicBezTo>
                  <a:cubicBezTo>
                    <a:pt x="2614" y="51254"/>
                    <a:pt x="779" y="45961"/>
                    <a:pt x="168" y="40062"/>
                  </a:cubicBezTo>
                  <a:cubicBezTo>
                    <a:pt x="-444" y="34164"/>
                    <a:pt x="626" y="28114"/>
                    <a:pt x="3226" y="21913"/>
                  </a:cubicBezTo>
                  <a:cubicBezTo>
                    <a:pt x="5825" y="15712"/>
                    <a:pt x="9342" y="10722"/>
                    <a:pt x="14082" y="7092"/>
                  </a:cubicBezTo>
                  <a:close/>
                  <a:moveTo>
                    <a:pt x="56130" y="30988"/>
                  </a:moveTo>
                  <a:cubicBezTo>
                    <a:pt x="55672" y="27207"/>
                    <a:pt x="54296" y="23728"/>
                    <a:pt x="52155" y="21006"/>
                  </a:cubicBezTo>
                  <a:cubicBezTo>
                    <a:pt x="50014" y="18132"/>
                    <a:pt x="47262" y="16166"/>
                    <a:pt x="43898" y="14805"/>
                  </a:cubicBezTo>
                  <a:cubicBezTo>
                    <a:pt x="40534" y="13444"/>
                    <a:pt x="37170" y="12990"/>
                    <a:pt x="33654" y="13444"/>
                  </a:cubicBezTo>
                  <a:cubicBezTo>
                    <a:pt x="30137" y="13898"/>
                    <a:pt x="26773" y="15259"/>
                    <a:pt x="23715" y="17679"/>
                  </a:cubicBezTo>
                  <a:cubicBezTo>
                    <a:pt x="20657" y="20098"/>
                    <a:pt x="18210" y="23426"/>
                    <a:pt x="16375" y="27660"/>
                  </a:cubicBezTo>
                  <a:cubicBezTo>
                    <a:pt x="14541" y="31895"/>
                    <a:pt x="13929" y="35979"/>
                    <a:pt x="14388" y="39911"/>
                  </a:cubicBezTo>
                  <a:cubicBezTo>
                    <a:pt x="14846" y="43843"/>
                    <a:pt x="16070" y="47170"/>
                    <a:pt x="18363" y="50044"/>
                  </a:cubicBezTo>
                  <a:cubicBezTo>
                    <a:pt x="20504" y="52918"/>
                    <a:pt x="23256" y="55035"/>
                    <a:pt x="26467" y="56396"/>
                  </a:cubicBezTo>
                  <a:cubicBezTo>
                    <a:pt x="29831" y="57757"/>
                    <a:pt x="33195" y="58211"/>
                    <a:pt x="36712" y="57757"/>
                  </a:cubicBezTo>
                  <a:cubicBezTo>
                    <a:pt x="40228" y="57304"/>
                    <a:pt x="43592" y="55791"/>
                    <a:pt x="46650" y="53371"/>
                  </a:cubicBezTo>
                  <a:cubicBezTo>
                    <a:pt x="49708" y="50951"/>
                    <a:pt x="52155" y="47624"/>
                    <a:pt x="53990" y="43389"/>
                  </a:cubicBezTo>
                  <a:cubicBezTo>
                    <a:pt x="55825" y="39155"/>
                    <a:pt x="56436" y="35071"/>
                    <a:pt x="55978" y="31290"/>
                  </a:cubicBez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D2E6B51-DAAA-EDE1-0F7B-E108662E5C76}"/>
                </a:ext>
              </a:extLst>
            </p:cNvPr>
            <p:cNvSpPr/>
            <p:nvPr/>
          </p:nvSpPr>
          <p:spPr>
            <a:xfrm>
              <a:off x="3637523" y="5321370"/>
              <a:ext cx="76923" cy="86963"/>
            </a:xfrm>
            <a:custGeom>
              <a:avLst/>
              <a:gdLst>
                <a:gd name="connsiteX0" fmla="*/ 72476 w 76923"/>
                <a:gd name="connsiteY0" fmla="*/ 23442 h 86963"/>
                <a:gd name="connsiteX1" fmla="*/ 76911 w 76923"/>
                <a:gd name="connsiteY1" fmla="*/ 36449 h 86963"/>
                <a:gd name="connsiteX2" fmla="*/ 73088 w 76923"/>
                <a:gd name="connsiteY2" fmla="*/ 51875 h 86963"/>
                <a:gd name="connsiteX3" fmla="*/ 55198 w 76923"/>
                <a:gd name="connsiteY3" fmla="*/ 86963 h 86963"/>
                <a:gd name="connsiteX4" fmla="*/ 42813 w 76923"/>
                <a:gd name="connsiteY4" fmla="*/ 80762 h 86963"/>
                <a:gd name="connsiteX5" fmla="*/ 59785 w 76923"/>
                <a:gd name="connsiteY5" fmla="*/ 47489 h 86963"/>
                <a:gd name="connsiteX6" fmla="*/ 61926 w 76923"/>
                <a:gd name="connsiteY6" fmla="*/ 33273 h 86963"/>
                <a:gd name="connsiteX7" fmla="*/ 53058 w 76923"/>
                <a:gd name="connsiteY7" fmla="*/ 23442 h 86963"/>
                <a:gd name="connsiteX8" fmla="*/ 39755 w 76923"/>
                <a:gd name="connsiteY8" fmla="*/ 22232 h 86963"/>
                <a:gd name="connsiteX9" fmla="*/ 29358 w 76923"/>
                <a:gd name="connsiteY9" fmla="*/ 32517 h 86963"/>
                <a:gd name="connsiteX10" fmla="*/ 12385 w 76923"/>
                <a:gd name="connsiteY10" fmla="*/ 65790 h 86963"/>
                <a:gd name="connsiteX11" fmla="*/ 0 w 76923"/>
                <a:gd name="connsiteY11" fmla="*/ 59589 h 86963"/>
                <a:gd name="connsiteX12" fmla="*/ 30428 w 76923"/>
                <a:gd name="connsiteY12" fmla="*/ 0 h 86963"/>
                <a:gd name="connsiteX13" fmla="*/ 42813 w 76923"/>
                <a:gd name="connsiteY13" fmla="*/ 6201 h 86963"/>
                <a:gd name="connsiteX14" fmla="*/ 39296 w 76923"/>
                <a:gd name="connsiteY14" fmla="*/ 13007 h 86963"/>
                <a:gd name="connsiteX15" fmla="*/ 50000 w 76923"/>
                <a:gd name="connsiteY15" fmla="*/ 11192 h 86963"/>
                <a:gd name="connsiteX16" fmla="*/ 61161 w 76923"/>
                <a:gd name="connsiteY16" fmla="*/ 14217 h 86963"/>
                <a:gd name="connsiteX17" fmla="*/ 72323 w 76923"/>
                <a:gd name="connsiteY17" fmla="*/ 23442 h 8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923" h="86963">
                  <a:moveTo>
                    <a:pt x="72476" y="23442"/>
                  </a:moveTo>
                  <a:cubicBezTo>
                    <a:pt x="75229" y="27223"/>
                    <a:pt x="76758" y="31609"/>
                    <a:pt x="76911" y="36449"/>
                  </a:cubicBezTo>
                  <a:cubicBezTo>
                    <a:pt x="77063" y="41289"/>
                    <a:pt x="75840" y="46431"/>
                    <a:pt x="73088" y="51875"/>
                  </a:cubicBezTo>
                  <a:lnTo>
                    <a:pt x="55198" y="86963"/>
                  </a:lnTo>
                  <a:lnTo>
                    <a:pt x="42813" y="80762"/>
                  </a:lnTo>
                  <a:lnTo>
                    <a:pt x="59785" y="47489"/>
                  </a:lnTo>
                  <a:cubicBezTo>
                    <a:pt x="62538" y="42196"/>
                    <a:pt x="63302" y="37356"/>
                    <a:pt x="61926" y="33273"/>
                  </a:cubicBezTo>
                  <a:cubicBezTo>
                    <a:pt x="60703" y="29038"/>
                    <a:pt x="57798" y="25862"/>
                    <a:pt x="53058" y="23442"/>
                  </a:cubicBezTo>
                  <a:cubicBezTo>
                    <a:pt x="48471" y="21174"/>
                    <a:pt x="44036" y="20720"/>
                    <a:pt x="39755" y="22232"/>
                  </a:cubicBezTo>
                  <a:cubicBezTo>
                    <a:pt x="35474" y="23745"/>
                    <a:pt x="32110" y="27072"/>
                    <a:pt x="29358" y="32517"/>
                  </a:cubicBezTo>
                  <a:lnTo>
                    <a:pt x="12385" y="65790"/>
                  </a:lnTo>
                  <a:lnTo>
                    <a:pt x="0" y="59589"/>
                  </a:lnTo>
                  <a:lnTo>
                    <a:pt x="30428" y="0"/>
                  </a:lnTo>
                  <a:lnTo>
                    <a:pt x="42813" y="6201"/>
                  </a:lnTo>
                  <a:lnTo>
                    <a:pt x="39296" y="13007"/>
                  </a:lnTo>
                  <a:cubicBezTo>
                    <a:pt x="42507" y="11646"/>
                    <a:pt x="46177" y="11041"/>
                    <a:pt x="50000" y="11192"/>
                  </a:cubicBezTo>
                  <a:cubicBezTo>
                    <a:pt x="53822" y="11343"/>
                    <a:pt x="57645" y="12402"/>
                    <a:pt x="61161" y="14217"/>
                  </a:cubicBezTo>
                  <a:cubicBezTo>
                    <a:pt x="65902" y="16636"/>
                    <a:pt x="69571" y="19661"/>
                    <a:pt x="72323" y="23442"/>
                  </a:cubicBez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12F171AE-1B34-919E-8DCF-11FEFED8954C}"/>
                </a:ext>
              </a:extLst>
            </p:cNvPr>
            <p:cNvSpPr/>
            <p:nvPr/>
          </p:nvSpPr>
          <p:spPr>
            <a:xfrm>
              <a:off x="3711705" y="5364668"/>
              <a:ext cx="64392" cy="69241"/>
            </a:xfrm>
            <a:custGeom>
              <a:avLst/>
              <a:gdLst>
                <a:gd name="connsiteX0" fmla="*/ 4716 w 64392"/>
                <a:gd name="connsiteY0" fmla="*/ 55159 h 69241"/>
                <a:gd name="connsiteX1" fmla="*/ 129 w 64392"/>
                <a:gd name="connsiteY1" fmla="*/ 43514 h 69241"/>
                <a:gd name="connsiteX2" fmla="*/ 2423 w 64392"/>
                <a:gd name="connsiteY2" fmla="*/ 32171 h 69241"/>
                <a:gd name="connsiteX3" fmla="*/ 14808 w 64392"/>
                <a:gd name="connsiteY3" fmla="*/ 39431 h 69241"/>
                <a:gd name="connsiteX4" fmla="*/ 14808 w 64392"/>
                <a:gd name="connsiteY4" fmla="*/ 47597 h 69241"/>
                <a:gd name="connsiteX5" fmla="*/ 21383 w 64392"/>
                <a:gd name="connsiteY5" fmla="*/ 54706 h 69241"/>
                <a:gd name="connsiteX6" fmla="*/ 30404 w 64392"/>
                <a:gd name="connsiteY6" fmla="*/ 57428 h 69241"/>
                <a:gd name="connsiteX7" fmla="*/ 36214 w 64392"/>
                <a:gd name="connsiteY7" fmla="*/ 54101 h 69241"/>
                <a:gd name="connsiteX8" fmla="*/ 35908 w 64392"/>
                <a:gd name="connsiteY8" fmla="*/ 47446 h 69241"/>
                <a:gd name="connsiteX9" fmla="*/ 28110 w 64392"/>
                <a:gd name="connsiteY9" fmla="*/ 38221 h 69241"/>
                <a:gd name="connsiteX10" fmla="*/ 19548 w 64392"/>
                <a:gd name="connsiteY10" fmla="*/ 28541 h 69241"/>
                <a:gd name="connsiteX11" fmla="*/ 15419 w 64392"/>
                <a:gd name="connsiteY11" fmla="*/ 19316 h 69241"/>
                <a:gd name="connsiteX12" fmla="*/ 17866 w 64392"/>
                <a:gd name="connsiteY12" fmla="*/ 8426 h 69241"/>
                <a:gd name="connsiteX13" fmla="*/ 25664 w 64392"/>
                <a:gd name="connsiteY13" fmla="*/ 1620 h 69241"/>
                <a:gd name="connsiteX14" fmla="*/ 37132 w 64392"/>
                <a:gd name="connsiteY14" fmla="*/ 259 h 69241"/>
                <a:gd name="connsiteX15" fmla="*/ 50129 w 64392"/>
                <a:gd name="connsiteY15" fmla="*/ 4948 h 69241"/>
                <a:gd name="connsiteX16" fmla="*/ 63125 w 64392"/>
                <a:gd name="connsiteY16" fmla="*/ 19164 h 69241"/>
                <a:gd name="connsiteX17" fmla="*/ 61596 w 64392"/>
                <a:gd name="connsiteY17" fmla="*/ 36406 h 69241"/>
                <a:gd name="connsiteX18" fmla="*/ 49517 w 64392"/>
                <a:gd name="connsiteY18" fmla="*/ 29449 h 69241"/>
                <a:gd name="connsiteX19" fmla="*/ 49976 w 64392"/>
                <a:gd name="connsiteY19" fmla="*/ 21433 h 69241"/>
                <a:gd name="connsiteX20" fmla="*/ 43707 w 64392"/>
                <a:gd name="connsiteY20" fmla="*/ 14627 h 69241"/>
                <a:gd name="connsiteX21" fmla="*/ 35450 w 64392"/>
                <a:gd name="connsiteY21" fmla="*/ 12207 h 69241"/>
                <a:gd name="connsiteX22" fmla="*/ 30098 w 64392"/>
                <a:gd name="connsiteY22" fmla="*/ 15383 h 69241"/>
                <a:gd name="connsiteX23" fmla="*/ 29487 w 64392"/>
                <a:gd name="connsiteY23" fmla="*/ 20223 h 69241"/>
                <a:gd name="connsiteX24" fmla="*/ 32086 w 64392"/>
                <a:gd name="connsiteY24" fmla="*/ 25063 h 69241"/>
                <a:gd name="connsiteX25" fmla="*/ 37896 w 64392"/>
                <a:gd name="connsiteY25" fmla="*/ 31415 h 69241"/>
                <a:gd name="connsiteX26" fmla="*/ 46306 w 64392"/>
                <a:gd name="connsiteY26" fmla="*/ 40792 h 69241"/>
                <a:gd name="connsiteX27" fmla="*/ 50281 w 64392"/>
                <a:gd name="connsiteY27" fmla="*/ 49866 h 69241"/>
                <a:gd name="connsiteX28" fmla="*/ 47988 w 64392"/>
                <a:gd name="connsiteY28" fmla="*/ 60453 h 69241"/>
                <a:gd name="connsiteX29" fmla="*/ 40037 w 64392"/>
                <a:gd name="connsiteY29" fmla="*/ 67561 h 69241"/>
                <a:gd name="connsiteX30" fmla="*/ 28722 w 64392"/>
                <a:gd name="connsiteY30" fmla="*/ 69074 h 69241"/>
                <a:gd name="connsiteX31" fmla="*/ 15725 w 64392"/>
                <a:gd name="connsiteY31" fmla="*/ 64385 h 69241"/>
                <a:gd name="connsiteX32" fmla="*/ 4869 w 64392"/>
                <a:gd name="connsiteY32" fmla="*/ 54706 h 69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4392" h="69241">
                  <a:moveTo>
                    <a:pt x="4716" y="55159"/>
                  </a:moveTo>
                  <a:cubicBezTo>
                    <a:pt x="2117" y="51378"/>
                    <a:pt x="588" y="47446"/>
                    <a:pt x="129" y="43514"/>
                  </a:cubicBezTo>
                  <a:cubicBezTo>
                    <a:pt x="-330" y="39431"/>
                    <a:pt x="435" y="35649"/>
                    <a:pt x="2423" y="32171"/>
                  </a:cubicBezTo>
                  <a:lnTo>
                    <a:pt x="14808" y="39431"/>
                  </a:lnTo>
                  <a:cubicBezTo>
                    <a:pt x="13585" y="42002"/>
                    <a:pt x="13585" y="44724"/>
                    <a:pt x="14808" y="47597"/>
                  </a:cubicBezTo>
                  <a:cubicBezTo>
                    <a:pt x="16031" y="50471"/>
                    <a:pt x="18172" y="52891"/>
                    <a:pt x="21383" y="54706"/>
                  </a:cubicBezTo>
                  <a:cubicBezTo>
                    <a:pt x="24746" y="56672"/>
                    <a:pt x="27805" y="57579"/>
                    <a:pt x="30404" y="57428"/>
                  </a:cubicBezTo>
                  <a:cubicBezTo>
                    <a:pt x="33003" y="57277"/>
                    <a:pt x="34991" y="56067"/>
                    <a:pt x="36214" y="54101"/>
                  </a:cubicBezTo>
                  <a:cubicBezTo>
                    <a:pt x="37438" y="51983"/>
                    <a:pt x="37438" y="49715"/>
                    <a:pt x="35908" y="47446"/>
                  </a:cubicBezTo>
                  <a:cubicBezTo>
                    <a:pt x="34532" y="45178"/>
                    <a:pt x="31933" y="42153"/>
                    <a:pt x="28110" y="38221"/>
                  </a:cubicBezTo>
                  <a:cubicBezTo>
                    <a:pt x="24441" y="34440"/>
                    <a:pt x="21536" y="31264"/>
                    <a:pt x="19548" y="28541"/>
                  </a:cubicBezTo>
                  <a:cubicBezTo>
                    <a:pt x="17407" y="25819"/>
                    <a:pt x="16184" y="22794"/>
                    <a:pt x="15419" y="19316"/>
                  </a:cubicBezTo>
                  <a:cubicBezTo>
                    <a:pt x="14808" y="15837"/>
                    <a:pt x="15572" y="12207"/>
                    <a:pt x="17866" y="8426"/>
                  </a:cubicBezTo>
                  <a:cubicBezTo>
                    <a:pt x="19701" y="5401"/>
                    <a:pt x="22300" y="3133"/>
                    <a:pt x="25664" y="1620"/>
                  </a:cubicBezTo>
                  <a:cubicBezTo>
                    <a:pt x="29028" y="108"/>
                    <a:pt x="32850" y="-346"/>
                    <a:pt x="37132" y="259"/>
                  </a:cubicBezTo>
                  <a:cubicBezTo>
                    <a:pt x="41413" y="864"/>
                    <a:pt x="45694" y="2377"/>
                    <a:pt x="50129" y="4948"/>
                  </a:cubicBezTo>
                  <a:cubicBezTo>
                    <a:pt x="56703" y="8729"/>
                    <a:pt x="60985" y="13568"/>
                    <a:pt x="63125" y="19164"/>
                  </a:cubicBezTo>
                  <a:cubicBezTo>
                    <a:pt x="65266" y="24911"/>
                    <a:pt x="64654" y="30507"/>
                    <a:pt x="61596" y="36406"/>
                  </a:cubicBezTo>
                  <a:lnTo>
                    <a:pt x="49517" y="29449"/>
                  </a:lnTo>
                  <a:cubicBezTo>
                    <a:pt x="50893" y="26726"/>
                    <a:pt x="51046" y="24155"/>
                    <a:pt x="49976" y="21433"/>
                  </a:cubicBezTo>
                  <a:cubicBezTo>
                    <a:pt x="49058" y="18862"/>
                    <a:pt x="46918" y="16593"/>
                    <a:pt x="43707" y="14627"/>
                  </a:cubicBezTo>
                  <a:cubicBezTo>
                    <a:pt x="40496" y="12812"/>
                    <a:pt x="37743" y="11905"/>
                    <a:pt x="35450" y="12207"/>
                  </a:cubicBezTo>
                  <a:cubicBezTo>
                    <a:pt x="33003" y="12358"/>
                    <a:pt x="31321" y="13417"/>
                    <a:pt x="30098" y="15383"/>
                  </a:cubicBezTo>
                  <a:cubicBezTo>
                    <a:pt x="29181" y="16896"/>
                    <a:pt x="29028" y="18559"/>
                    <a:pt x="29487" y="20223"/>
                  </a:cubicBezTo>
                  <a:cubicBezTo>
                    <a:pt x="29945" y="21887"/>
                    <a:pt x="30863" y="23550"/>
                    <a:pt x="32086" y="25063"/>
                  </a:cubicBezTo>
                  <a:cubicBezTo>
                    <a:pt x="33309" y="26575"/>
                    <a:pt x="35297" y="28692"/>
                    <a:pt x="37896" y="31415"/>
                  </a:cubicBezTo>
                  <a:cubicBezTo>
                    <a:pt x="41413" y="35045"/>
                    <a:pt x="44165" y="38069"/>
                    <a:pt x="46306" y="40792"/>
                  </a:cubicBezTo>
                  <a:cubicBezTo>
                    <a:pt x="48294" y="43514"/>
                    <a:pt x="49670" y="46539"/>
                    <a:pt x="50281" y="49866"/>
                  </a:cubicBezTo>
                  <a:cubicBezTo>
                    <a:pt x="50893" y="53193"/>
                    <a:pt x="50281" y="56823"/>
                    <a:pt x="47988" y="60453"/>
                  </a:cubicBezTo>
                  <a:cubicBezTo>
                    <a:pt x="46000" y="63780"/>
                    <a:pt x="43401" y="66049"/>
                    <a:pt x="40037" y="67561"/>
                  </a:cubicBezTo>
                  <a:cubicBezTo>
                    <a:pt x="36673" y="69074"/>
                    <a:pt x="32850" y="69527"/>
                    <a:pt x="28722" y="69074"/>
                  </a:cubicBezTo>
                  <a:cubicBezTo>
                    <a:pt x="24594" y="68620"/>
                    <a:pt x="20159" y="66956"/>
                    <a:pt x="15725" y="64385"/>
                  </a:cubicBezTo>
                  <a:cubicBezTo>
                    <a:pt x="11138" y="61663"/>
                    <a:pt x="7621" y="58487"/>
                    <a:pt x="4869" y="54706"/>
                  </a:cubicBez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9DC987E-ED3D-E48E-5524-9078F62FC50D}"/>
                </a:ext>
              </a:extLst>
            </p:cNvPr>
            <p:cNvSpPr/>
            <p:nvPr/>
          </p:nvSpPr>
          <p:spPr>
            <a:xfrm>
              <a:off x="3761987" y="5373831"/>
              <a:ext cx="61486" cy="83201"/>
            </a:xfrm>
            <a:custGeom>
              <a:avLst/>
              <a:gdLst>
                <a:gd name="connsiteX0" fmla="*/ 48470 w 61486"/>
                <a:gd name="connsiteY0" fmla="*/ 27393 h 83201"/>
                <a:gd name="connsiteX1" fmla="*/ 11621 w 61486"/>
                <a:gd name="connsiteY1" fmla="*/ 83201 h 83201"/>
                <a:gd name="connsiteX2" fmla="*/ 0 w 61486"/>
                <a:gd name="connsiteY2" fmla="*/ 75639 h 83201"/>
                <a:gd name="connsiteX3" fmla="*/ 36850 w 61486"/>
                <a:gd name="connsiteY3" fmla="*/ 19831 h 83201"/>
                <a:gd name="connsiteX4" fmla="*/ 48470 w 61486"/>
                <a:gd name="connsiteY4" fmla="*/ 27393 h 83201"/>
                <a:gd name="connsiteX5" fmla="*/ 43730 w 61486"/>
                <a:gd name="connsiteY5" fmla="*/ 10757 h 83201"/>
                <a:gd name="connsiteX6" fmla="*/ 45107 w 61486"/>
                <a:gd name="connsiteY6" fmla="*/ 4102 h 83201"/>
                <a:gd name="connsiteX7" fmla="*/ 50764 w 61486"/>
                <a:gd name="connsiteY7" fmla="*/ 170 h 83201"/>
                <a:gd name="connsiteX8" fmla="*/ 57492 w 61486"/>
                <a:gd name="connsiteY8" fmla="*/ 1531 h 83201"/>
                <a:gd name="connsiteX9" fmla="*/ 61314 w 61486"/>
                <a:gd name="connsiteY9" fmla="*/ 6976 h 83201"/>
                <a:gd name="connsiteX10" fmla="*/ 59938 w 61486"/>
                <a:gd name="connsiteY10" fmla="*/ 13631 h 83201"/>
                <a:gd name="connsiteX11" fmla="*/ 54281 w 61486"/>
                <a:gd name="connsiteY11" fmla="*/ 17563 h 83201"/>
                <a:gd name="connsiteX12" fmla="*/ 47706 w 61486"/>
                <a:gd name="connsiteY12" fmla="*/ 16353 h 83201"/>
                <a:gd name="connsiteX13" fmla="*/ 43730 w 61486"/>
                <a:gd name="connsiteY13" fmla="*/ 10757 h 83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1486" h="83201">
                  <a:moveTo>
                    <a:pt x="48470" y="27393"/>
                  </a:moveTo>
                  <a:lnTo>
                    <a:pt x="11621" y="83201"/>
                  </a:lnTo>
                  <a:lnTo>
                    <a:pt x="0" y="75639"/>
                  </a:lnTo>
                  <a:lnTo>
                    <a:pt x="36850" y="19831"/>
                  </a:lnTo>
                  <a:lnTo>
                    <a:pt x="48470" y="27393"/>
                  </a:lnTo>
                  <a:close/>
                  <a:moveTo>
                    <a:pt x="43730" y="10757"/>
                  </a:moveTo>
                  <a:cubicBezTo>
                    <a:pt x="43272" y="8337"/>
                    <a:pt x="43730" y="6220"/>
                    <a:pt x="45107" y="4102"/>
                  </a:cubicBezTo>
                  <a:cubicBezTo>
                    <a:pt x="46483" y="1985"/>
                    <a:pt x="48317" y="775"/>
                    <a:pt x="50764" y="170"/>
                  </a:cubicBezTo>
                  <a:cubicBezTo>
                    <a:pt x="53057" y="-284"/>
                    <a:pt x="55351" y="170"/>
                    <a:pt x="57492" y="1531"/>
                  </a:cubicBezTo>
                  <a:cubicBezTo>
                    <a:pt x="59479" y="2892"/>
                    <a:pt x="60856" y="4707"/>
                    <a:pt x="61314" y="6976"/>
                  </a:cubicBezTo>
                  <a:cubicBezTo>
                    <a:pt x="61773" y="9245"/>
                    <a:pt x="61314" y="11513"/>
                    <a:pt x="59938" y="13631"/>
                  </a:cubicBezTo>
                  <a:cubicBezTo>
                    <a:pt x="58562" y="15748"/>
                    <a:pt x="56727" y="16958"/>
                    <a:pt x="54281" y="17563"/>
                  </a:cubicBezTo>
                  <a:cubicBezTo>
                    <a:pt x="51834" y="18016"/>
                    <a:pt x="49694" y="17563"/>
                    <a:pt x="47706" y="16353"/>
                  </a:cubicBezTo>
                  <a:cubicBezTo>
                    <a:pt x="45565" y="14992"/>
                    <a:pt x="44342" y="13177"/>
                    <a:pt x="43730" y="10757"/>
                  </a:cubicBez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566AD670-8D6B-BF48-5431-29046F6098E9}"/>
                </a:ext>
              </a:extLst>
            </p:cNvPr>
            <p:cNvSpPr/>
            <p:nvPr/>
          </p:nvSpPr>
          <p:spPr>
            <a:xfrm>
              <a:off x="3796892" y="5421817"/>
              <a:ext cx="70247" cy="69374"/>
            </a:xfrm>
            <a:custGeom>
              <a:avLst/>
              <a:gdLst>
                <a:gd name="connsiteX0" fmla="*/ 2862 w 70247"/>
                <a:gd name="connsiteY0" fmla="*/ 48827 h 69374"/>
                <a:gd name="connsiteX1" fmla="*/ 262 w 70247"/>
                <a:gd name="connsiteY1" fmla="*/ 32039 h 69374"/>
                <a:gd name="connsiteX2" fmla="*/ 7449 w 70247"/>
                <a:gd name="connsiteY2" fmla="*/ 14798 h 69374"/>
                <a:gd name="connsiteX3" fmla="*/ 21822 w 70247"/>
                <a:gd name="connsiteY3" fmla="*/ 2850 h 69374"/>
                <a:gd name="connsiteX4" fmla="*/ 38947 w 70247"/>
                <a:gd name="connsiteY4" fmla="*/ 279 h 69374"/>
                <a:gd name="connsiteX5" fmla="*/ 55614 w 70247"/>
                <a:gd name="connsiteY5" fmla="*/ 7085 h 69374"/>
                <a:gd name="connsiteX6" fmla="*/ 67234 w 70247"/>
                <a:gd name="connsiteY6" fmla="*/ 20696 h 69374"/>
                <a:gd name="connsiteX7" fmla="*/ 69986 w 70247"/>
                <a:gd name="connsiteY7" fmla="*/ 37635 h 69374"/>
                <a:gd name="connsiteX8" fmla="*/ 62953 w 70247"/>
                <a:gd name="connsiteY8" fmla="*/ 54877 h 69374"/>
                <a:gd name="connsiteX9" fmla="*/ 48427 w 70247"/>
                <a:gd name="connsiteY9" fmla="*/ 66673 h 69374"/>
                <a:gd name="connsiteX10" fmla="*/ 30996 w 70247"/>
                <a:gd name="connsiteY10" fmla="*/ 69093 h 69374"/>
                <a:gd name="connsiteX11" fmla="*/ 14177 w 70247"/>
                <a:gd name="connsiteY11" fmla="*/ 62288 h 69374"/>
                <a:gd name="connsiteX12" fmla="*/ 2862 w 70247"/>
                <a:gd name="connsiteY12" fmla="*/ 48827 h 69374"/>
                <a:gd name="connsiteX13" fmla="*/ 30996 w 70247"/>
                <a:gd name="connsiteY13" fmla="*/ 56540 h 69374"/>
                <a:gd name="connsiteX14" fmla="*/ 41699 w 70247"/>
                <a:gd name="connsiteY14" fmla="*/ 54877 h 69374"/>
                <a:gd name="connsiteX15" fmla="*/ 51485 w 70247"/>
                <a:gd name="connsiteY15" fmla="*/ 46559 h 69374"/>
                <a:gd name="connsiteX16" fmla="*/ 56531 w 70247"/>
                <a:gd name="connsiteY16" fmla="*/ 35064 h 69374"/>
                <a:gd name="connsiteX17" fmla="*/ 55002 w 70247"/>
                <a:gd name="connsiteY17" fmla="*/ 24629 h 69374"/>
                <a:gd name="connsiteX18" fmla="*/ 48427 w 70247"/>
                <a:gd name="connsiteY18" fmla="*/ 16764 h 69374"/>
                <a:gd name="connsiteX19" fmla="*/ 38794 w 70247"/>
                <a:gd name="connsiteY19" fmla="*/ 12983 h 69374"/>
                <a:gd name="connsiteX20" fmla="*/ 28397 w 70247"/>
                <a:gd name="connsiteY20" fmla="*/ 14798 h 69374"/>
                <a:gd name="connsiteX21" fmla="*/ 18917 w 70247"/>
                <a:gd name="connsiteY21" fmla="*/ 23116 h 69374"/>
                <a:gd name="connsiteX22" fmla="*/ 13565 w 70247"/>
                <a:gd name="connsiteY22" fmla="*/ 39753 h 69374"/>
                <a:gd name="connsiteX23" fmla="*/ 21363 w 70247"/>
                <a:gd name="connsiteY23" fmla="*/ 52608 h 69374"/>
                <a:gd name="connsiteX24" fmla="*/ 30996 w 70247"/>
                <a:gd name="connsiteY24" fmla="*/ 56389 h 69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0247" h="69374">
                  <a:moveTo>
                    <a:pt x="2862" y="48827"/>
                  </a:moveTo>
                  <a:cubicBezTo>
                    <a:pt x="415" y="43534"/>
                    <a:pt x="-502" y="37938"/>
                    <a:pt x="262" y="32039"/>
                  </a:cubicBezTo>
                  <a:cubicBezTo>
                    <a:pt x="1027" y="26141"/>
                    <a:pt x="3321" y="20394"/>
                    <a:pt x="7449" y="14798"/>
                  </a:cubicBezTo>
                  <a:cubicBezTo>
                    <a:pt x="11424" y="9353"/>
                    <a:pt x="16317" y="5421"/>
                    <a:pt x="21822" y="2850"/>
                  </a:cubicBezTo>
                  <a:cubicBezTo>
                    <a:pt x="27326" y="279"/>
                    <a:pt x="33137" y="-477"/>
                    <a:pt x="38947" y="279"/>
                  </a:cubicBezTo>
                  <a:cubicBezTo>
                    <a:pt x="44910" y="1035"/>
                    <a:pt x="50415" y="3304"/>
                    <a:pt x="55614" y="7085"/>
                  </a:cubicBezTo>
                  <a:cubicBezTo>
                    <a:pt x="60812" y="10866"/>
                    <a:pt x="64635" y="15403"/>
                    <a:pt x="67234" y="20696"/>
                  </a:cubicBezTo>
                  <a:cubicBezTo>
                    <a:pt x="69834" y="25990"/>
                    <a:pt x="70751" y="31737"/>
                    <a:pt x="69986" y="37635"/>
                  </a:cubicBezTo>
                  <a:cubicBezTo>
                    <a:pt x="69375" y="43685"/>
                    <a:pt x="66928" y="49432"/>
                    <a:pt x="62953" y="54877"/>
                  </a:cubicBezTo>
                  <a:cubicBezTo>
                    <a:pt x="58977" y="60321"/>
                    <a:pt x="54085" y="64254"/>
                    <a:pt x="48427" y="66673"/>
                  </a:cubicBezTo>
                  <a:cubicBezTo>
                    <a:pt x="42770" y="69093"/>
                    <a:pt x="36959" y="69850"/>
                    <a:pt x="30996" y="69093"/>
                  </a:cubicBezTo>
                  <a:cubicBezTo>
                    <a:pt x="25033" y="68337"/>
                    <a:pt x="19375" y="66069"/>
                    <a:pt x="14177" y="62288"/>
                  </a:cubicBezTo>
                  <a:cubicBezTo>
                    <a:pt x="8978" y="58507"/>
                    <a:pt x="5308" y="54121"/>
                    <a:pt x="2862" y="48827"/>
                  </a:cubicBezTo>
                  <a:close/>
                  <a:moveTo>
                    <a:pt x="30996" y="56540"/>
                  </a:moveTo>
                  <a:cubicBezTo>
                    <a:pt x="34513" y="56994"/>
                    <a:pt x="38183" y="56540"/>
                    <a:pt x="41699" y="54877"/>
                  </a:cubicBezTo>
                  <a:cubicBezTo>
                    <a:pt x="45369" y="53213"/>
                    <a:pt x="48580" y="50491"/>
                    <a:pt x="51485" y="46559"/>
                  </a:cubicBezTo>
                  <a:cubicBezTo>
                    <a:pt x="54390" y="42626"/>
                    <a:pt x="56072" y="38845"/>
                    <a:pt x="56531" y="35064"/>
                  </a:cubicBezTo>
                  <a:cubicBezTo>
                    <a:pt x="56990" y="31283"/>
                    <a:pt x="56531" y="27805"/>
                    <a:pt x="55002" y="24629"/>
                  </a:cubicBezTo>
                  <a:cubicBezTo>
                    <a:pt x="53473" y="21453"/>
                    <a:pt x="51332" y="18882"/>
                    <a:pt x="48427" y="16764"/>
                  </a:cubicBezTo>
                  <a:cubicBezTo>
                    <a:pt x="45522" y="14647"/>
                    <a:pt x="42311" y="13437"/>
                    <a:pt x="38794" y="12983"/>
                  </a:cubicBezTo>
                  <a:cubicBezTo>
                    <a:pt x="35277" y="12529"/>
                    <a:pt x="31913" y="13134"/>
                    <a:pt x="28397" y="14798"/>
                  </a:cubicBezTo>
                  <a:cubicBezTo>
                    <a:pt x="24880" y="16462"/>
                    <a:pt x="21822" y="19184"/>
                    <a:pt x="18917" y="23116"/>
                  </a:cubicBezTo>
                  <a:cubicBezTo>
                    <a:pt x="14635" y="28863"/>
                    <a:pt x="12801" y="34459"/>
                    <a:pt x="13565" y="39753"/>
                  </a:cubicBezTo>
                  <a:cubicBezTo>
                    <a:pt x="14177" y="45046"/>
                    <a:pt x="16776" y="49432"/>
                    <a:pt x="21363" y="52608"/>
                  </a:cubicBezTo>
                  <a:cubicBezTo>
                    <a:pt x="24268" y="54726"/>
                    <a:pt x="27479" y="55935"/>
                    <a:pt x="30996" y="56389"/>
                  </a:cubicBez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6C34FBD7-86A6-7646-5E9A-1F3BD4D28AB6}"/>
                </a:ext>
              </a:extLst>
            </p:cNvPr>
            <p:cNvSpPr/>
            <p:nvPr/>
          </p:nvSpPr>
          <p:spPr>
            <a:xfrm>
              <a:off x="3849753" y="5460511"/>
              <a:ext cx="80622" cy="90139"/>
            </a:xfrm>
            <a:custGeom>
              <a:avLst/>
              <a:gdLst>
                <a:gd name="connsiteX0" fmla="*/ 78898 w 80622"/>
                <a:gd name="connsiteY0" fmla="*/ 32365 h 90139"/>
                <a:gd name="connsiteX1" fmla="*/ 80121 w 80622"/>
                <a:gd name="connsiteY1" fmla="*/ 45977 h 90139"/>
                <a:gd name="connsiteX2" fmla="*/ 72782 w 80622"/>
                <a:gd name="connsiteY2" fmla="*/ 60042 h 90139"/>
                <a:gd name="connsiteX3" fmla="*/ 47094 w 80622"/>
                <a:gd name="connsiteY3" fmla="*/ 90139 h 90139"/>
                <a:gd name="connsiteX4" fmla="*/ 36544 w 80622"/>
                <a:gd name="connsiteY4" fmla="*/ 81367 h 90139"/>
                <a:gd name="connsiteX5" fmla="*/ 60856 w 80622"/>
                <a:gd name="connsiteY5" fmla="*/ 52934 h 90139"/>
                <a:gd name="connsiteX6" fmla="*/ 66360 w 80622"/>
                <a:gd name="connsiteY6" fmla="*/ 39625 h 90139"/>
                <a:gd name="connsiteX7" fmla="*/ 60091 w 80622"/>
                <a:gd name="connsiteY7" fmla="*/ 28131 h 90139"/>
                <a:gd name="connsiteX8" fmla="*/ 47553 w 80622"/>
                <a:gd name="connsiteY8" fmla="*/ 23896 h 90139"/>
                <a:gd name="connsiteX9" fmla="*/ 35015 w 80622"/>
                <a:gd name="connsiteY9" fmla="*/ 31458 h 90139"/>
                <a:gd name="connsiteX10" fmla="*/ 10703 w 80622"/>
                <a:gd name="connsiteY10" fmla="*/ 59891 h 90139"/>
                <a:gd name="connsiteX11" fmla="*/ 0 w 80622"/>
                <a:gd name="connsiteY11" fmla="*/ 50968 h 90139"/>
                <a:gd name="connsiteX12" fmla="*/ 43577 w 80622"/>
                <a:gd name="connsiteY12" fmla="*/ 0 h 90139"/>
                <a:gd name="connsiteX13" fmla="*/ 54281 w 80622"/>
                <a:gd name="connsiteY13" fmla="*/ 8923 h 90139"/>
                <a:gd name="connsiteX14" fmla="*/ 49235 w 80622"/>
                <a:gd name="connsiteY14" fmla="*/ 14670 h 90139"/>
                <a:gd name="connsiteX15" fmla="*/ 60091 w 80622"/>
                <a:gd name="connsiteY15" fmla="*/ 15426 h 90139"/>
                <a:gd name="connsiteX16" fmla="*/ 70183 w 80622"/>
                <a:gd name="connsiteY16" fmla="*/ 20871 h 90139"/>
                <a:gd name="connsiteX17" fmla="*/ 78898 w 80622"/>
                <a:gd name="connsiteY17" fmla="*/ 32517 h 90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622" h="90139">
                  <a:moveTo>
                    <a:pt x="78898" y="32365"/>
                  </a:moveTo>
                  <a:cubicBezTo>
                    <a:pt x="80733" y="36751"/>
                    <a:pt x="81039" y="41289"/>
                    <a:pt x="80121" y="45977"/>
                  </a:cubicBezTo>
                  <a:cubicBezTo>
                    <a:pt x="79204" y="50817"/>
                    <a:pt x="76605" y="55505"/>
                    <a:pt x="72782" y="60042"/>
                  </a:cubicBezTo>
                  <a:lnTo>
                    <a:pt x="47094" y="90139"/>
                  </a:lnTo>
                  <a:lnTo>
                    <a:pt x="36544" y="81367"/>
                  </a:lnTo>
                  <a:lnTo>
                    <a:pt x="60856" y="52934"/>
                  </a:lnTo>
                  <a:cubicBezTo>
                    <a:pt x="64678" y="48397"/>
                    <a:pt x="66666" y="43860"/>
                    <a:pt x="66360" y="39625"/>
                  </a:cubicBezTo>
                  <a:cubicBezTo>
                    <a:pt x="66207" y="35239"/>
                    <a:pt x="64067" y="31458"/>
                    <a:pt x="60091" y="28131"/>
                  </a:cubicBezTo>
                  <a:cubicBezTo>
                    <a:pt x="56116" y="24803"/>
                    <a:pt x="51834" y="23442"/>
                    <a:pt x="47553" y="23896"/>
                  </a:cubicBezTo>
                  <a:cubicBezTo>
                    <a:pt x="43119" y="24350"/>
                    <a:pt x="38990" y="26921"/>
                    <a:pt x="35015" y="31458"/>
                  </a:cubicBezTo>
                  <a:lnTo>
                    <a:pt x="10703" y="59891"/>
                  </a:lnTo>
                  <a:lnTo>
                    <a:pt x="0" y="50968"/>
                  </a:lnTo>
                  <a:lnTo>
                    <a:pt x="43577" y="0"/>
                  </a:lnTo>
                  <a:lnTo>
                    <a:pt x="54281" y="8923"/>
                  </a:lnTo>
                  <a:lnTo>
                    <a:pt x="49235" y="14670"/>
                  </a:lnTo>
                  <a:cubicBezTo>
                    <a:pt x="52752" y="14065"/>
                    <a:pt x="56421" y="14217"/>
                    <a:pt x="60091" y="15426"/>
                  </a:cubicBezTo>
                  <a:cubicBezTo>
                    <a:pt x="63761" y="16636"/>
                    <a:pt x="67125" y="18300"/>
                    <a:pt x="70183" y="20871"/>
                  </a:cubicBezTo>
                  <a:cubicBezTo>
                    <a:pt x="74311" y="24198"/>
                    <a:pt x="77216" y="28131"/>
                    <a:pt x="78898" y="32517"/>
                  </a:cubicBez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34AEDDED-05C5-E805-74DC-71BCB1A27812}"/>
                </a:ext>
              </a:extLst>
            </p:cNvPr>
            <p:cNvSpPr/>
            <p:nvPr/>
          </p:nvSpPr>
          <p:spPr>
            <a:xfrm>
              <a:off x="3945118" y="5537737"/>
              <a:ext cx="87707" cy="86838"/>
            </a:xfrm>
            <a:custGeom>
              <a:avLst/>
              <a:gdLst>
                <a:gd name="connsiteX0" fmla="*/ 1270 w 87707"/>
                <a:gd name="connsiteY0" fmla="*/ 53597 h 86838"/>
                <a:gd name="connsiteX1" fmla="*/ 1729 w 87707"/>
                <a:gd name="connsiteY1" fmla="*/ 31667 h 86838"/>
                <a:gd name="connsiteX2" fmla="*/ 13961 w 87707"/>
                <a:gd name="connsiteY2" fmla="*/ 12157 h 86838"/>
                <a:gd name="connsiteX3" fmla="*/ 34145 w 87707"/>
                <a:gd name="connsiteY3" fmla="*/ 1116 h 86838"/>
                <a:gd name="connsiteX4" fmla="*/ 56163 w 87707"/>
                <a:gd name="connsiteY4" fmla="*/ 1872 h 86838"/>
                <a:gd name="connsiteX5" fmla="*/ 75276 w 87707"/>
                <a:gd name="connsiteY5" fmla="*/ 13820 h 86838"/>
                <a:gd name="connsiteX6" fmla="*/ 86438 w 87707"/>
                <a:gd name="connsiteY6" fmla="*/ 33330 h 86838"/>
                <a:gd name="connsiteX7" fmla="*/ 85979 w 87707"/>
                <a:gd name="connsiteY7" fmla="*/ 55109 h 86838"/>
                <a:gd name="connsiteX8" fmla="*/ 73747 w 87707"/>
                <a:gd name="connsiteY8" fmla="*/ 74468 h 86838"/>
                <a:gd name="connsiteX9" fmla="*/ 53563 w 87707"/>
                <a:gd name="connsiteY9" fmla="*/ 85659 h 86838"/>
                <a:gd name="connsiteX10" fmla="*/ 31545 w 87707"/>
                <a:gd name="connsiteY10" fmla="*/ 84903 h 86838"/>
                <a:gd name="connsiteX11" fmla="*/ 12432 w 87707"/>
                <a:gd name="connsiteY11" fmla="*/ 72955 h 86838"/>
                <a:gd name="connsiteX12" fmla="*/ 1423 w 87707"/>
                <a:gd name="connsiteY12" fmla="*/ 53445 h 86838"/>
                <a:gd name="connsiteX13" fmla="*/ 34145 w 87707"/>
                <a:gd name="connsiteY13" fmla="*/ 72955 h 86838"/>
                <a:gd name="connsiteX14" fmla="*/ 49282 w 87707"/>
                <a:gd name="connsiteY14" fmla="*/ 72955 h 86838"/>
                <a:gd name="connsiteX15" fmla="*/ 63808 w 87707"/>
                <a:gd name="connsiteY15" fmla="*/ 64335 h 86838"/>
                <a:gd name="connsiteX16" fmla="*/ 73288 w 87707"/>
                <a:gd name="connsiteY16" fmla="*/ 50421 h 86838"/>
                <a:gd name="connsiteX17" fmla="*/ 74052 w 87707"/>
                <a:gd name="connsiteY17" fmla="*/ 35599 h 86838"/>
                <a:gd name="connsiteX18" fmla="*/ 66407 w 87707"/>
                <a:gd name="connsiteY18" fmla="*/ 22290 h 86838"/>
                <a:gd name="connsiteX19" fmla="*/ 53258 w 87707"/>
                <a:gd name="connsiteY19" fmla="*/ 14123 h 86838"/>
                <a:gd name="connsiteX20" fmla="*/ 38273 w 87707"/>
                <a:gd name="connsiteY20" fmla="*/ 14123 h 86838"/>
                <a:gd name="connsiteX21" fmla="*/ 23747 w 87707"/>
                <a:gd name="connsiteY21" fmla="*/ 22744 h 86838"/>
                <a:gd name="connsiteX22" fmla="*/ 14267 w 87707"/>
                <a:gd name="connsiteY22" fmla="*/ 36658 h 86838"/>
                <a:gd name="connsiteX23" fmla="*/ 13350 w 87707"/>
                <a:gd name="connsiteY23" fmla="*/ 51630 h 86838"/>
                <a:gd name="connsiteX24" fmla="*/ 20995 w 87707"/>
                <a:gd name="connsiteY24" fmla="*/ 65091 h 86838"/>
                <a:gd name="connsiteX25" fmla="*/ 34145 w 87707"/>
                <a:gd name="connsiteY25" fmla="*/ 73258 h 86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7707" h="86838">
                  <a:moveTo>
                    <a:pt x="1270" y="53597"/>
                  </a:moveTo>
                  <a:cubicBezTo>
                    <a:pt x="-565" y="46337"/>
                    <a:pt x="-412" y="39077"/>
                    <a:pt x="1729" y="31667"/>
                  </a:cubicBezTo>
                  <a:cubicBezTo>
                    <a:pt x="3870" y="24407"/>
                    <a:pt x="7998" y="17904"/>
                    <a:pt x="13961" y="12157"/>
                  </a:cubicBezTo>
                  <a:cubicBezTo>
                    <a:pt x="19925" y="6410"/>
                    <a:pt x="26805" y="2780"/>
                    <a:pt x="34145" y="1116"/>
                  </a:cubicBezTo>
                  <a:cubicBezTo>
                    <a:pt x="41637" y="-547"/>
                    <a:pt x="48976" y="-396"/>
                    <a:pt x="56163" y="1872"/>
                  </a:cubicBezTo>
                  <a:cubicBezTo>
                    <a:pt x="63502" y="4141"/>
                    <a:pt x="69771" y="8073"/>
                    <a:pt x="75276" y="13820"/>
                  </a:cubicBezTo>
                  <a:cubicBezTo>
                    <a:pt x="80780" y="19567"/>
                    <a:pt x="84450" y="26071"/>
                    <a:pt x="86438" y="33330"/>
                  </a:cubicBezTo>
                  <a:cubicBezTo>
                    <a:pt x="88272" y="40590"/>
                    <a:pt x="88120" y="47849"/>
                    <a:pt x="85979" y="55109"/>
                  </a:cubicBezTo>
                  <a:cubicBezTo>
                    <a:pt x="83838" y="62368"/>
                    <a:pt x="79710" y="68872"/>
                    <a:pt x="73747" y="74468"/>
                  </a:cubicBezTo>
                  <a:cubicBezTo>
                    <a:pt x="67783" y="80215"/>
                    <a:pt x="60903" y="83845"/>
                    <a:pt x="53563" y="85659"/>
                  </a:cubicBezTo>
                  <a:cubicBezTo>
                    <a:pt x="46224" y="87474"/>
                    <a:pt x="38732" y="87172"/>
                    <a:pt x="31545" y="84903"/>
                  </a:cubicBezTo>
                  <a:cubicBezTo>
                    <a:pt x="24206" y="82635"/>
                    <a:pt x="17937" y="78702"/>
                    <a:pt x="12432" y="72955"/>
                  </a:cubicBezTo>
                  <a:cubicBezTo>
                    <a:pt x="6928" y="67208"/>
                    <a:pt x="3258" y="60856"/>
                    <a:pt x="1423" y="53445"/>
                  </a:cubicBezTo>
                  <a:close/>
                  <a:moveTo>
                    <a:pt x="34145" y="72955"/>
                  </a:moveTo>
                  <a:cubicBezTo>
                    <a:pt x="39037" y="74316"/>
                    <a:pt x="44083" y="74316"/>
                    <a:pt x="49282" y="72955"/>
                  </a:cubicBezTo>
                  <a:cubicBezTo>
                    <a:pt x="54481" y="71443"/>
                    <a:pt x="59374" y="68569"/>
                    <a:pt x="63808" y="64335"/>
                  </a:cubicBezTo>
                  <a:cubicBezTo>
                    <a:pt x="68395" y="60100"/>
                    <a:pt x="71453" y="55411"/>
                    <a:pt x="73288" y="50421"/>
                  </a:cubicBezTo>
                  <a:cubicBezTo>
                    <a:pt x="75123" y="45430"/>
                    <a:pt x="75276" y="40439"/>
                    <a:pt x="74052" y="35599"/>
                  </a:cubicBezTo>
                  <a:cubicBezTo>
                    <a:pt x="72829" y="30759"/>
                    <a:pt x="70383" y="26222"/>
                    <a:pt x="66407" y="22290"/>
                  </a:cubicBezTo>
                  <a:cubicBezTo>
                    <a:pt x="62585" y="18206"/>
                    <a:pt x="58150" y="15484"/>
                    <a:pt x="53258" y="14123"/>
                  </a:cubicBezTo>
                  <a:cubicBezTo>
                    <a:pt x="48365" y="12762"/>
                    <a:pt x="43319" y="12762"/>
                    <a:pt x="38273" y="14123"/>
                  </a:cubicBezTo>
                  <a:cubicBezTo>
                    <a:pt x="33074" y="15635"/>
                    <a:pt x="28334" y="18358"/>
                    <a:pt x="23747" y="22744"/>
                  </a:cubicBezTo>
                  <a:cubicBezTo>
                    <a:pt x="19160" y="26978"/>
                    <a:pt x="16102" y="31667"/>
                    <a:pt x="14267" y="36658"/>
                  </a:cubicBezTo>
                  <a:cubicBezTo>
                    <a:pt x="12432" y="41649"/>
                    <a:pt x="12279" y="46639"/>
                    <a:pt x="13350" y="51630"/>
                  </a:cubicBezTo>
                  <a:cubicBezTo>
                    <a:pt x="14573" y="56470"/>
                    <a:pt x="17019" y="61007"/>
                    <a:pt x="20995" y="65091"/>
                  </a:cubicBezTo>
                  <a:cubicBezTo>
                    <a:pt x="24817" y="69174"/>
                    <a:pt x="29252" y="71897"/>
                    <a:pt x="34145" y="73258"/>
                  </a:cubicBez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8865DDE-4176-62DA-0799-010F8531BE7B}"/>
                </a:ext>
              </a:extLst>
            </p:cNvPr>
            <p:cNvSpPr/>
            <p:nvPr/>
          </p:nvSpPr>
          <p:spPr>
            <a:xfrm>
              <a:off x="3970547" y="5608424"/>
              <a:ext cx="108695" cy="82732"/>
            </a:xfrm>
            <a:custGeom>
              <a:avLst/>
              <a:gdLst>
                <a:gd name="connsiteX0" fmla="*/ 90519 w 108695"/>
                <a:gd name="connsiteY0" fmla="*/ 19661 h 82732"/>
                <a:gd name="connsiteX1" fmla="*/ 101681 w 108695"/>
                <a:gd name="connsiteY1" fmla="*/ 28282 h 82732"/>
                <a:gd name="connsiteX2" fmla="*/ 108409 w 108695"/>
                <a:gd name="connsiteY2" fmla="*/ 43406 h 82732"/>
                <a:gd name="connsiteX3" fmla="*/ 106115 w 108695"/>
                <a:gd name="connsiteY3" fmla="*/ 59740 h 82732"/>
                <a:gd name="connsiteX4" fmla="*/ 94647 w 108695"/>
                <a:gd name="connsiteY4" fmla="*/ 74108 h 82732"/>
                <a:gd name="connsiteX5" fmla="*/ 77828 w 108695"/>
                <a:gd name="connsiteY5" fmla="*/ 82123 h 82732"/>
                <a:gd name="connsiteX6" fmla="*/ 61008 w 108695"/>
                <a:gd name="connsiteY6" fmla="*/ 81065 h 82732"/>
                <a:gd name="connsiteX7" fmla="*/ 47400 w 108695"/>
                <a:gd name="connsiteY7" fmla="*/ 71385 h 82732"/>
                <a:gd name="connsiteX8" fmla="*/ 41284 w 108695"/>
                <a:gd name="connsiteY8" fmla="*/ 58832 h 82732"/>
                <a:gd name="connsiteX9" fmla="*/ 41284 w 108695"/>
                <a:gd name="connsiteY9" fmla="*/ 46431 h 82732"/>
                <a:gd name="connsiteX10" fmla="*/ 8715 w 108695"/>
                <a:gd name="connsiteY10" fmla="*/ 72444 h 82732"/>
                <a:gd name="connsiteX11" fmla="*/ 0 w 108695"/>
                <a:gd name="connsiteY11" fmla="*/ 61706 h 82732"/>
                <a:gd name="connsiteX12" fmla="*/ 77522 w 108695"/>
                <a:gd name="connsiteY12" fmla="*/ 0 h 82732"/>
                <a:gd name="connsiteX13" fmla="*/ 86237 w 108695"/>
                <a:gd name="connsiteY13" fmla="*/ 10738 h 82732"/>
                <a:gd name="connsiteX14" fmla="*/ 78592 w 108695"/>
                <a:gd name="connsiteY14" fmla="*/ 16939 h 82732"/>
                <a:gd name="connsiteX15" fmla="*/ 90672 w 108695"/>
                <a:gd name="connsiteY15" fmla="*/ 19510 h 82732"/>
                <a:gd name="connsiteX16" fmla="*/ 93271 w 108695"/>
                <a:gd name="connsiteY16" fmla="*/ 53539 h 82732"/>
                <a:gd name="connsiteX17" fmla="*/ 94494 w 108695"/>
                <a:gd name="connsiteY17" fmla="*/ 42952 h 82732"/>
                <a:gd name="connsiteX18" fmla="*/ 90213 w 108695"/>
                <a:gd name="connsiteY18" fmla="*/ 33575 h 82732"/>
                <a:gd name="connsiteX19" fmla="*/ 81803 w 108695"/>
                <a:gd name="connsiteY19" fmla="*/ 27526 h 82732"/>
                <a:gd name="connsiteX20" fmla="*/ 70947 w 108695"/>
                <a:gd name="connsiteY20" fmla="*/ 26467 h 82732"/>
                <a:gd name="connsiteX21" fmla="*/ 59785 w 108695"/>
                <a:gd name="connsiteY21" fmla="*/ 31760 h 82732"/>
                <a:gd name="connsiteX22" fmla="*/ 52140 w 108695"/>
                <a:gd name="connsiteY22" fmla="*/ 41591 h 82732"/>
                <a:gd name="connsiteX23" fmla="*/ 50764 w 108695"/>
                <a:gd name="connsiteY23" fmla="*/ 52329 h 82732"/>
                <a:gd name="connsiteX24" fmla="*/ 54892 w 108695"/>
                <a:gd name="connsiteY24" fmla="*/ 61706 h 82732"/>
                <a:gd name="connsiteX25" fmla="*/ 63302 w 108695"/>
                <a:gd name="connsiteY25" fmla="*/ 67756 h 82732"/>
                <a:gd name="connsiteX26" fmla="*/ 74311 w 108695"/>
                <a:gd name="connsiteY26" fmla="*/ 68663 h 82732"/>
                <a:gd name="connsiteX27" fmla="*/ 85626 w 108695"/>
                <a:gd name="connsiteY27" fmla="*/ 63218 h 82732"/>
                <a:gd name="connsiteX28" fmla="*/ 93271 w 108695"/>
                <a:gd name="connsiteY28" fmla="*/ 53539 h 8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695" h="82732">
                  <a:moveTo>
                    <a:pt x="90519" y="19661"/>
                  </a:moveTo>
                  <a:cubicBezTo>
                    <a:pt x="94800" y="21476"/>
                    <a:pt x="98470" y="24350"/>
                    <a:pt x="101681" y="28282"/>
                  </a:cubicBezTo>
                  <a:cubicBezTo>
                    <a:pt x="105350" y="32819"/>
                    <a:pt x="107644" y="37810"/>
                    <a:pt x="108409" y="43406"/>
                  </a:cubicBezTo>
                  <a:cubicBezTo>
                    <a:pt x="109173" y="49002"/>
                    <a:pt x="108409" y="54447"/>
                    <a:pt x="106115" y="59740"/>
                  </a:cubicBezTo>
                  <a:cubicBezTo>
                    <a:pt x="103822" y="65185"/>
                    <a:pt x="99999" y="69873"/>
                    <a:pt x="94647" y="74108"/>
                  </a:cubicBezTo>
                  <a:cubicBezTo>
                    <a:pt x="89296" y="78342"/>
                    <a:pt x="83791" y="81065"/>
                    <a:pt x="77828" y="82123"/>
                  </a:cubicBezTo>
                  <a:cubicBezTo>
                    <a:pt x="71865" y="83182"/>
                    <a:pt x="66360" y="82880"/>
                    <a:pt x="61008" y="81065"/>
                  </a:cubicBezTo>
                  <a:cubicBezTo>
                    <a:pt x="55657" y="79250"/>
                    <a:pt x="51070" y="75923"/>
                    <a:pt x="47400" y="71385"/>
                  </a:cubicBezTo>
                  <a:cubicBezTo>
                    <a:pt x="44189" y="67453"/>
                    <a:pt x="42048" y="63218"/>
                    <a:pt x="41284" y="58832"/>
                  </a:cubicBezTo>
                  <a:cubicBezTo>
                    <a:pt x="40366" y="54447"/>
                    <a:pt x="40366" y="50363"/>
                    <a:pt x="41284" y="46431"/>
                  </a:cubicBezTo>
                  <a:lnTo>
                    <a:pt x="8715" y="72444"/>
                  </a:lnTo>
                  <a:lnTo>
                    <a:pt x="0" y="61706"/>
                  </a:lnTo>
                  <a:lnTo>
                    <a:pt x="77522" y="0"/>
                  </a:lnTo>
                  <a:lnTo>
                    <a:pt x="86237" y="10738"/>
                  </a:lnTo>
                  <a:lnTo>
                    <a:pt x="78592" y="16939"/>
                  </a:lnTo>
                  <a:cubicBezTo>
                    <a:pt x="82415" y="16939"/>
                    <a:pt x="86543" y="17695"/>
                    <a:pt x="90672" y="19510"/>
                  </a:cubicBezTo>
                  <a:close/>
                  <a:moveTo>
                    <a:pt x="93271" y="53539"/>
                  </a:moveTo>
                  <a:cubicBezTo>
                    <a:pt x="94647" y="49909"/>
                    <a:pt x="95106" y="46431"/>
                    <a:pt x="94494" y="42952"/>
                  </a:cubicBezTo>
                  <a:cubicBezTo>
                    <a:pt x="93883" y="39474"/>
                    <a:pt x="92507" y="36298"/>
                    <a:pt x="90213" y="33575"/>
                  </a:cubicBezTo>
                  <a:cubicBezTo>
                    <a:pt x="88072" y="30853"/>
                    <a:pt x="85167" y="28887"/>
                    <a:pt x="81803" y="27526"/>
                  </a:cubicBezTo>
                  <a:cubicBezTo>
                    <a:pt x="78439" y="26165"/>
                    <a:pt x="74770" y="25862"/>
                    <a:pt x="70947" y="26467"/>
                  </a:cubicBezTo>
                  <a:cubicBezTo>
                    <a:pt x="67125" y="27072"/>
                    <a:pt x="63302" y="28887"/>
                    <a:pt x="59785" y="31760"/>
                  </a:cubicBezTo>
                  <a:cubicBezTo>
                    <a:pt x="56115" y="34634"/>
                    <a:pt x="53669" y="37961"/>
                    <a:pt x="52140" y="41591"/>
                  </a:cubicBezTo>
                  <a:cubicBezTo>
                    <a:pt x="50611" y="45221"/>
                    <a:pt x="50152" y="48851"/>
                    <a:pt x="50764" y="52329"/>
                  </a:cubicBezTo>
                  <a:cubicBezTo>
                    <a:pt x="51375" y="55808"/>
                    <a:pt x="52752" y="58984"/>
                    <a:pt x="54892" y="61706"/>
                  </a:cubicBezTo>
                  <a:cubicBezTo>
                    <a:pt x="57186" y="64428"/>
                    <a:pt x="59938" y="66546"/>
                    <a:pt x="63302" y="67756"/>
                  </a:cubicBezTo>
                  <a:cubicBezTo>
                    <a:pt x="66666" y="68966"/>
                    <a:pt x="70336" y="69268"/>
                    <a:pt x="74311" y="68663"/>
                  </a:cubicBezTo>
                  <a:cubicBezTo>
                    <a:pt x="78287" y="67907"/>
                    <a:pt x="81956" y="66092"/>
                    <a:pt x="85626" y="63218"/>
                  </a:cubicBezTo>
                  <a:cubicBezTo>
                    <a:pt x="89296" y="60345"/>
                    <a:pt x="91742" y="57169"/>
                    <a:pt x="93271" y="53539"/>
                  </a:cubicBez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886F1636-C769-79E1-2D54-04971929AEB7}"/>
                </a:ext>
              </a:extLst>
            </p:cNvPr>
            <p:cNvSpPr/>
            <p:nvPr/>
          </p:nvSpPr>
          <p:spPr>
            <a:xfrm>
              <a:off x="4019323" y="5676179"/>
              <a:ext cx="109835" cy="81953"/>
            </a:xfrm>
            <a:custGeom>
              <a:avLst/>
              <a:gdLst>
                <a:gd name="connsiteX0" fmla="*/ 93883 w 109835"/>
                <a:gd name="connsiteY0" fmla="*/ 20115 h 81953"/>
                <a:gd name="connsiteX1" fmla="*/ 104280 w 109835"/>
                <a:gd name="connsiteY1" fmla="*/ 29643 h 81953"/>
                <a:gd name="connsiteX2" fmla="*/ 109785 w 109835"/>
                <a:gd name="connsiteY2" fmla="*/ 45221 h 81953"/>
                <a:gd name="connsiteX3" fmla="*/ 106268 w 109835"/>
                <a:gd name="connsiteY3" fmla="*/ 61404 h 81953"/>
                <a:gd name="connsiteX4" fmla="*/ 93730 w 109835"/>
                <a:gd name="connsiteY4" fmla="*/ 74864 h 81953"/>
                <a:gd name="connsiteX5" fmla="*/ 76452 w 109835"/>
                <a:gd name="connsiteY5" fmla="*/ 81670 h 81953"/>
                <a:gd name="connsiteX6" fmla="*/ 59633 w 109835"/>
                <a:gd name="connsiteY6" fmla="*/ 79401 h 81953"/>
                <a:gd name="connsiteX7" fmla="*/ 46788 w 109835"/>
                <a:gd name="connsiteY7" fmla="*/ 68814 h 81953"/>
                <a:gd name="connsiteX8" fmla="*/ 41590 w 109835"/>
                <a:gd name="connsiteY8" fmla="*/ 55959 h 81953"/>
                <a:gd name="connsiteX9" fmla="*/ 42507 w 109835"/>
                <a:gd name="connsiteY9" fmla="*/ 43557 h 81953"/>
                <a:gd name="connsiteX10" fmla="*/ 7951 w 109835"/>
                <a:gd name="connsiteY10" fmla="*/ 66999 h 81953"/>
                <a:gd name="connsiteX11" fmla="*/ 0 w 109835"/>
                <a:gd name="connsiteY11" fmla="*/ 55656 h 81953"/>
                <a:gd name="connsiteX12" fmla="*/ 81956 w 109835"/>
                <a:gd name="connsiteY12" fmla="*/ 0 h 81953"/>
                <a:gd name="connsiteX13" fmla="*/ 89907 w 109835"/>
                <a:gd name="connsiteY13" fmla="*/ 11343 h 81953"/>
                <a:gd name="connsiteX14" fmla="*/ 81804 w 109835"/>
                <a:gd name="connsiteY14" fmla="*/ 16939 h 81953"/>
                <a:gd name="connsiteX15" fmla="*/ 93730 w 109835"/>
                <a:gd name="connsiteY15" fmla="*/ 20417 h 81953"/>
                <a:gd name="connsiteX16" fmla="*/ 94189 w 109835"/>
                <a:gd name="connsiteY16" fmla="*/ 54144 h 81953"/>
                <a:gd name="connsiteX17" fmla="*/ 96176 w 109835"/>
                <a:gd name="connsiteY17" fmla="*/ 43708 h 81953"/>
                <a:gd name="connsiteX18" fmla="*/ 92660 w 109835"/>
                <a:gd name="connsiteY18" fmla="*/ 34029 h 81953"/>
                <a:gd name="connsiteX19" fmla="*/ 84862 w 109835"/>
                <a:gd name="connsiteY19" fmla="*/ 27374 h 81953"/>
                <a:gd name="connsiteX20" fmla="*/ 74158 w 109835"/>
                <a:gd name="connsiteY20" fmla="*/ 25560 h 81953"/>
                <a:gd name="connsiteX21" fmla="*/ 62538 w 109835"/>
                <a:gd name="connsiteY21" fmla="*/ 29946 h 81953"/>
                <a:gd name="connsiteX22" fmla="*/ 54128 w 109835"/>
                <a:gd name="connsiteY22" fmla="*/ 39171 h 81953"/>
                <a:gd name="connsiteX23" fmla="*/ 51834 w 109835"/>
                <a:gd name="connsiteY23" fmla="*/ 49758 h 81953"/>
                <a:gd name="connsiteX24" fmla="*/ 55198 w 109835"/>
                <a:gd name="connsiteY24" fmla="*/ 59437 h 81953"/>
                <a:gd name="connsiteX25" fmla="*/ 63149 w 109835"/>
                <a:gd name="connsiteY25" fmla="*/ 66092 h 81953"/>
                <a:gd name="connsiteX26" fmla="*/ 74005 w 109835"/>
                <a:gd name="connsiteY26" fmla="*/ 67756 h 81953"/>
                <a:gd name="connsiteX27" fmla="*/ 85779 w 109835"/>
                <a:gd name="connsiteY27" fmla="*/ 63218 h 81953"/>
                <a:gd name="connsiteX28" fmla="*/ 94036 w 109835"/>
                <a:gd name="connsiteY28" fmla="*/ 54144 h 81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9835" h="81953">
                  <a:moveTo>
                    <a:pt x="93883" y="20115"/>
                  </a:moveTo>
                  <a:cubicBezTo>
                    <a:pt x="98011" y="22232"/>
                    <a:pt x="101375" y="25408"/>
                    <a:pt x="104280" y="29643"/>
                  </a:cubicBezTo>
                  <a:cubicBezTo>
                    <a:pt x="107644" y="34483"/>
                    <a:pt x="109479" y="39625"/>
                    <a:pt x="109785" y="45221"/>
                  </a:cubicBezTo>
                  <a:cubicBezTo>
                    <a:pt x="110091" y="50817"/>
                    <a:pt x="109020" y="56110"/>
                    <a:pt x="106268" y="61404"/>
                  </a:cubicBezTo>
                  <a:cubicBezTo>
                    <a:pt x="103516" y="66697"/>
                    <a:pt x="99387" y="71083"/>
                    <a:pt x="93730" y="74864"/>
                  </a:cubicBezTo>
                  <a:cubicBezTo>
                    <a:pt x="88225" y="78645"/>
                    <a:pt x="82415" y="80914"/>
                    <a:pt x="76452" y="81670"/>
                  </a:cubicBezTo>
                  <a:cubicBezTo>
                    <a:pt x="70489" y="82426"/>
                    <a:pt x="64831" y="81670"/>
                    <a:pt x="59633" y="79401"/>
                  </a:cubicBezTo>
                  <a:cubicBezTo>
                    <a:pt x="54434" y="77133"/>
                    <a:pt x="50152" y="73503"/>
                    <a:pt x="46788" y="68814"/>
                  </a:cubicBezTo>
                  <a:cubicBezTo>
                    <a:pt x="43883" y="64580"/>
                    <a:pt x="42202" y="60345"/>
                    <a:pt x="41590" y="55959"/>
                  </a:cubicBezTo>
                  <a:cubicBezTo>
                    <a:pt x="40978" y="51573"/>
                    <a:pt x="41284" y="47489"/>
                    <a:pt x="42507" y="43557"/>
                  </a:cubicBezTo>
                  <a:lnTo>
                    <a:pt x="7951" y="66999"/>
                  </a:lnTo>
                  <a:lnTo>
                    <a:pt x="0" y="55656"/>
                  </a:lnTo>
                  <a:lnTo>
                    <a:pt x="81956" y="0"/>
                  </a:lnTo>
                  <a:lnTo>
                    <a:pt x="89907" y="11343"/>
                  </a:lnTo>
                  <a:lnTo>
                    <a:pt x="81804" y="16939"/>
                  </a:lnTo>
                  <a:cubicBezTo>
                    <a:pt x="85626" y="17090"/>
                    <a:pt x="89601" y="18300"/>
                    <a:pt x="93730" y="20417"/>
                  </a:cubicBezTo>
                  <a:close/>
                  <a:moveTo>
                    <a:pt x="94189" y="54144"/>
                  </a:moveTo>
                  <a:cubicBezTo>
                    <a:pt x="95871" y="50665"/>
                    <a:pt x="96635" y="47187"/>
                    <a:pt x="96176" y="43708"/>
                  </a:cubicBezTo>
                  <a:cubicBezTo>
                    <a:pt x="95871" y="40230"/>
                    <a:pt x="94647" y="36903"/>
                    <a:pt x="92660" y="34029"/>
                  </a:cubicBezTo>
                  <a:cubicBezTo>
                    <a:pt x="90672" y="31155"/>
                    <a:pt x="88073" y="29038"/>
                    <a:pt x="84862" y="27374"/>
                  </a:cubicBezTo>
                  <a:cubicBezTo>
                    <a:pt x="81650" y="25862"/>
                    <a:pt x="77981" y="25257"/>
                    <a:pt x="74158" y="25560"/>
                  </a:cubicBezTo>
                  <a:cubicBezTo>
                    <a:pt x="70183" y="25862"/>
                    <a:pt x="66360" y="27374"/>
                    <a:pt x="62538" y="29946"/>
                  </a:cubicBezTo>
                  <a:cubicBezTo>
                    <a:pt x="58715" y="32517"/>
                    <a:pt x="55963" y="35541"/>
                    <a:pt x="54128" y="39171"/>
                  </a:cubicBezTo>
                  <a:cubicBezTo>
                    <a:pt x="52293" y="42650"/>
                    <a:pt x="51681" y="46128"/>
                    <a:pt x="51834" y="49758"/>
                  </a:cubicBezTo>
                  <a:cubicBezTo>
                    <a:pt x="52140" y="53388"/>
                    <a:pt x="53210" y="56564"/>
                    <a:pt x="55198" y="59437"/>
                  </a:cubicBezTo>
                  <a:cubicBezTo>
                    <a:pt x="57186" y="62311"/>
                    <a:pt x="59938" y="64580"/>
                    <a:pt x="63149" y="66092"/>
                  </a:cubicBezTo>
                  <a:cubicBezTo>
                    <a:pt x="66513" y="67604"/>
                    <a:pt x="70030" y="68209"/>
                    <a:pt x="74005" y="67756"/>
                  </a:cubicBezTo>
                  <a:cubicBezTo>
                    <a:pt x="77981" y="67302"/>
                    <a:pt x="81956" y="65790"/>
                    <a:pt x="85779" y="63218"/>
                  </a:cubicBezTo>
                  <a:cubicBezTo>
                    <a:pt x="89601" y="60647"/>
                    <a:pt x="92354" y="57623"/>
                    <a:pt x="94036" y="54144"/>
                  </a:cubicBez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4F5F1E15-7159-DF5C-43A0-96B4A61F504C}"/>
                </a:ext>
              </a:extLst>
            </p:cNvPr>
            <p:cNvSpPr/>
            <p:nvPr/>
          </p:nvSpPr>
          <p:spPr>
            <a:xfrm>
              <a:off x="4100209" y="5754371"/>
              <a:ext cx="70499" cy="69116"/>
            </a:xfrm>
            <a:custGeom>
              <a:avLst/>
              <a:gdLst>
                <a:gd name="connsiteX0" fmla="*/ 0 w 70499"/>
                <a:gd name="connsiteY0" fmla="*/ 34483 h 69116"/>
                <a:gd name="connsiteX1" fmla="*/ 4434 w 70499"/>
                <a:gd name="connsiteY1" fmla="*/ 17998 h 69116"/>
                <a:gd name="connsiteX2" fmla="*/ 18043 w 70499"/>
                <a:gd name="connsiteY2" fmla="*/ 5142 h 69116"/>
                <a:gd name="connsiteX3" fmla="*/ 36085 w 70499"/>
                <a:gd name="connsiteY3" fmla="*/ 0 h 69116"/>
                <a:gd name="connsiteX4" fmla="*/ 52905 w 70499"/>
                <a:gd name="connsiteY4" fmla="*/ 4386 h 69116"/>
                <a:gd name="connsiteX5" fmla="*/ 65443 w 70499"/>
                <a:gd name="connsiteY5" fmla="*/ 17241 h 69116"/>
                <a:gd name="connsiteX6" fmla="*/ 70489 w 70499"/>
                <a:gd name="connsiteY6" fmla="*/ 34332 h 69116"/>
                <a:gd name="connsiteX7" fmla="*/ 66207 w 70499"/>
                <a:gd name="connsiteY7" fmla="*/ 50968 h 69116"/>
                <a:gd name="connsiteX8" fmla="*/ 52752 w 70499"/>
                <a:gd name="connsiteY8" fmla="*/ 63975 h 69116"/>
                <a:gd name="connsiteX9" fmla="*/ 34709 w 70499"/>
                <a:gd name="connsiteY9" fmla="*/ 69117 h 69116"/>
                <a:gd name="connsiteX10" fmla="*/ 17737 w 70499"/>
                <a:gd name="connsiteY10" fmla="*/ 64428 h 69116"/>
                <a:gd name="connsiteX11" fmla="*/ 5046 w 70499"/>
                <a:gd name="connsiteY11" fmla="*/ 51422 h 69116"/>
                <a:gd name="connsiteX12" fmla="*/ 153 w 70499"/>
                <a:gd name="connsiteY12" fmla="*/ 34483 h 69116"/>
                <a:gd name="connsiteX13" fmla="*/ 22630 w 70499"/>
                <a:gd name="connsiteY13" fmla="*/ 52632 h 69116"/>
                <a:gd name="connsiteX14" fmla="*/ 33180 w 70499"/>
                <a:gd name="connsiteY14" fmla="*/ 55354 h 69116"/>
                <a:gd name="connsiteX15" fmla="*/ 45412 w 70499"/>
                <a:gd name="connsiteY15" fmla="*/ 51573 h 69116"/>
                <a:gd name="connsiteX16" fmla="*/ 54739 w 70499"/>
                <a:gd name="connsiteY16" fmla="*/ 42952 h 69116"/>
                <a:gd name="connsiteX17" fmla="*/ 57644 w 70499"/>
                <a:gd name="connsiteY17" fmla="*/ 32819 h 69116"/>
                <a:gd name="connsiteX18" fmla="*/ 54739 w 70499"/>
                <a:gd name="connsiteY18" fmla="*/ 22989 h 69116"/>
                <a:gd name="connsiteX19" fmla="*/ 47553 w 70499"/>
                <a:gd name="connsiteY19" fmla="*/ 15729 h 69116"/>
                <a:gd name="connsiteX20" fmla="*/ 37308 w 70499"/>
                <a:gd name="connsiteY20" fmla="*/ 13309 h 69116"/>
                <a:gd name="connsiteX21" fmla="*/ 25229 w 70499"/>
                <a:gd name="connsiteY21" fmla="*/ 17241 h 69116"/>
                <a:gd name="connsiteX22" fmla="*/ 13455 w 70499"/>
                <a:gd name="connsiteY22" fmla="*/ 30399 h 69116"/>
                <a:gd name="connsiteX23" fmla="*/ 15443 w 70499"/>
                <a:gd name="connsiteY23" fmla="*/ 45372 h 69116"/>
                <a:gd name="connsiteX24" fmla="*/ 22782 w 70499"/>
                <a:gd name="connsiteY24" fmla="*/ 52783 h 6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0499" h="69116">
                  <a:moveTo>
                    <a:pt x="0" y="34483"/>
                  </a:moveTo>
                  <a:cubicBezTo>
                    <a:pt x="0" y="28584"/>
                    <a:pt x="1376" y="23140"/>
                    <a:pt x="4434" y="17998"/>
                  </a:cubicBezTo>
                  <a:cubicBezTo>
                    <a:pt x="7492" y="12855"/>
                    <a:pt x="12079" y="8621"/>
                    <a:pt x="18043" y="5142"/>
                  </a:cubicBezTo>
                  <a:cubicBezTo>
                    <a:pt x="24006" y="1664"/>
                    <a:pt x="29969" y="0"/>
                    <a:pt x="36085" y="0"/>
                  </a:cubicBezTo>
                  <a:cubicBezTo>
                    <a:pt x="42201" y="0"/>
                    <a:pt x="47859" y="1361"/>
                    <a:pt x="52905" y="4386"/>
                  </a:cubicBezTo>
                  <a:cubicBezTo>
                    <a:pt x="57950" y="7411"/>
                    <a:pt x="62232" y="11646"/>
                    <a:pt x="65443" y="17241"/>
                  </a:cubicBezTo>
                  <a:cubicBezTo>
                    <a:pt x="68654" y="22686"/>
                    <a:pt x="70336" y="28433"/>
                    <a:pt x="70489" y="34332"/>
                  </a:cubicBezTo>
                  <a:cubicBezTo>
                    <a:pt x="70641" y="40230"/>
                    <a:pt x="69265" y="45826"/>
                    <a:pt x="66207" y="50968"/>
                  </a:cubicBezTo>
                  <a:cubicBezTo>
                    <a:pt x="63149" y="56261"/>
                    <a:pt x="58715" y="60496"/>
                    <a:pt x="52752" y="63975"/>
                  </a:cubicBezTo>
                  <a:cubicBezTo>
                    <a:pt x="46788" y="67453"/>
                    <a:pt x="40825" y="69117"/>
                    <a:pt x="34709" y="69117"/>
                  </a:cubicBezTo>
                  <a:cubicBezTo>
                    <a:pt x="28593" y="69117"/>
                    <a:pt x="22936" y="67604"/>
                    <a:pt x="17737" y="64428"/>
                  </a:cubicBezTo>
                  <a:cubicBezTo>
                    <a:pt x="12538" y="61252"/>
                    <a:pt x="8257" y="57018"/>
                    <a:pt x="5046" y="51422"/>
                  </a:cubicBezTo>
                  <a:cubicBezTo>
                    <a:pt x="1835" y="45977"/>
                    <a:pt x="153" y="40381"/>
                    <a:pt x="153" y="34483"/>
                  </a:cubicBezTo>
                  <a:close/>
                  <a:moveTo>
                    <a:pt x="22630" y="52632"/>
                  </a:moveTo>
                  <a:cubicBezTo>
                    <a:pt x="25688" y="54447"/>
                    <a:pt x="29204" y="55354"/>
                    <a:pt x="33180" y="55354"/>
                  </a:cubicBezTo>
                  <a:cubicBezTo>
                    <a:pt x="37155" y="55354"/>
                    <a:pt x="41131" y="54144"/>
                    <a:pt x="45412" y="51573"/>
                  </a:cubicBezTo>
                  <a:cubicBezTo>
                    <a:pt x="49694" y="49153"/>
                    <a:pt x="52752" y="46280"/>
                    <a:pt x="54739" y="42952"/>
                  </a:cubicBezTo>
                  <a:cubicBezTo>
                    <a:pt x="56727" y="39625"/>
                    <a:pt x="57644" y="36298"/>
                    <a:pt x="57644" y="32819"/>
                  </a:cubicBezTo>
                  <a:cubicBezTo>
                    <a:pt x="57644" y="29341"/>
                    <a:pt x="56574" y="26013"/>
                    <a:pt x="54739" y="22989"/>
                  </a:cubicBezTo>
                  <a:cubicBezTo>
                    <a:pt x="52905" y="19964"/>
                    <a:pt x="50458" y="17544"/>
                    <a:pt x="47553" y="15729"/>
                  </a:cubicBezTo>
                  <a:cubicBezTo>
                    <a:pt x="44495" y="13914"/>
                    <a:pt x="41131" y="13158"/>
                    <a:pt x="37308" y="13309"/>
                  </a:cubicBezTo>
                  <a:cubicBezTo>
                    <a:pt x="33486" y="13309"/>
                    <a:pt x="29510" y="14822"/>
                    <a:pt x="25229" y="17241"/>
                  </a:cubicBezTo>
                  <a:cubicBezTo>
                    <a:pt x="18960" y="20871"/>
                    <a:pt x="14984" y="25257"/>
                    <a:pt x="13455" y="30399"/>
                  </a:cubicBezTo>
                  <a:cubicBezTo>
                    <a:pt x="11926" y="35542"/>
                    <a:pt x="12538" y="40532"/>
                    <a:pt x="15443" y="45372"/>
                  </a:cubicBezTo>
                  <a:cubicBezTo>
                    <a:pt x="17278" y="48397"/>
                    <a:pt x="19724" y="50817"/>
                    <a:pt x="22782" y="52783"/>
                  </a:cubicBez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EDE265D6-1745-F692-945B-DB4FC9FABE2A}"/>
                </a:ext>
              </a:extLst>
            </p:cNvPr>
            <p:cNvSpPr/>
            <p:nvPr/>
          </p:nvSpPr>
          <p:spPr>
            <a:xfrm>
              <a:off x="4129414" y="5816379"/>
              <a:ext cx="76451" cy="42498"/>
            </a:xfrm>
            <a:custGeom>
              <a:avLst/>
              <a:gdLst>
                <a:gd name="connsiteX0" fmla="*/ 68501 w 76451"/>
                <a:gd name="connsiteY0" fmla="*/ 20266 h 42498"/>
                <a:gd name="connsiteX1" fmla="*/ 76452 w 76451"/>
                <a:gd name="connsiteY1" fmla="*/ 29643 h 42498"/>
                <a:gd name="connsiteX2" fmla="*/ 63608 w 76451"/>
                <a:gd name="connsiteY2" fmla="*/ 36146 h 42498"/>
                <a:gd name="connsiteX3" fmla="*/ 62079 w 76451"/>
                <a:gd name="connsiteY3" fmla="*/ 32970 h 42498"/>
                <a:gd name="connsiteX4" fmla="*/ 52752 w 76451"/>
                <a:gd name="connsiteY4" fmla="*/ 23896 h 42498"/>
                <a:gd name="connsiteX5" fmla="*/ 37920 w 76451"/>
                <a:gd name="connsiteY5" fmla="*/ 26618 h 42498"/>
                <a:gd name="connsiteX6" fmla="*/ 6269 w 76451"/>
                <a:gd name="connsiteY6" fmla="*/ 42498 h 42498"/>
                <a:gd name="connsiteX7" fmla="*/ 0 w 76451"/>
                <a:gd name="connsiteY7" fmla="*/ 30248 h 42498"/>
                <a:gd name="connsiteX8" fmla="*/ 60091 w 76451"/>
                <a:gd name="connsiteY8" fmla="*/ 0 h 42498"/>
                <a:gd name="connsiteX9" fmla="*/ 66360 w 76451"/>
                <a:gd name="connsiteY9" fmla="*/ 12250 h 42498"/>
                <a:gd name="connsiteX10" fmla="*/ 57645 w 76451"/>
                <a:gd name="connsiteY10" fmla="*/ 16636 h 42498"/>
                <a:gd name="connsiteX11" fmla="*/ 68501 w 76451"/>
                <a:gd name="connsiteY11" fmla="*/ 20266 h 4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6451" h="42498">
                  <a:moveTo>
                    <a:pt x="68501" y="20266"/>
                  </a:moveTo>
                  <a:cubicBezTo>
                    <a:pt x="71712" y="22384"/>
                    <a:pt x="74464" y="25560"/>
                    <a:pt x="76452" y="29643"/>
                  </a:cubicBezTo>
                  <a:lnTo>
                    <a:pt x="63608" y="36146"/>
                  </a:lnTo>
                  <a:lnTo>
                    <a:pt x="62079" y="32970"/>
                  </a:lnTo>
                  <a:cubicBezTo>
                    <a:pt x="59633" y="28131"/>
                    <a:pt x="56421" y="25106"/>
                    <a:pt x="52752" y="23896"/>
                  </a:cubicBezTo>
                  <a:cubicBezTo>
                    <a:pt x="49082" y="22686"/>
                    <a:pt x="44036" y="23593"/>
                    <a:pt x="37920" y="26618"/>
                  </a:cubicBezTo>
                  <a:lnTo>
                    <a:pt x="6269" y="42498"/>
                  </a:lnTo>
                  <a:lnTo>
                    <a:pt x="0" y="30248"/>
                  </a:lnTo>
                  <a:lnTo>
                    <a:pt x="60091" y="0"/>
                  </a:lnTo>
                  <a:lnTo>
                    <a:pt x="66360" y="12250"/>
                  </a:lnTo>
                  <a:lnTo>
                    <a:pt x="57645" y="16636"/>
                  </a:lnTo>
                  <a:cubicBezTo>
                    <a:pt x="61620" y="16939"/>
                    <a:pt x="65290" y="18149"/>
                    <a:pt x="68501" y="20266"/>
                  </a:cubicBez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40C88CD8-B32C-7165-1E44-3DF9597B1D74}"/>
                </a:ext>
              </a:extLst>
            </p:cNvPr>
            <p:cNvSpPr/>
            <p:nvPr/>
          </p:nvSpPr>
          <p:spPr>
            <a:xfrm>
              <a:off x="4156178" y="5854340"/>
              <a:ext cx="77057" cy="62310"/>
            </a:xfrm>
            <a:custGeom>
              <a:avLst/>
              <a:gdLst>
                <a:gd name="connsiteX0" fmla="*/ 51370 w 77057"/>
                <a:gd name="connsiteY0" fmla="*/ 24652 h 62310"/>
                <a:gd name="connsiteX1" fmla="*/ 17425 w 77057"/>
                <a:gd name="connsiteY1" fmla="*/ 39927 h 62310"/>
                <a:gd name="connsiteX2" fmla="*/ 13144 w 77057"/>
                <a:gd name="connsiteY2" fmla="*/ 43708 h 62310"/>
                <a:gd name="connsiteX3" fmla="*/ 14215 w 77057"/>
                <a:gd name="connsiteY3" fmla="*/ 49758 h 62310"/>
                <a:gd name="connsiteX4" fmla="*/ 17731 w 77057"/>
                <a:gd name="connsiteY4" fmla="*/ 57471 h 62310"/>
                <a:gd name="connsiteX5" fmla="*/ 7181 w 77057"/>
                <a:gd name="connsiteY5" fmla="*/ 62311 h 62310"/>
                <a:gd name="connsiteX6" fmla="*/ 2594 w 77057"/>
                <a:gd name="connsiteY6" fmla="*/ 52329 h 62310"/>
                <a:gd name="connsiteX7" fmla="*/ 606 w 77057"/>
                <a:gd name="connsiteY7" fmla="*/ 37508 h 62310"/>
                <a:gd name="connsiteX8" fmla="*/ 11615 w 77057"/>
                <a:gd name="connsiteY8" fmla="*/ 27072 h 62310"/>
                <a:gd name="connsiteX9" fmla="*/ 45560 w 77057"/>
                <a:gd name="connsiteY9" fmla="*/ 11797 h 62310"/>
                <a:gd name="connsiteX10" fmla="*/ 42196 w 77057"/>
                <a:gd name="connsiteY10" fmla="*/ 4688 h 62310"/>
                <a:gd name="connsiteX11" fmla="*/ 52593 w 77057"/>
                <a:gd name="connsiteY11" fmla="*/ 0 h 62310"/>
                <a:gd name="connsiteX12" fmla="*/ 55957 w 77057"/>
                <a:gd name="connsiteY12" fmla="*/ 7108 h 62310"/>
                <a:gd name="connsiteX13" fmla="*/ 71247 w 77057"/>
                <a:gd name="connsiteY13" fmla="*/ 302 h 62310"/>
                <a:gd name="connsiteX14" fmla="*/ 77058 w 77057"/>
                <a:gd name="connsiteY14" fmla="*/ 13007 h 62310"/>
                <a:gd name="connsiteX15" fmla="*/ 61768 w 77057"/>
                <a:gd name="connsiteY15" fmla="*/ 19812 h 62310"/>
                <a:gd name="connsiteX16" fmla="*/ 68495 w 77057"/>
                <a:gd name="connsiteY16" fmla="*/ 34634 h 62310"/>
                <a:gd name="connsiteX17" fmla="*/ 58098 w 77057"/>
                <a:gd name="connsiteY17" fmla="*/ 39322 h 62310"/>
                <a:gd name="connsiteX18" fmla="*/ 51370 w 77057"/>
                <a:gd name="connsiteY18" fmla="*/ 24501 h 6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7057" h="62310">
                  <a:moveTo>
                    <a:pt x="51370" y="24652"/>
                  </a:moveTo>
                  <a:lnTo>
                    <a:pt x="17425" y="39927"/>
                  </a:lnTo>
                  <a:cubicBezTo>
                    <a:pt x="15132" y="40986"/>
                    <a:pt x="13756" y="42196"/>
                    <a:pt x="13144" y="43708"/>
                  </a:cubicBezTo>
                  <a:cubicBezTo>
                    <a:pt x="12685" y="45221"/>
                    <a:pt x="12991" y="47187"/>
                    <a:pt x="14215" y="49758"/>
                  </a:cubicBezTo>
                  <a:lnTo>
                    <a:pt x="17731" y="57471"/>
                  </a:lnTo>
                  <a:lnTo>
                    <a:pt x="7181" y="62311"/>
                  </a:lnTo>
                  <a:lnTo>
                    <a:pt x="2594" y="52329"/>
                  </a:lnTo>
                  <a:cubicBezTo>
                    <a:pt x="-6" y="46733"/>
                    <a:pt x="-617" y="41742"/>
                    <a:pt x="606" y="37508"/>
                  </a:cubicBezTo>
                  <a:cubicBezTo>
                    <a:pt x="1829" y="33273"/>
                    <a:pt x="5499" y="29794"/>
                    <a:pt x="11615" y="27072"/>
                  </a:cubicBezTo>
                  <a:lnTo>
                    <a:pt x="45560" y="11797"/>
                  </a:lnTo>
                  <a:lnTo>
                    <a:pt x="42196" y="4688"/>
                  </a:lnTo>
                  <a:lnTo>
                    <a:pt x="52593" y="0"/>
                  </a:lnTo>
                  <a:lnTo>
                    <a:pt x="55957" y="7108"/>
                  </a:lnTo>
                  <a:lnTo>
                    <a:pt x="71247" y="302"/>
                  </a:lnTo>
                  <a:lnTo>
                    <a:pt x="77058" y="13007"/>
                  </a:lnTo>
                  <a:lnTo>
                    <a:pt x="61768" y="19812"/>
                  </a:lnTo>
                  <a:lnTo>
                    <a:pt x="68495" y="34634"/>
                  </a:lnTo>
                  <a:lnTo>
                    <a:pt x="58098" y="39322"/>
                  </a:lnTo>
                  <a:lnTo>
                    <a:pt x="51370" y="24501"/>
                  </a:ln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473BFDAA-D9BF-8BB8-E2A6-FA9307FE8DC4}"/>
                </a:ext>
              </a:extLst>
            </p:cNvPr>
            <p:cNvSpPr/>
            <p:nvPr/>
          </p:nvSpPr>
          <p:spPr>
            <a:xfrm>
              <a:off x="4174988" y="5902284"/>
              <a:ext cx="78431" cy="81064"/>
            </a:xfrm>
            <a:custGeom>
              <a:avLst/>
              <a:gdLst>
                <a:gd name="connsiteX0" fmla="*/ 78125 w 78431"/>
                <a:gd name="connsiteY0" fmla="*/ 57018 h 81064"/>
                <a:gd name="connsiteX1" fmla="*/ 15282 w 78431"/>
                <a:gd name="connsiteY1" fmla="*/ 81065 h 81064"/>
                <a:gd name="connsiteX2" fmla="*/ 10236 w 78431"/>
                <a:gd name="connsiteY2" fmla="*/ 68209 h 81064"/>
                <a:gd name="connsiteX3" fmla="*/ 17728 w 78431"/>
                <a:gd name="connsiteY3" fmla="*/ 65336 h 81064"/>
                <a:gd name="connsiteX4" fmla="*/ 8554 w 78431"/>
                <a:gd name="connsiteY4" fmla="*/ 59740 h 81064"/>
                <a:gd name="connsiteX5" fmla="*/ 2285 w 78431"/>
                <a:gd name="connsiteY5" fmla="*/ 50212 h 81064"/>
                <a:gd name="connsiteX6" fmla="*/ 145 w 78431"/>
                <a:gd name="connsiteY6" fmla="*/ 35844 h 81064"/>
                <a:gd name="connsiteX7" fmla="*/ 5649 w 78431"/>
                <a:gd name="connsiteY7" fmla="*/ 23140 h 81064"/>
                <a:gd name="connsiteX8" fmla="*/ 18952 w 78431"/>
                <a:gd name="connsiteY8" fmla="*/ 14217 h 81064"/>
                <a:gd name="connsiteX9" fmla="*/ 55954 w 78431"/>
                <a:gd name="connsiteY9" fmla="*/ 0 h 81064"/>
                <a:gd name="connsiteX10" fmla="*/ 61000 w 78431"/>
                <a:gd name="connsiteY10" fmla="*/ 12704 h 81064"/>
                <a:gd name="connsiteX11" fmla="*/ 25985 w 78431"/>
                <a:gd name="connsiteY11" fmla="*/ 26165 h 81064"/>
                <a:gd name="connsiteX12" fmla="*/ 14670 w 78431"/>
                <a:gd name="connsiteY12" fmla="*/ 35239 h 81064"/>
                <a:gd name="connsiteX13" fmla="*/ 14670 w 78431"/>
                <a:gd name="connsiteY13" fmla="*/ 48397 h 81064"/>
                <a:gd name="connsiteX14" fmla="*/ 23692 w 78431"/>
                <a:gd name="connsiteY14" fmla="*/ 58076 h 81064"/>
                <a:gd name="connsiteX15" fmla="*/ 38370 w 78431"/>
                <a:gd name="connsiteY15" fmla="*/ 57320 h 81064"/>
                <a:gd name="connsiteX16" fmla="*/ 73385 w 78431"/>
                <a:gd name="connsiteY16" fmla="*/ 43860 h 81064"/>
                <a:gd name="connsiteX17" fmla="*/ 78431 w 78431"/>
                <a:gd name="connsiteY17" fmla="*/ 56715 h 8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8431" h="81064">
                  <a:moveTo>
                    <a:pt x="78125" y="57018"/>
                  </a:moveTo>
                  <a:lnTo>
                    <a:pt x="15282" y="81065"/>
                  </a:lnTo>
                  <a:lnTo>
                    <a:pt x="10236" y="68209"/>
                  </a:lnTo>
                  <a:lnTo>
                    <a:pt x="17728" y="65336"/>
                  </a:lnTo>
                  <a:cubicBezTo>
                    <a:pt x="14364" y="64277"/>
                    <a:pt x="11306" y="62462"/>
                    <a:pt x="8554" y="59740"/>
                  </a:cubicBezTo>
                  <a:cubicBezTo>
                    <a:pt x="5802" y="57018"/>
                    <a:pt x="3661" y="53842"/>
                    <a:pt x="2285" y="50212"/>
                  </a:cubicBezTo>
                  <a:cubicBezTo>
                    <a:pt x="297" y="45372"/>
                    <a:pt x="-314" y="40532"/>
                    <a:pt x="145" y="35844"/>
                  </a:cubicBezTo>
                  <a:cubicBezTo>
                    <a:pt x="756" y="31155"/>
                    <a:pt x="2591" y="26921"/>
                    <a:pt x="5649" y="23140"/>
                  </a:cubicBezTo>
                  <a:cubicBezTo>
                    <a:pt x="8860" y="19359"/>
                    <a:pt x="13294" y="16334"/>
                    <a:pt x="18952" y="14217"/>
                  </a:cubicBezTo>
                  <a:lnTo>
                    <a:pt x="55954" y="0"/>
                  </a:lnTo>
                  <a:lnTo>
                    <a:pt x="61000" y="12704"/>
                  </a:lnTo>
                  <a:lnTo>
                    <a:pt x="25985" y="26165"/>
                  </a:lnTo>
                  <a:cubicBezTo>
                    <a:pt x="20328" y="28282"/>
                    <a:pt x="16658" y="31307"/>
                    <a:pt x="14670" y="35239"/>
                  </a:cubicBezTo>
                  <a:cubicBezTo>
                    <a:pt x="12836" y="39171"/>
                    <a:pt x="12683" y="43557"/>
                    <a:pt x="14670" y="48397"/>
                  </a:cubicBezTo>
                  <a:cubicBezTo>
                    <a:pt x="16505" y="53237"/>
                    <a:pt x="19563" y="56413"/>
                    <a:pt x="23692" y="58076"/>
                  </a:cubicBezTo>
                  <a:cubicBezTo>
                    <a:pt x="27820" y="59740"/>
                    <a:pt x="32713" y="59437"/>
                    <a:pt x="38370" y="57320"/>
                  </a:cubicBezTo>
                  <a:lnTo>
                    <a:pt x="73385" y="43860"/>
                  </a:lnTo>
                  <a:lnTo>
                    <a:pt x="78431" y="56715"/>
                  </a:ln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53B2D552-6762-D2E9-D0DF-20907361577B}"/>
                </a:ext>
              </a:extLst>
            </p:cNvPr>
            <p:cNvSpPr/>
            <p:nvPr/>
          </p:nvSpPr>
          <p:spPr>
            <a:xfrm>
              <a:off x="4195774" y="5980021"/>
              <a:ext cx="76967" cy="77586"/>
            </a:xfrm>
            <a:custGeom>
              <a:avLst/>
              <a:gdLst>
                <a:gd name="connsiteX0" fmla="*/ 76452 w 76967"/>
                <a:gd name="connsiteY0" fmla="*/ 46128 h 77586"/>
                <a:gd name="connsiteX1" fmla="*/ 70030 w 76967"/>
                <a:gd name="connsiteY1" fmla="*/ 58227 h 77586"/>
                <a:gd name="connsiteX2" fmla="*/ 56116 w 76967"/>
                <a:gd name="connsiteY2" fmla="*/ 66092 h 77586"/>
                <a:gd name="connsiteX3" fmla="*/ 18043 w 76967"/>
                <a:gd name="connsiteY3" fmla="*/ 77586 h 77586"/>
                <a:gd name="connsiteX4" fmla="*/ 14067 w 76967"/>
                <a:gd name="connsiteY4" fmla="*/ 64580 h 77586"/>
                <a:gd name="connsiteX5" fmla="*/ 50152 w 76967"/>
                <a:gd name="connsiteY5" fmla="*/ 53690 h 77586"/>
                <a:gd name="connsiteX6" fmla="*/ 62079 w 76967"/>
                <a:gd name="connsiteY6" fmla="*/ 45372 h 77586"/>
                <a:gd name="connsiteX7" fmla="*/ 63149 w 76967"/>
                <a:gd name="connsiteY7" fmla="*/ 32365 h 77586"/>
                <a:gd name="connsiteX8" fmla="*/ 54892 w 76967"/>
                <a:gd name="connsiteY8" fmla="*/ 22081 h 77586"/>
                <a:gd name="connsiteX9" fmla="*/ 40213 w 76967"/>
                <a:gd name="connsiteY9" fmla="*/ 21779 h 77586"/>
                <a:gd name="connsiteX10" fmla="*/ 4128 w 76967"/>
                <a:gd name="connsiteY10" fmla="*/ 32668 h 77586"/>
                <a:gd name="connsiteX11" fmla="*/ 0 w 76967"/>
                <a:gd name="connsiteY11" fmla="*/ 19510 h 77586"/>
                <a:gd name="connsiteX12" fmla="*/ 64525 w 76967"/>
                <a:gd name="connsiteY12" fmla="*/ 0 h 77586"/>
                <a:gd name="connsiteX13" fmla="*/ 68654 w 76967"/>
                <a:gd name="connsiteY13" fmla="*/ 13158 h 77586"/>
                <a:gd name="connsiteX14" fmla="*/ 61314 w 76967"/>
                <a:gd name="connsiteY14" fmla="*/ 15427 h 77586"/>
                <a:gd name="connsiteX15" fmla="*/ 70030 w 76967"/>
                <a:gd name="connsiteY15" fmla="*/ 21779 h 77586"/>
                <a:gd name="connsiteX16" fmla="*/ 75534 w 76967"/>
                <a:gd name="connsiteY16" fmla="*/ 31760 h 77586"/>
                <a:gd name="connsiteX17" fmla="*/ 76452 w 76967"/>
                <a:gd name="connsiteY17" fmla="*/ 46279 h 7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967" h="77586">
                  <a:moveTo>
                    <a:pt x="76452" y="46128"/>
                  </a:moveTo>
                  <a:cubicBezTo>
                    <a:pt x="75534" y="50665"/>
                    <a:pt x="73394" y="54749"/>
                    <a:pt x="70030" y="58227"/>
                  </a:cubicBezTo>
                  <a:cubicBezTo>
                    <a:pt x="66513" y="61706"/>
                    <a:pt x="61926" y="64277"/>
                    <a:pt x="56116" y="66092"/>
                  </a:cubicBezTo>
                  <a:lnTo>
                    <a:pt x="18043" y="77586"/>
                  </a:lnTo>
                  <a:lnTo>
                    <a:pt x="14067" y="64580"/>
                  </a:lnTo>
                  <a:lnTo>
                    <a:pt x="50152" y="53690"/>
                  </a:lnTo>
                  <a:cubicBezTo>
                    <a:pt x="55963" y="52027"/>
                    <a:pt x="59938" y="49153"/>
                    <a:pt x="62079" y="45372"/>
                  </a:cubicBezTo>
                  <a:cubicBezTo>
                    <a:pt x="64219" y="41591"/>
                    <a:pt x="64678" y="37205"/>
                    <a:pt x="63149" y="32365"/>
                  </a:cubicBezTo>
                  <a:cubicBezTo>
                    <a:pt x="61620" y="27374"/>
                    <a:pt x="58868" y="24047"/>
                    <a:pt x="54892" y="22081"/>
                  </a:cubicBezTo>
                  <a:cubicBezTo>
                    <a:pt x="50917" y="20115"/>
                    <a:pt x="46024" y="19964"/>
                    <a:pt x="40213" y="21779"/>
                  </a:cubicBezTo>
                  <a:lnTo>
                    <a:pt x="4128" y="32668"/>
                  </a:lnTo>
                  <a:lnTo>
                    <a:pt x="0" y="19510"/>
                  </a:lnTo>
                  <a:lnTo>
                    <a:pt x="64525" y="0"/>
                  </a:lnTo>
                  <a:lnTo>
                    <a:pt x="68654" y="13158"/>
                  </a:lnTo>
                  <a:lnTo>
                    <a:pt x="61314" y="15427"/>
                  </a:lnTo>
                  <a:cubicBezTo>
                    <a:pt x="64678" y="16788"/>
                    <a:pt x="67583" y="18905"/>
                    <a:pt x="70030" y="21779"/>
                  </a:cubicBezTo>
                  <a:cubicBezTo>
                    <a:pt x="72476" y="24652"/>
                    <a:pt x="74311" y="27979"/>
                    <a:pt x="75534" y="31760"/>
                  </a:cubicBezTo>
                  <a:cubicBezTo>
                    <a:pt x="77063" y="36751"/>
                    <a:pt x="77369" y="41591"/>
                    <a:pt x="76452" y="46279"/>
                  </a:cubicBez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6B8578DA-F276-E3CB-6D71-28A17355A1B4}"/>
                </a:ext>
              </a:extLst>
            </p:cNvPr>
            <p:cNvSpPr/>
            <p:nvPr/>
          </p:nvSpPr>
          <p:spPr>
            <a:xfrm>
              <a:off x="4217486" y="6051104"/>
              <a:ext cx="93271" cy="35692"/>
            </a:xfrm>
            <a:custGeom>
              <a:avLst/>
              <a:gdLst>
                <a:gd name="connsiteX0" fmla="*/ 68807 w 93271"/>
                <a:gd name="connsiteY0" fmla="*/ 19661 h 35692"/>
                <a:gd name="connsiteX1" fmla="*/ 3364 w 93271"/>
                <a:gd name="connsiteY1" fmla="*/ 35693 h 35692"/>
                <a:gd name="connsiteX2" fmla="*/ 0 w 93271"/>
                <a:gd name="connsiteY2" fmla="*/ 22384 h 35692"/>
                <a:gd name="connsiteX3" fmla="*/ 65443 w 93271"/>
                <a:gd name="connsiteY3" fmla="*/ 6352 h 35692"/>
                <a:gd name="connsiteX4" fmla="*/ 68807 w 93271"/>
                <a:gd name="connsiteY4" fmla="*/ 19661 h 35692"/>
                <a:gd name="connsiteX5" fmla="*/ 76757 w 93271"/>
                <a:gd name="connsiteY5" fmla="*/ 4235 h 35692"/>
                <a:gd name="connsiteX6" fmla="*/ 82262 w 93271"/>
                <a:gd name="connsiteY6" fmla="*/ 302 h 35692"/>
                <a:gd name="connsiteX7" fmla="*/ 88990 w 93271"/>
                <a:gd name="connsiteY7" fmla="*/ 1210 h 35692"/>
                <a:gd name="connsiteX8" fmla="*/ 92965 w 93271"/>
                <a:gd name="connsiteY8" fmla="*/ 6655 h 35692"/>
                <a:gd name="connsiteX9" fmla="*/ 92048 w 93271"/>
                <a:gd name="connsiteY9" fmla="*/ 13309 h 35692"/>
                <a:gd name="connsiteX10" fmla="*/ 86543 w 93271"/>
                <a:gd name="connsiteY10" fmla="*/ 17241 h 35692"/>
                <a:gd name="connsiteX11" fmla="*/ 79816 w 93271"/>
                <a:gd name="connsiteY11" fmla="*/ 16334 h 35692"/>
                <a:gd name="connsiteX12" fmla="*/ 75840 w 93271"/>
                <a:gd name="connsiteY12" fmla="*/ 10889 h 35692"/>
                <a:gd name="connsiteX13" fmla="*/ 76757 w 93271"/>
                <a:gd name="connsiteY13" fmla="*/ 4235 h 35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3271" h="35692">
                  <a:moveTo>
                    <a:pt x="68807" y="19661"/>
                  </a:moveTo>
                  <a:lnTo>
                    <a:pt x="3364" y="35693"/>
                  </a:lnTo>
                  <a:lnTo>
                    <a:pt x="0" y="22384"/>
                  </a:lnTo>
                  <a:lnTo>
                    <a:pt x="65443" y="6352"/>
                  </a:lnTo>
                  <a:lnTo>
                    <a:pt x="68807" y="19661"/>
                  </a:lnTo>
                  <a:close/>
                  <a:moveTo>
                    <a:pt x="76757" y="4235"/>
                  </a:moveTo>
                  <a:cubicBezTo>
                    <a:pt x="77981" y="2117"/>
                    <a:pt x="79816" y="907"/>
                    <a:pt x="82262" y="302"/>
                  </a:cubicBezTo>
                  <a:cubicBezTo>
                    <a:pt x="84708" y="-302"/>
                    <a:pt x="87002" y="0"/>
                    <a:pt x="88990" y="1210"/>
                  </a:cubicBezTo>
                  <a:cubicBezTo>
                    <a:pt x="91130" y="2420"/>
                    <a:pt x="92354" y="4235"/>
                    <a:pt x="92965" y="6655"/>
                  </a:cubicBezTo>
                  <a:cubicBezTo>
                    <a:pt x="93577" y="9074"/>
                    <a:pt x="93271" y="11192"/>
                    <a:pt x="92048" y="13309"/>
                  </a:cubicBezTo>
                  <a:cubicBezTo>
                    <a:pt x="90825" y="15426"/>
                    <a:pt x="88990" y="16636"/>
                    <a:pt x="86543" y="17241"/>
                  </a:cubicBezTo>
                  <a:cubicBezTo>
                    <a:pt x="84097" y="17846"/>
                    <a:pt x="81803" y="17544"/>
                    <a:pt x="79816" y="16334"/>
                  </a:cubicBezTo>
                  <a:cubicBezTo>
                    <a:pt x="77828" y="15124"/>
                    <a:pt x="76452" y="13309"/>
                    <a:pt x="75840" y="10889"/>
                  </a:cubicBezTo>
                  <a:cubicBezTo>
                    <a:pt x="75229" y="8469"/>
                    <a:pt x="75534" y="6201"/>
                    <a:pt x="76757" y="4235"/>
                  </a:cubicBez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0290FB6A-ABA0-3C8D-69E3-71C8B6ECB665}"/>
                </a:ext>
              </a:extLst>
            </p:cNvPr>
            <p:cNvSpPr/>
            <p:nvPr/>
          </p:nvSpPr>
          <p:spPr>
            <a:xfrm>
              <a:off x="4228859" y="6084679"/>
              <a:ext cx="82051" cy="50665"/>
            </a:xfrm>
            <a:custGeom>
              <a:avLst/>
              <a:gdLst>
                <a:gd name="connsiteX0" fmla="*/ 54223 w 82051"/>
                <a:gd name="connsiteY0" fmla="*/ 23291 h 50665"/>
                <a:gd name="connsiteX1" fmla="*/ 17679 w 82051"/>
                <a:gd name="connsiteY1" fmla="*/ 30853 h 50665"/>
                <a:gd name="connsiteX2" fmla="*/ 12786 w 82051"/>
                <a:gd name="connsiteY2" fmla="*/ 33727 h 50665"/>
                <a:gd name="connsiteX3" fmla="*/ 12481 w 82051"/>
                <a:gd name="connsiteY3" fmla="*/ 39927 h 50665"/>
                <a:gd name="connsiteX4" fmla="*/ 14315 w 82051"/>
                <a:gd name="connsiteY4" fmla="*/ 48246 h 50665"/>
                <a:gd name="connsiteX5" fmla="*/ 3001 w 82051"/>
                <a:gd name="connsiteY5" fmla="*/ 50666 h 50665"/>
                <a:gd name="connsiteX6" fmla="*/ 707 w 82051"/>
                <a:gd name="connsiteY6" fmla="*/ 40079 h 50665"/>
                <a:gd name="connsiteX7" fmla="*/ 2083 w 82051"/>
                <a:gd name="connsiteY7" fmla="*/ 25257 h 50665"/>
                <a:gd name="connsiteX8" fmla="*/ 15080 w 82051"/>
                <a:gd name="connsiteY8" fmla="*/ 17544 h 50665"/>
                <a:gd name="connsiteX9" fmla="*/ 51624 w 82051"/>
                <a:gd name="connsiteY9" fmla="*/ 9982 h 50665"/>
                <a:gd name="connsiteX10" fmla="*/ 49942 w 82051"/>
                <a:gd name="connsiteY10" fmla="*/ 2269 h 50665"/>
                <a:gd name="connsiteX11" fmla="*/ 61104 w 82051"/>
                <a:gd name="connsiteY11" fmla="*/ 0 h 50665"/>
                <a:gd name="connsiteX12" fmla="*/ 62786 w 82051"/>
                <a:gd name="connsiteY12" fmla="*/ 7713 h 50665"/>
                <a:gd name="connsiteX13" fmla="*/ 79147 w 82051"/>
                <a:gd name="connsiteY13" fmla="*/ 4235 h 50665"/>
                <a:gd name="connsiteX14" fmla="*/ 82052 w 82051"/>
                <a:gd name="connsiteY14" fmla="*/ 17846 h 50665"/>
                <a:gd name="connsiteX15" fmla="*/ 65691 w 82051"/>
                <a:gd name="connsiteY15" fmla="*/ 21325 h 50665"/>
                <a:gd name="connsiteX16" fmla="*/ 69055 w 82051"/>
                <a:gd name="connsiteY16" fmla="*/ 37205 h 50665"/>
                <a:gd name="connsiteX17" fmla="*/ 57893 w 82051"/>
                <a:gd name="connsiteY17" fmla="*/ 39474 h 50665"/>
                <a:gd name="connsiteX18" fmla="*/ 54529 w 82051"/>
                <a:gd name="connsiteY18" fmla="*/ 23594 h 50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2051" h="50665">
                  <a:moveTo>
                    <a:pt x="54223" y="23291"/>
                  </a:moveTo>
                  <a:lnTo>
                    <a:pt x="17679" y="30853"/>
                  </a:lnTo>
                  <a:cubicBezTo>
                    <a:pt x="15233" y="31307"/>
                    <a:pt x="13551" y="32365"/>
                    <a:pt x="12786" y="33727"/>
                  </a:cubicBezTo>
                  <a:cubicBezTo>
                    <a:pt x="12022" y="35088"/>
                    <a:pt x="11869" y="37205"/>
                    <a:pt x="12481" y="39927"/>
                  </a:cubicBezTo>
                  <a:lnTo>
                    <a:pt x="14315" y="48246"/>
                  </a:lnTo>
                  <a:lnTo>
                    <a:pt x="3001" y="50666"/>
                  </a:lnTo>
                  <a:lnTo>
                    <a:pt x="707" y="40079"/>
                  </a:lnTo>
                  <a:cubicBezTo>
                    <a:pt x="-516" y="34029"/>
                    <a:pt x="-210" y="29038"/>
                    <a:pt x="2083" y="25257"/>
                  </a:cubicBezTo>
                  <a:cubicBezTo>
                    <a:pt x="4224" y="21476"/>
                    <a:pt x="8658" y="18905"/>
                    <a:pt x="15080" y="17544"/>
                  </a:cubicBezTo>
                  <a:lnTo>
                    <a:pt x="51624" y="9982"/>
                  </a:lnTo>
                  <a:lnTo>
                    <a:pt x="49942" y="2269"/>
                  </a:lnTo>
                  <a:lnTo>
                    <a:pt x="61104" y="0"/>
                  </a:lnTo>
                  <a:lnTo>
                    <a:pt x="62786" y="7713"/>
                  </a:lnTo>
                  <a:lnTo>
                    <a:pt x="79147" y="4235"/>
                  </a:lnTo>
                  <a:lnTo>
                    <a:pt x="82052" y="17846"/>
                  </a:lnTo>
                  <a:lnTo>
                    <a:pt x="65691" y="21325"/>
                  </a:lnTo>
                  <a:lnTo>
                    <a:pt x="69055" y="37205"/>
                  </a:lnTo>
                  <a:lnTo>
                    <a:pt x="57893" y="39474"/>
                  </a:lnTo>
                  <a:lnTo>
                    <a:pt x="54529" y="23594"/>
                  </a:ln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B3B4097-C10B-98B1-6F49-CBE40059238E}"/>
                </a:ext>
              </a:extLst>
            </p:cNvPr>
            <p:cNvSpPr/>
            <p:nvPr/>
          </p:nvSpPr>
          <p:spPr>
            <a:xfrm>
              <a:off x="4233694" y="6130637"/>
              <a:ext cx="94205" cy="30115"/>
            </a:xfrm>
            <a:custGeom>
              <a:avLst/>
              <a:gdLst>
                <a:gd name="connsiteX0" fmla="*/ 68807 w 94205"/>
                <a:gd name="connsiteY0" fmla="*/ 18773 h 30115"/>
                <a:gd name="connsiteX1" fmla="*/ 2447 w 94205"/>
                <a:gd name="connsiteY1" fmla="*/ 30116 h 30115"/>
                <a:gd name="connsiteX2" fmla="*/ 0 w 94205"/>
                <a:gd name="connsiteY2" fmla="*/ 16504 h 30115"/>
                <a:gd name="connsiteX3" fmla="*/ 66360 w 94205"/>
                <a:gd name="connsiteY3" fmla="*/ 5161 h 30115"/>
                <a:gd name="connsiteX4" fmla="*/ 68807 w 94205"/>
                <a:gd name="connsiteY4" fmla="*/ 18773 h 30115"/>
                <a:gd name="connsiteX5" fmla="*/ 77828 w 94205"/>
                <a:gd name="connsiteY5" fmla="*/ 3800 h 30115"/>
                <a:gd name="connsiteX6" fmla="*/ 83638 w 94205"/>
                <a:gd name="connsiteY6" fmla="*/ 170 h 30115"/>
                <a:gd name="connsiteX7" fmla="*/ 90366 w 94205"/>
                <a:gd name="connsiteY7" fmla="*/ 1531 h 30115"/>
                <a:gd name="connsiteX8" fmla="*/ 94036 w 94205"/>
                <a:gd name="connsiteY8" fmla="*/ 7278 h 30115"/>
                <a:gd name="connsiteX9" fmla="*/ 92507 w 94205"/>
                <a:gd name="connsiteY9" fmla="*/ 13782 h 30115"/>
                <a:gd name="connsiteX10" fmla="*/ 86696 w 94205"/>
                <a:gd name="connsiteY10" fmla="*/ 17412 h 30115"/>
                <a:gd name="connsiteX11" fmla="*/ 79968 w 94205"/>
                <a:gd name="connsiteY11" fmla="*/ 16050 h 30115"/>
                <a:gd name="connsiteX12" fmla="*/ 76299 w 94205"/>
                <a:gd name="connsiteY12" fmla="*/ 10454 h 30115"/>
                <a:gd name="connsiteX13" fmla="*/ 77675 w 94205"/>
                <a:gd name="connsiteY13" fmla="*/ 3800 h 30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4205" h="30115">
                  <a:moveTo>
                    <a:pt x="68807" y="18773"/>
                  </a:moveTo>
                  <a:lnTo>
                    <a:pt x="2447" y="30116"/>
                  </a:lnTo>
                  <a:lnTo>
                    <a:pt x="0" y="16504"/>
                  </a:lnTo>
                  <a:lnTo>
                    <a:pt x="66360" y="5161"/>
                  </a:lnTo>
                  <a:lnTo>
                    <a:pt x="68807" y="18773"/>
                  </a:lnTo>
                  <a:close/>
                  <a:moveTo>
                    <a:pt x="77828" y="3800"/>
                  </a:moveTo>
                  <a:cubicBezTo>
                    <a:pt x="79204" y="1834"/>
                    <a:pt x="81192" y="624"/>
                    <a:pt x="83638" y="170"/>
                  </a:cubicBezTo>
                  <a:cubicBezTo>
                    <a:pt x="86085" y="-284"/>
                    <a:pt x="88378" y="170"/>
                    <a:pt x="90366" y="1531"/>
                  </a:cubicBezTo>
                  <a:cubicBezTo>
                    <a:pt x="92354" y="2892"/>
                    <a:pt x="93577" y="4859"/>
                    <a:pt x="94036" y="7278"/>
                  </a:cubicBezTo>
                  <a:cubicBezTo>
                    <a:pt x="94494" y="9698"/>
                    <a:pt x="94036" y="11816"/>
                    <a:pt x="92507" y="13782"/>
                  </a:cubicBezTo>
                  <a:cubicBezTo>
                    <a:pt x="91130" y="15748"/>
                    <a:pt x="89143" y="16958"/>
                    <a:pt x="86696" y="17412"/>
                  </a:cubicBezTo>
                  <a:cubicBezTo>
                    <a:pt x="84250" y="17865"/>
                    <a:pt x="81956" y="17412"/>
                    <a:pt x="79968" y="16050"/>
                  </a:cubicBezTo>
                  <a:cubicBezTo>
                    <a:pt x="77981" y="14689"/>
                    <a:pt x="76758" y="12723"/>
                    <a:pt x="76299" y="10454"/>
                  </a:cubicBezTo>
                  <a:cubicBezTo>
                    <a:pt x="75840" y="8035"/>
                    <a:pt x="76299" y="5766"/>
                    <a:pt x="77675" y="3800"/>
                  </a:cubicBez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F24B5D22-7F66-C286-1304-5CB0958BC555}"/>
                </a:ext>
              </a:extLst>
            </p:cNvPr>
            <p:cNvSpPr/>
            <p:nvPr/>
          </p:nvSpPr>
          <p:spPr>
            <a:xfrm>
              <a:off x="4241509" y="6168391"/>
              <a:ext cx="69540" cy="65923"/>
            </a:xfrm>
            <a:custGeom>
              <a:avLst/>
              <a:gdLst>
                <a:gd name="connsiteX0" fmla="*/ 33469 w 69540"/>
                <a:gd name="connsiteY0" fmla="*/ 65713 h 65923"/>
                <a:gd name="connsiteX1" fmla="*/ 27200 w 69540"/>
                <a:gd name="connsiteY1" fmla="*/ 15199 h 65923"/>
                <a:gd name="connsiteX2" fmla="*/ 15121 w 69540"/>
                <a:gd name="connsiteY2" fmla="*/ 22610 h 65923"/>
                <a:gd name="connsiteX3" fmla="*/ 11910 w 69540"/>
                <a:gd name="connsiteY3" fmla="*/ 36222 h 65923"/>
                <a:gd name="connsiteX4" fmla="*/ 23225 w 69540"/>
                <a:gd name="connsiteY4" fmla="*/ 50741 h 65923"/>
                <a:gd name="connsiteX5" fmla="*/ 25059 w 69540"/>
                <a:gd name="connsiteY5" fmla="*/ 65562 h 65923"/>
                <a:gd name="connsiteX6" fmla="*/ 8546 w 69540"/>
                <a:gd name="connsiteY6" fmla="*/ 56488 h 65923"/>
                <a:gd name="connsiteX7" fmla="*/ 289 w 69540"/>
                <a:gd name="connsiteY7" fmla="*/ 37734 h 65923"/>
                <a:gd name="connsiteX8" fmla="*/ 2430 w 69540"/>
                <a:gd name="connsiteY8" fmla="*/ 20190 h 65923"/>
                <a:gd name="connsiteX9" fmla="*/ 13133 w 69540"/>
                <a:gd name="connsiteY9" fmla="*/ 6881 h 65923"/>
                <a:gd name="connsiteX10" fmla="*/ 30717 w 69540"/>
                <a:gd name="connsiteY10" fmla="*/ 378 h 65923"/>
                <a:gd name="connsiteX11" fmla="*/ 49371 w 69540"/>
                <a:gd name="connsiteY11" fmla="*/ 2344 h 65923"/>
                <a:gd name="connsiteX12" fmla="*/ 62827 w 69540"/>
                <a:gd name="connsiteY12" fmla="*/ 12477 h 65923"/>
                <a:gd name="connsiteX13" fmla="*/ 69249 w 69540"/>
                <a:gd name="connsiteY13" fmla="*/ 29264 h 65923"/>
                <a:gd name="connsiteX14" fmla="*/ 67261 w 69540"/>
                <a:gd name="connsiteY14" fmla="*/ 46506 h 65923"/>
                <a:gd name="connsiteX15" fmla="*/ 57016 w 69540"/>
                <a:gd name="connsiteY15" fmla="*/ 59361 h 65923"/>
                <a:gd name="connsiteX16" fmla="*/ 40350 w 69540"/>
                <a:gd name="connsiteY16" fmla="*/ 65562 h 65923"/>
                <a:gd name="connsiteX17" fmla="*/ 33469 w 69540"/>
                <a:gd name="connsiteY17" fmla="*/ 65865 h 65923"/>
                <a:gd name="connsiteX18" fmla="*/ 42949 w 69540"/>
                <a:gd name="connsiteY18" fmla="*/ 50589 h 65923"/>
                <a:gd name="connsiteX19" fmla="*/ 54570 w 69540"/>
                <a:gd name="connsiteY19" fmla="*/ 43632 h 65923"/>
                <a:gd name="connsiteX20" fmla="*/ 57628 w 69540"/>
                <a:gd name="connsiteY20" fmla="*/ 30021 h 65923"/>
                <a:gd name="connsiteX21" fmla="*/ 51512 w 69540"/>
                <a:gd name="connsiteY21" fmla="*/ 18375 h 65923"/>
                <a:gd name="connsiteX22" fmla="*/ 38515 w 69540"/>
                <a:gd name="connsiteY22" fmla="*/ 13838 h 65923"/>
                <a:gd name="connsiteX23" fmla="*/ 43102 w 69540"/>
                <a:gd name="connsiteY23" fmla="*/ 50438 h 65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9540" h="65923">
                  <a:moveTo>
                    <a:pt x="33469" y="65713"/>
                  </a:moveTo>
                  <a:lnTo>
                    <a:pt x="27200" y="15199"/>
                  </a:lnTo>
                  <a:cubicBezTo>
                    <a:pt x="21849" y="16258"/>
                    <a:pt x="17873" y="18678"/>
                    <a:pt x="15121" y="22610"/>
                  </a:cubicBezTo>
                  <a:cubicBezTo>
                    <a:pt x="12368" y="26542"/>
                    <a:pt x="11298" y="31079"/>
                    <a:pt x="11910" y="36222"/>
                  </a:cubicBezTo>
                  <a:cubicBezTo>
                    <a:pt x="12827" y="43632"/>
                    <a:pt x="16650" y="48472"/>
                    <a:pt x="23225" y="50741"/>
                  </a:cubicBezTo>
                  <a:lnTo>
                    <a:pt x="25059" y="65562"/>
                  </a:lnTo>
                  <a:cubicBezTo>
                    <a:pt x="18638" y="64352"/>
                    <a:pt x="13133" y="61327"/>
                    <a:pt x="8546" y="56488"/>
                  </a:cubicBezTo>
                  <a:cubicBezTo>
                    <a:pt x="3959" y="51799"/>
                    <a:pt x="1207" y="45447"/>
                    <a:pt x="289" y="37734"/>
                  </a:cubicBezTo>
                  <a:cubicBezTo>
                    <a:pt x="-475" y="31382"/>
                    <a:pt x="289" y="25635"/>
                    <a:pt x="2430" y="20190"/>
                  </a:cubicBezTo>
                  <a:cubicBezTo>
                    <a:pt x="4723" y="14897"/>
                    <a:pt x="8240" y="10359"/>
                    <a:pt x="13133" y="6881"/>
                  </a:cubicBezTo>
                  <a:cubicBezTo>
                    <a:pt x="18026" y="3402"/>
                    <a:pt x="23836" y="1285"/>
                    <a:pt x="30717" y="378"/>
                  </a:cubicBezTo>
                  <a:cubicBezTo>
                    <a:pt x="37598" y="-530"/>
                    <a:pt x="43867" y="226"/>
                    <a:pt x="49371" y="2344"/>
                  </a:cubicBezTo>
                  <a:cubicBezTo>
                    <a:pt x="54876" y="4461"/>
                    <a:pt x="59463" y="7940"/>
                    <a:pt x="62827" y="12477"/>
                  </a:cubicBezTo>
                  <a:cubicBezTo>
                    <a:pt x="66343" y="17165"/>
                    <a:pt x="68484" y="22761"/>
                    <a:pt x="69249" y="29264"/>
                  </a:cubicBezTo>
                  <a:cubicBezTo>
                    <a:pt x="70013" y="35465"/>
                    <a:pt x="69249" y="41212"/>
                    <a:pt x="67261" y="46506"/>
                  </a:cubicBezTo>
                  <a:cubicBezTo>
                    <a:pt x="65120" y="51799"/>
                    <a:pt x="61756" y="56034"/>
                    <a:pt x="57016" y="59361"/>
                  </a:cubicBezTo>
                  <a:cubicBezTo>
                    <a:pt x="52429" y="62689"/>
                    <a:pt x="46772" y="64806"/>
                    <a:pt x="40350" y="65562"/>
                  </a:cubicBezTo>
                  <a:cubicBezTo>
                    <a:pt x="37904" y="65865"/>
                    <a:pt x="35610" y="66016"/>
                    <a:pt x="33469" y="65865"/>
                  </a:cubicBezTo>
                  <a:close/>
                  <a:moveTo>
                    <a:pt x="42949" y="50589"/>
                  </a:moveTo>
                  <a:cubicBezTo>
                    <a:pt x="47995" y="49833"/>
                    <a:pt x="51971" y="47565"/>
                    <a:pt x="54570" y="43632"/>
                  </a:cubicBezTo>
                  <a:cubicBezTo>
                    <a:pt x="57169" y="39700"/>
                    <a:pt x="58239" y="35163"/>
                    <a:pt x="57628" y="30021"/>
                  </a:cubicBezTo>
                  <a:cubicBezTo>
                    <a:pt x="57016" y="25332"/>
                    <a:pt x="55029" y="21400"/>
                    <a:pt x="51512" y="18375"/>
                  </a:cubicBezTo>
                  <a:cubicBezTo>
                    <a:pt x="47995" y="15350"/>
                    <a:pt x="43714" y="13838"/>
                    <a:pt x="38515" y="13838"/>
                  </a:cubicBezTo>
                  <a:lnTo>
                    <a:pt x="43102" y="50438"/>
                  </a:ln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A5BBD4C2-81A7-5EEF-BB8D-DC8528193D75}"/>
                </a:ext>
              </a:extLst>
            </p:cNvPr>
            <p:cNvSpPr/>
            <p:nvPr/>
          </p:nvSpPr>
          <p:spPr>
            <a:xfrm>
              <a:off x="4247380" y="6245127"/>
              <a:ext cx="69726" cy="53727"/>
            </a:xfrm>
            <a:custGeom>
              <a:avLst/>
              <a:gdLst>
                <a:gd name="connsiteX0" fmla="*/ 2522 w 69726"/>
                <a:gd name="connsiteY0" fmla="*/ 15445 h 53727"/>
                <a:gd name="connsiteX1" fmla="*/ 9709 w 69726"/>
                <a:gd name="connsiteY1" fmla="*/ 5161 h 53727"/>
                <a:gd name="connsiteX2" fmla="*/ 20565 w 69726"/>
                <a:gd name="connsiteY2" fmla="*/ 624 h 53727"/>
                <a:gd name="connsiteX3" fmla="*/ 21329 w 69726"/>
                <a:gd name="connsiteY3" fmla="*/ 14840 h 53727"/>
                <a:gd name="connsiteX4" fmla="*/ 14449 w 69726"/>
                <a:gd name="connsiteY4" fmla="*/ 19226 h 53727"/>
                <a:gd name="connsiteX5" fmla="*/ 12155 w 69726"/>
                <a:gd name="connsiteY5" fmla="*/ 28603 h 53727"/>
                <a:gd name="connsiteX6" fmla="*/ 14907 w 69726"/>
                <a:gd name="connsiteY6" fmla="*/ 37526 h 53727"/>
                <a:gd name="connsiteX7" fmla="*/ 20871 w 69726"/>
                <a:gd name="connsiteY7" fmla="*/ 40400 h 53727"/>
                <a:gd name="connsiteX8" fmla="*/ 26222 w 69726"/>
                <a:gd name="connsiteY8" fmla="*/ 36468 h 53727"/>
                <a:gd name="connsiteX9" fmla="*/ 29586 w 69726"/>
                <a:gd name="connsiteY9" fmla="*/ 24973 h 53727"/>
                <a:gd name="connsiteX10" fmla="*/ 32950 w 69726"/>
                <a:gd name="connsiteY10" fmla="*/ 12572 h 53727"/>
                <a:gd name="connsiteX11" fmla="*/ 38455 w 69726"/>
                <a:gd name="connsiteY11" fmla="*/ 4102 h 53727"/>
                <a:gd name="connsiteX12" fmla="*/ 48852 w 69726"/>
                <a:gd name="connsiteY12" fmla="*/ 19 h 53727"/>
                <a:gd name="connsiteX13" fmla="*/ 58791 w 69726"/>
                <a:gd name="connsiteY13" fmla="*/ 2590 h 53727"/>
                <a:gd name="connsiteX14" fmla="*/ 66283 w 69726"/>
                <a:gd name="connsiteY14" fmla="*/ 11210 h 53727"/>
                <a:gd name="connsiteX15" fmla="*/ 69647 w 69726"/>
                <a:gd name="connsiteY15" fmla="*/ 24520 h 53727"/>
                <a:gd name="connsiteX16" fmla="*/ 64907 w 69726"/>
                <a:gd name="connsiteY16" fmla="*/ 43122 h 53727"/>
                <a:gd name="connsiteX17" fmla="*/ 49464 w 69726"/>
                <a:gd name="connsiteY17" fmla="*/ 51440 h 53727"/>
                <a:gd name="connsiteX18" fmla="*/ 48699 w 69726"/>
                <a:gd name="connsiteY18" fmla="*/ 37678 h 53727"/>
                <a:gd name="connsiteX19" fmla="*/ 55733 w 69726"/>
                <a:gd name="connsiteY19" fmla="*/ 33594 h 53727"/>
                <a:gd name="connsiteX20" fmla="*/ 57873 w 69726"/>
                <a:gd name="connsiteY20" fmla="*/ 24671 h 53727"/>
                <a:gd name="connsiteX21" fmla="*/ 55274 w 69726"/>
                <a:gd name="connsiteY21" fmla="*/ 16504 h 53727"/>
                <a:gd name="connsiteX22" fmla="*/ 49617 w 69726"/>
                <a:gd name="connsiteY22" fmla="*/ 13933 h 53727"/>
                <a:gd name="connsiteX23" fmla="*/ 45182 w 69726"/>
                <a:gd name="connsiteY23" fmla="*/ 16050 h 53727"/>
                <a:gd name="connsiteX24" fmla="*/ 42583 w 69726"/>
                <a:gd name="connsiteY24" fmla="*/ 20890 h 53727"/>
                <a:gd name="connsiteX25" fmla="*/ 40442 w 69726"/>
                <a:gd name="connsiteY25" fmla="*/ 29208 h 53727"/>
                <a:gd name="connsiteX26" fmla="*/ 37231 w 69726"/>
                <a:gd name="connsiteY26" fmla="*/ 41307 h 53727"/>
                <a:gd name="connsiteX27" fmla="*/ 31727 w 69726"/>
                <a:gd name="connsiteY27" fmla="*/ 49626 h 53727"/>
                <a:gd name="connsiteX28" fmla="*/ 21482 w 69726"/>
                <a:gd name="connsiteY28" fmla="*/ 53709 h 53727"/>
                <a:gd name="connsiteX29" fmla="*/ 11085 w 69726"/>
                <a:gd name="connsiteY29" fmla="*/ 51138 h 53727"/>
                <a:gd name="connsiteX30" fmla="*/ 3440 w 69726"/>
                <a:gd name="connsiteY30" fmla="*/ 42668 h 53727"/>
                <a:gd name="connsiteX31" fmla="*/ 76 w 69726"/>
                <a:gd name="connsiteY31" fmla="*/ 29359 h 53727"/>
                <a:gd name="connsiteX32" fmla="*/ 2064 w 69726"/>
                <a:gd name="connsiteY32" fmla="*/ 15143 h 53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9726" h="53727">
                  <a:moveTo>
                    <a:pt x="2522" y="15445"/>
                  </a:moveTo>
                  <a:cubicBezTo>
                    <a:pt x="4204" y="11210"/>
                    <a:pt x="6651" y="7732"/>
                    <a:pt x="9709" y="5161"/>
                  </a:cubicBezTo>
                  <a:cubicBezTo>
                    <a:pt x="12920" y="2590"/>
                    <a:pt x="16436" y="1077"/>
                    <a:pt x="20565" y="624"/>
                  </a:cubicBezTo>
                  <a:lnTo>
                    <a:pt x="21329" y="14840"/>
                  </a:lnTo>
                  <a:cubicBezTo>
                    <a:pt x="18424" y="15294"/>
                    <a:pt x="16131" y="16655"/>
                    <a:pt x="14449" y="19226"/>
                  </a:cubicBezTo>
                  <a:cubicBezTo>
                    <a:pt x="12614" y="21797"/>
                    <a:pt x="11849" y="24973"/>
                    <a:pt x="12155" y="28603"/>
                  </a:cubicBezTo>
                  <a:cubicBezTo>
                    <a:pt x="12308" y="32384"/>
                    <a:pt x="13378" y="35409"/>
                    <a:pt x="14907" y="37526"/>
                  </a:cubicBezTo>
                  <a:cubicBezTo>
                    <a:pt x="16589" y="39644"/>
                    <a:pt x="18577" y="40551"/>
                    <a:pt x="20871" y="40400"/>
                  </a:cubicBezTo>
                  <a:cubicBezTo>
                    <a:pt x="23470" y="40400"/>
                    <a:pt x="25152" y="39039"/>
                    <a:pt x="26222" y="36468"/>
                  </a:cubicBezTo>
                  <a:cubicBezTo>
                    <a:pt x="27293" y="34048"/>
                    <a:pt x="28363" y="30116"/>
                    <a:pt x="29586" y="24973"/>
                  </a:cubicBezTo>
                  <a:cubicBezTo>
                    <a:pt x="30656" y="19982"/>
                    <a:pt x="31727" y="15748"/>
                    <a:pt x="32950" y="12572"/>
                  </a:cubicBezTo>
                  <a:cubicBezTo>
                    <a:pt x="34020" y="9396"/>
                    <a:pt x="35855" y="6522"/>
                    <a:pt x="38455" y="4102"/>
                  </a:cubicBezTo>
                  <a:cubicBezTo>
                    <a:pt x="41054" y="1682"/>
                    <a:pt x="44418" y="321"/>
                    <a:pt x="48852" y="19"/>
                  </a:cubicBezTo>
                  <a:cubicBezTo>
                    <a:pt x="52369" y="-133"/>
                    <a:pt x="55733" y="624"/>
                    <a:pt x="58791" y="2590"/>
                  </a:cubicBezTo>
                  <a:cubicBezTo>
                    <a:pt x="61849" y="4556"/>
                    <a:pt x="64448" y="7429"/>
                    <a:pt x="66283" y="11210"/>
                  </a:cubicBezTo>
                  <a:cubicBezTo>
                    <a:pt x="68271" y="14991"/>
                    <a:pt x="69341" y="19377"/>
                    <a:pt x="69647" y="24520"/>
                  </a:cubicBezTo>
                  <a:cubicBezTo>
                    <a:pt x="70106" y="32082"/>
                    <a:pt x="68577" y="38283"/>
                    <a:pt x="64907" y="43122"/>
                  </a:cubicBezTo>
                  <a:cubicBezTo>
                    <a:pt x="61237" y="47962"/>
                    <a:pt x="56191" y="50684"/>
                    <a:pt x="49464" y="51440"/>
                  </a:cubicBezTo>
                  <a:lnTo>
                    <a:pt x="48699" y="37678"/>
                  </a:lnTo>
                  <a:cubicBezTo>
                    <a:pt x="51757" y="37224"/>
                    <a:pt x="54051" y="35863"/>
                    <a:pt x="55733" y="33594"/>
                  </a:cubicBezTo>
                  <a:cubicBezTo>
                    <a:pt x="57415" y="31325"/>
                    <a:pt x="58179" y="28301"/>
                    <a:pt x="57873" y="24671"/>
                  </a:cubicBezTo>
                  <a:cubicBezTo>
                    <a:pt x="57720" y="21041"/>
                    <a:pt x="56803" y="18319"/>
                    <a:pt x="55274" y="16504"/>
                  </a:cubicBezTo>
                  <a:cubicBezTo>
                    <a:pt x="53745" y="14689"/>
                    <a:pt x="51910" y="13782"/>
                    <a:pt x="49617" y="13933"/>
                  </a:cubicBezTo>
                  <a:cubicBezTo>
                    <a:pt x="47782" y="13933"/>
                    <a:pt x="46405" y="14689"/>
                    <a:pt x="45182" y="16050"/>
                  </a:cubicBezTo>
                  <a:cubicBezTo>
                    <a:pt x="44112" y="17411"/>
                    <a:pt x="43195" y="19075"/>
                    <a:pt x="42583" y="20890"/>
                  </a:cubicBezTo>
                  <a:cubicBezTo>
                    <a:pt x="41971" y="22856"/>
                    <a:pt x="41360" y="25578"/>
                    <a:pt x="40442" y="29208"/>
                  </a:cubicBezTo>
                  <a:cubicBezTo>
                    <a:pt x="39372" y="34048"/>
                    <a:pt x="38302" y="38131"/>
                    <a:pt x="37231" y="41307"/>
                  </a:cubicBezTo>
                  <a:cubicBezTo>
                    <a:pt x="36008" y="44483"/>
                    <a:pt x="34326" y="47206"/>
                    <a:pt x="31727" y="49626"/>
                  </a:cubicBezTo>
                  <a:cubicBezTo>
                    <a:pt x="29280" y="52045"/>
                    <a:pt x="25916" y="53407"/>
                    <a:pt x="21482" y="53709"/>
                  </a:cubicBezTo>
                  <a:cubicBezTo>
                    <a:pt x="17660" y="53860"/>
                    <a:pt x="14143" y="53104"/>
                    <a:pt x="11085" y="51138"/>
                  </a:cubicBezTo>
                  <a:cubicBezTo>
                    <a:pt x="8027" y="49172"/>
                    <a:pt x="5427" y="46450"/>
                    <a:pt x="3440" y="42668"/>
                  </a:cubicBezTo>
                  <a:cubicBezTo>
                    <a:pt x="1452" y="38887"/>
                    <a:pt x="382" y="34502"/>
                    <a:pt x="76" y="29359"/>
                  </a:cubicBezTo>
                  <a:cubicBezTo>
                    <a:pt x="-230" y="24066"/>
                    <a:pt x="382" y="19377"/>
                    <a:pt x="2064" y="15143"/>
                  </a:cubicBezTo>
                  <a:close/>
                </a:path>
              </a:pathLst>
            </a:custGeom>
            <a:solidFill>
              <a:srgbClr val="231F2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65" name="Rectangle 464">
            <a:extLst>
              <a:ext uri="{FF2B5EF4-FFF2-40B4-BE49-F238E27FC236}">
                <a16:creationId xmlns:a16="http://schemas.microsoft.com/office/drawing/2014/main" id="{30B47046-CBF9-4FE4-6921-3E559834D93D}"/>
              </a:ext>
            </a:extLst>
          </p:cNvPr>
          <p:cNvSpPr/>
          <p:nvPr/>
        </p:nvSpPr>
        <p:spPr>
          <a:xfrm>
            <a:off x="6032368" y="259640"/>
            <a:ext cx="49872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898525">
              <a:spcAft>
                <a:spcPts val="1000"/>
              </a:spcAft>
            </a:pPr>
            <a:r>
              <a:rPr lang="en-GB" sz="2400" dirty="0">
                <a:solidFill>
                  <a:srgbClr val="474BFF"/>
                </a:solidFill>
                <a:latin typeface="Poppins Medium" panose="00000600000000000000" pitchFamily="2" charset="0"/>
                <a:cs typeface="Poppins Medium" panose="00000600000000000000" pitchFamily="2" charset="0"/>
                <a:sym typeface="Roboto"/>
              </a:rPr>
              <a:t>Product Expansion Opportunity</a:t>
            </a:r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51911197-8D26-6998-FF34-046F5F6F17C5}"/>
              </a:ext>
            </a:extLst>
          </p:cNvPr>
          <p:cNvSpPr txBox="1"/>
          <p:nvPr/>
        </p:nvSpPr>
        <p:spPr>
          <a:xfrm>
            <a:off x="8147134" y="3729586"/>
            <a:ext cx="1683635" cy="579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New Geographies </a:t>
            </a:r>
          </a:p>
          <a:p>
            <a:pPr algn="ctr"/>
            <a:r>
              <a:rPr lang="en-US" sz="1000" dirty="0">
                <a:latin typeface="Poppins Light" panose="00000400000000000000" pitchFamily="2" charset="0"/>
                <a:cs typeface="Poppins Light" panose="00000400000000000000" pitchFamily="2" charset="0"/>
              </a:rPr>
              <a:t>LatAm Spanish, </a:t>
            </a:r>
            <a:br>
              <a:rPr lang="en-US" sz="1000" dirty="0"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1000" dirty="0">
                <a:latin typeface="Poppins Light" panose="00000400000000000000" pitchFamily="2" charset="0"/>
                <a:cs typeface="Poppins Light" panose="00000400000000000000" pitchFamily="2" charset="0"/>
              </a:rPr>
              <a:t>Middle East</a:t>
            </a:r>
            <a:endParaRPr lang="en-IN" sz="1000" dirty="0"/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8ECE48C6-D7D9-493F-A104-D90CCFFFBAB1}"/>
              </a:ext>
            </a:extLst>
          </p:cNvPr>
          <p:cNvSpPr txBox="1"/>
          <p:nvPr/>
        </p:nvSpPr>
        <p:spPr>
          <a:xfrm>
            <a:off x="3102657" y="2084720"/>
            <a:ext cx="2569464" cy="59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000" dirty="0">
                <a:latin typeface="Poppins Light" panose="00000400000000000000" pitchFamily="2" charset="0"/>
                <a:cs typeface="Poppins Light" panose="00000400000000000000" pitchFamily="2" charset="0"/>
              </a:rPr>
              <a:t>Blended teaching and hybrid workflows for enriched in-class and after-class learning experiences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C2D20D-700F-2160-1F55-99B8563A2643}"/>
              </a:ext>
            </a:extLst>
          </p:cNvPr>
          <p:cNvSpPr txBox="1"/>
          <p:nvPr/>
        </p:nvSpPr>
        <p:spPr>
          <a:xfrm>
            <a:off x="6032368" y="1301252"/>
            <a:ext cx="5845029" cy="1872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latin typeface="Poppins Light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Raspberry</a:t>
            </a:r>
            <a:r>
              <a:rPr lang="en-US" sz="1200" dirty="0">
                <a:effectLst/>
                <a:latin typeface="Poppins Light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’s modular solution design and flexible business models provide an opportunity to build on the extensive groundwork with incremental development for rapid expansion across multiple dimensions and markets.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latin typeface="Poppins Light" panose="00000400000000000000" pitchFamily="2" charset="0"/>
                <a:cs typeface="Poppins Light" panose="00000400000000000000" pitchFamily="2" charset="0"/>
              </a:rPr>
              <a:t>It allows easy repurposing of its platform and content, creating a connected product line. This maximizes value for educators and students, opening new B2B2C upsell opportunities while enhancing efficiency.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latin typeface="Poppins Light" panose="00000400000000000000" pitchFamily="2" charset="0"/>
                <a:cs typeface="Poppins Light" panose="00000400000000000000" pitchFamily="2" charset="0"/>
              </a:rPr>
              <a:t>Pilots and surveys confirm strong demand for these personalized, gamified applications, validating their scalability and growth potential.</a:t>
            </a:r>
          </a:p>
        </p:txBody>
      </p:sp>
    </p:spTree>
    <p:extLst>
      <p:ext uri="{BB962C8B-B14F-4D97-AF65-F5344CB8AC3E}">
        <p14:creationId xmlns:p14="http://schemas.microsoft.com/office/powerpoint/2010/main" val="1375124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1CE9D-553F-6477-080F-17A4B2896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33">
            <a:extLst>
              <a:ext uri="{FF2B5EF4-FFF2-40B4-BE49-F238E27FC236}">
                <a16:creationId xmlns:a16="http://schemas.microsoft.com/office/drawing/2014/main" id="{C520DBF6-CAC8-2FB5-601B-F42A21E9B7D2}"/>
              </a:ext>
            </a:extLst>
          </p:cNvPr>
          <p:cNvSpPr/>
          <p:nvPr/>
        </p:nvSpPr>
        <p:spPr>
          <a:xfrm rot="2604343" flipV="1">
            <a:off x="-852082" y="6279952"/>
            <a:ext cx="4210198" cy="2591524"/>
          </a:xfrm>
          <a:custGeom>
            <a:avLst/>
            <a:gdLst>
              <a:gd name="connsiteX0" fmla="*/ 3984 w 4210198"/>
              <a:gd name="connsiteY0" fmla="*/ 271685 h 2591524"/>
              <a:gd name="connsiteX1" fmla="*/ 1038970 w 4210198"/>
              <a:gd name="connsiteY1" fmla="*/ 2006568 h 2591524"/>
              <a:gd name="connsiteX2" fmla="*/ 3089417 w 4210198"/>
              <a:gd name="connsiteY2" fmla="*/ 2580926 h 2591524"/>
              <a:gd name="connsiteX3" fmla="*/ 4052680 w 4210198"/>
              <a:gd name="connsiteY3" fmla="*/ 2355755 h 2591524"/>
              <a:gd name="connsiteX4" fmla="*/ 4180791 w 4210198"/>
              <a:gd name="connsiteY4" fmla="*/ 2257266 h 2591524"/>
              <a:gd name="connsiteX5" fmla="*/ 4202413 w 4210198"/>
              <a:gd name="connsiteY5" fmla="*/ 2092103 h 2591524"/>
              <a:gd name="connsiteX6" fmla="*/ 3938761 w 4210198"/>
              <a:gd name="connsiteY6" fmla="*/ 1942465 h 2591524"/>
              <a:gd name="connsiteX7" fmla="*/ 3636152 w 4210198"/>
              <a:gd name="connsiteY7" fmla="*/ 2047335 h 2591524"/>
              <a:gd name="connsiteX8" fmla="*/ 3432698 w 4210198"/>
              <a:gd name="connsiteY8" fmla="*/ 2099152 h 2591524"/>
              <a:gd name="connsiteX9" fmla="*/ 3318874 w 4210198"/>
              <a:gd name="connsiteY9" fmla="*/ 2121916 h 2591524"/>
              <a:gd name="connsiteX10" fmla="*/ 3259153 w 4210198"/>
              <a:gd name="connsiteY10" fmla="*/ 2132108 h 2591524"/>
              <a:gd name="connsiteX11" fmla="*/ 3225148 w 4210198"/>
              <a:gd name="connsiteY11" fmla="*/ 2137347 h 2591524"/>
              <a:gd name="connsiteX12" fmla="*/ 3211432 w 4210198"/>
              <a:gd name="connsiteY12" fmla="*/ 2139347 h 2591524"/>
              <a:gd name="connsiteX13" fmla="*/ 3226672 w 4210198"/>
              <a:gd name="connsiteY13" fmla="*/ 2137442 h 2591524"/>
              <a:gd name="connsiteX14" fmla="*/ 3169808 w 4210198"/>
              <a:gd name="connsiteY14" fmla="*/ 2144300 h 2591524"/>
              <a:gd name="connsiteX15" fmla="*/ 3104276 w 4210198"/>
              <a:gd name="connsiteY15" fmla="*/ 2150872 h 2591524"/>
              <a:gd name="connsiteX16" fmla="*/ 2960829 w 4210198"/>
              <a:gd name="connsiteY16" fmla="*/ 2160207 h 2591524"/>
              <a:gd name="connsiteX17" fmla="*/ 2663173 w 4210198"/>
              <a:gd name="connsiteY17" fmla="*/ 2157159 h 2591524"/>
              <a:gd name="connsiteX18" fmla="*/ 2519250 w 4210198"/>
              <a:gd name="connsiteY18" fmla="*/ 2144586 h 2591524"/>
              <a:gd name="connsiteX19" fmla="*/ 2495914 w 4210198"/>
              <a:gd name="connsiteY19" fmla="*/ 2142014 h 2591524"/>
              <a:gd name="connsiteX20" fmla="*/ 2472197 w 4210198"/>
              <a:gd name="connsiteY20" fmla="*/ 2138490 h 2591524"/>
              <a:gd name="connsiteX21" fmla="*/ 2384091 w 4210198"/>
              <a:gd name="connsiteY21" fmla="*/ 2123726 h 2591524"/>
              <a:gd name="connsiteX22" fmla="*/ 2128535 w 4210198"/>
              <a:gd name="connsiteY22" fmla="*/ 2064385 h 2591524"/>
              <a:gd name="connsiteX23" fmla="*/ 1790112 w 4210198"/>
              <a:gd name="connsiteY23" fmla="*/ 1950943 h 2591524"/>
              <a:gd name="connsiteX24" fmla="*/ 1768109 w 4210198"/>
              <a:gd name="connsiteY24" fmla="*/ 1941798 h 2591524"/>
              <a:gd name="connsiteX25" fmla="*/ 1780015 w 4210198"/>
              <a:gd name="connsiteY25" fmla="*/ 1946561 h 2591524"/>
              <a:gd name="connsiteX26" fmla="*/ 1728294 w 4210198"/>
              <a:gd name="connsiteY26" fmla="*/ 1923225 h 2591524"/>
              <a:gd name="connsiteX27" fmla="*/ 1621233 w 4210198"/>
              <a:gd name="connsiteY27" fmla="*/ 1870456 h 2591524"/>
              <a:gd name="connsiteX28" fmla="*/ 1383775 w 4210198"/>
              <a:gd name="connsiteY28" fmla="*/ 1729010 h 2591524"/>
              <a:gd name="connsiteX29" fmla="*/ 1274714 w 4210198"/>
              <a:gd name="connsiteY29" fmla="*/ 1651000 h 2591524"/>
              <a:gd name="connsiteX30" fmla="*/ 1272999 w 4210198"/>
              <a:gd name="connsiteY30" fmla="*/ 1649476 h 2591524"/>
              <a:gd name="connsiteX31" fmla="*/ 1247282 w 4210198"/>
              <a:gd name="connsiteY31" fmla="*/ 1628712 h 2591524"/>
              <a:gd name="connsiteX32" fmla="*/ 1182988 w 4210198"/>
              <a:gd name="connsiteY32" fmla="*/ 1574133 h 2591524"/>
              <a:gd name="connsiteX33" fmla="*/ 957341 w 4210198"/>
              <a:gd name="connsiteY33" fmla="*/ 1348105 h 2591524"/>
              <a:gd name="connsiteX34" fmla="*/ 868568 w 4210198"/>
              <a:gd name="connsiteY34" fmla="*/ 1240758 h 2591524"/>
              <a:gd name="connsiteX35" fmla="*/ 868282 w 4210198"/>
              <a:gd name="connsiteY35" fmla="*/ 1239711 h 2591524"/>
              <a:gd name="connsiteX36" fmla="*/ 845041 w 4210198"/>
              <a:gd name="connsiteY36" fmla="*/ 1207897 h 2591524"/>
              <a:gd name="connsiteX37" fmla="*/ 800845 w 4210198"/>
              <a:gd name="connsiteY37" fmla="*/ 1144270 h 2591524"/>
              <a:gd name="connsiteX38" fmla="*/ 665400 w 4210198"/>
              <a:gd name="connsiteY38" fmla="*/ 917575 h 2591524"/>
              <a:gd name="connsiteX39" fmla="*/ 602154 w 4210198"/>
              <a:gd name="connsiteY39" fmla="*/ 789178 h 2591524"/>
              <a:gd name="connsiteX40" fmla="*/ 575769 w 4210198"/>
              <a:gd name="connsiteY40" fmla="*/ 729552 h 2591524"/>
              <a:gd name="connsiteX41" fmla="*/ 580246 w 4210198"/>
              <a:gd name="connsiteY41" fmla="*/ 739743 h 2591524"/>
              <a:gd name="connsiteX42" fmla="*/ 566435 w 4210198"/>
              <a:gd name="connsiteY42" fmla="*/ 705168 h 2591524"/>
              <a:gd name="connsiteX43" fmla="*/ 492426 w 4210198"/>
              <a:gd name="connsiteY43" fmla="*/ 489331 h 2591524"/>
              <a:gd name="connsiteX44" fmla="*/ 417654 w 4210198"/>
              <a:gd name="connsiteY44" fmla="*/ 157480 h 2591524"/>
              <a:gd name="connsiteX45" fmla="*/ 153621 w 4210198"/>
              <a:gd name="connsiteY45" fmla="*/ 8033 h 2591524"/>
              <a:gd name="connsiteX46" fmla="*/ 3984 w 4210198"/>
              <a:gd name="connsiteY46" fmla="*/ 271685 h 2591524"/>
              <a:gd name="connsiteX47" fmla="*/ 3984 w 4210198"/>
              <a:gd name="connsiteY47" fmla="*/ 271685 h 2591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210198" h="2591524">
                <a:moveTo>
                  <a:pt x="3984" y="271685"/>
                </a:moveTo>
                <a:cubicBezTo>
                  <a:pt x="112378" y="957675"/>
                  <a:pt x="488806" y="1584516"/>
                  <a:pt x="1038970" y="2006568"/>
                </a:cubicBezTo>
                <a:cubicBezTo>
                  <a:pt x="1609518" y="2444242"/>
                  <a:pt x="2377709" y="2641124"/>
                  <a:pt x="3089417" y="2580926"/>
                </a:cubicBezTo>
                <a:cubicBezTo>
                  <a:pt x="3419744" y="2553018"/>
                  <a:pt x="3745118" y="2479961"/>
                  <a:pt x="4052680" y="2355755"/>
                </a:cubicBezTo>
                <a:cubicBezTo>
                  <a:pt x="4106496" y="2334038"/>
                  <a:pt x="4150312" y="2309273"/>
                  <a:pt x="4180791" y="2257266"/>
                </a:cubicBezTo>
                <a:cubicBezTo>
                  <a:pt x="4207652" y="2211356"/>
                  <a:pt x="4219082" y="2143633"/>
                  <a:pt x="4202413" y="2092103"/>
                </a:cubicBezTo>
                <a:cubicBezTo>
                  <a:pt x="4170028" y="1991995"/>
                  <a:pt x="4050108" y="1897507"/>
                  <a:pt x="3938761" y="1942465"/>
                </a:cubicBezTo>
                <a:cubicBezTo>
                  <a:pt x="3839701" y="1982470"/>
                  <a:pt x="3738736" y="2017522"/>
                  <a:pt x="3636152" y="2047335"/>
                </a:cubicBezTo>
                <a:cubicBezTo>
                  <a:pt x="3568905" y="2066862"/>
                  <a:pt x="3500992" y="2084197"/>
                  <a:pt x="3432698" y="2099152"/>
                </a:cubicBezTo>
                <a:cubicBezTo>
                  <a:pt x="3394884" y="2107438"/>
                  <a:pt x="3356974" y="2115058"/>
                  <a:pt x="3318874" y="2121916"/>
                </a:cubicBezTo>
                <a:cubicBezTo>
                  <a:pt x="3298967" y="2125536"/>
                  <a:pt x="3279060" y="2128870"/>
                  <a:pt x="3259153" y="2132108"/>
                </a:cubicBezTo>
                <a:cubicBezTo>
                  <a:pt x="3247818" y="2133918"/>
                  <a:pt x="3236483" y="2135728"/>
                  <a:pt x="3225148" y="2137347"/>
                </a:cubicBezTo>
                <a:lnTo>
                  <a:pt x="3211432" y="2139347"/>
                </a:lnTo>
                <a:cubicBezTo>
                  <a:pt x="3187905" y="2142681"/>
                  <a:pt x="3193049" y="2142014"/>
                  <a:pt x="3226672" y="2137442"/>
                </a:cubicBezTo>
                <a:cubicBezTo>
                  <a:pt x="3210480" y="2133918"/>
                  <a:pt x="3186572" y="2142490"/>
                  <a:pt x="3169808" y="2144300"/>
                </a:cubicBezTo>
                <a:cubicBezTo>
                  <a:pt x="3147996" y="2146777"/>
                  <a:pt x="3126183" y="2148967"/>
                  <a:pt x="3104276" y="2150872"/>
                </a:cubicBezTo>
                <a:cubicBezTo>
                  <a:pt x="3056556" y="2155158"/>
                  <a:pt x="3008740" y="2158302"/>
                  <a:pt x="2960829" y="2160207"/>
                </a:cubicBezTo>
                <a:cubicBezTo>
                  <a:pt x="2861674" y="2164303"/>
                  <a:pt x="2762233" y="2163350"/>
                  <a:pt x="2663173" y="2157159"/>
                </a:cubicBezTo>
                <a:cubicBezTo>
                  <a:pt x="2615072" y="2154206"/>
                  <a:pt x="2567066" y="2150015"/>
                  <a:pt x="2519250" y="2144586"/>
                </a:cubicBezTo>
                <a:cubicBezTo>
                  <a:pt x="2517917" y="2144395"/>
                  <a:pt x="2461338" y="2137823"/>
                  <a:pt x="2495914" y="2142014"/>
                </a:cubicBezTo>
                <a:cubicBezTo>
                  <a:pt x="2530490" y="2146205"/>
                  <a:pt x="2473340" y="2138680"/>
                  <a:pt x="2472197" y="2138490"/>
                </a:cubicBezTo>
                <a:cubicBezTo>
                  <a:pt x="2442765" y="2134013"/>
                  <a:pt x="2413428" y="2129155"/>
                  <a:pt x="2384091" y="2123726"/>
                </a:cubicBezTo>
                <a:cubicBezTo>
                  <a:pt x="2297985" y="2107915"/>
                  <a:pt x="2212926" y="2087531"/>
                  <a:pt x="2128535" y="2064385"/>
                </a:cubicBezTo>
                <a:cubicBezTo>
                  <a:pt x="2013663" y="2032857"/>
                  <a:pt x="1900411" y="1995996"/>
                  <a:pt x="1790112" y="1950943"/>
                </a:cubicBezTo>
                <a:cubicBezTo>
                  <a:pt x="1782777" y="1947990"/>
                  <a:pt x="1775443" y="1944656"/>
                  <a:pt x="1768109" y="1941798"/>
                </a:cubicBezTo>
                <a:cubicBezTo>
                  <a:pt x="1824783" y="1963325"/>
                  <a:pt x="1793922" y="1952752"/>
                  <a:pt x="1780015" y="1946561"/>
                </a:cubicBezTo>
                <a:cubicBezTo>
                  <a:pt x="1762775" y="1938846"/>
                  <a:pt x="1745439" y="1931226"/>
                  <a:pt x="1728294" y="1923225"/>
                </a:cubicBezTo>
                <a:cubicBezTo>
                  <a:pt x="1692195" y="1906461"/>
                  <a:pt x="1656476" y="1888839"/>
                  <a:pt x="1621233" y="1870456"/>
                </a:cubicBezTo>
                <a:cubicBezTo>
                  <a:pt x="1539509" y="1827784"/>
                  <a:pt x="1460166" y="1780540"/>
                  <a:pt x="1383775" y="1729010"/>
                </a:cubicBezTo>
                <a:cubicBezTo>
                  <a:pt x="1346628" y="1703959"/>
                  <a:pt x="1310718" y="1677480"/>
                  <a:pt x="1274714" y="1651000"/>
                </a:cubicBezTo>
                <a:cubicBezTo>
                  <a:pt x="1247853" y="1631188"/>
                  <a:pt x="1314433" y="1683480"/>
                  <a:pt x="1272999" y="1649476"/>
                </a:cubicBezTo>
                <a:cubicBezTo>
                  <a:pt x="1264427" y="1642523"/>
                  <a:pt x="1255759" y="1635665"/>
                  <a:pt x="1247282" y="1628712"/>
                </a:cubicBezTo>
                <a:cubicBezTo>
                  <a:pt x="1225565" y="1610900"/>
                  <a:pt x="1204134" y="1592707"/>
                  <a:pt x="1182988" y="1574133"/>
                </a:cubicBezTo>
                <a:cubicBezTo>
                  <a:pt x="1102978" y="1503839"/>
                  <a:pt x="1027540" y="1428306"/>
                  <a:pt x="957341" y="1348105"/>
                </a:cubicBezTo>
                <a:cubicBezTo>
                  <a:pt x="926956" y="1313339"/>
                  <a:pt x="895809" y="1278096"/>
                  <a:pt x="868568" y="1240758"/>
                </a:cubicBezTo>
                <a:cubicBezTo>
                  <a:pt x="897429" y="1280287"/>
                  <a:pt x="875616" y="1249521"/>
                  <a:pt x="868282" y="1239711"/>
                </a:cubicBezTo>
                <a:cubicBezTo>
                  <a:pt x="860472" y="1229138"/>
                  <a:pt x="852661" y="1218565"/>
                  <a:pt x="845041" y="1207897"/>
                </a:cubicBezTo>
                <a:cubicBezTo>
                  <a:pt x="829992" y="1186942"/>
                  <a:pt x="815228" y="1165701"/>
                  <a:pt x="800845" y="1144270"/>
                </a:cubicBezTo>
                <a:cubicBezTo>
                  <a:pt x="751696" y="1071213"/>
                  <a:pt x="706548" y="995490"/>
                  <a:pt x="665400" y="917575"/>
                </a:cubicBezTo>
                <a:cubicBezTo>
                  <a:pt x="643111" y="875379"/>
                  <a:pt x="622061" y="832517"/>
                  <a:pt x="602154" y="789178"/>
                </a:cubicBezTo>
                <a:cubicBezTo>
                  <a:pt x="593105" y="769461"/>
                  <a:pt x="584437" y="749459"/>
                  <a:pt x="575769" y="729552"/>
                </a:cubicBezTo>
                <a:cubicBezTo>
                  <a:pt x="563768" y="702024"/>
                  <a:pt x="596439" y="780891"/>
                  <a:pt x="580246" y="739743"/>
                </a:cubicBezTo>
                <a:cubicBezTo>
                  <a:pt x="575674" y="728218"/>
                  <a:pt x="570912" y="716693"/>
                  <a:pt x="566435" y="705168"/>
                </a:cubicBezTo>
                <a:cubicBezTo>
                  <a:pt x="538717" y="634302"/>
                  <a:pt x="513952" y="562293"/>
                  <a:pt x="492426" y="489331"/>
                </a:cubicBezTo>
                <a:cubicBezTo>
                  <a:pt x="460326" y="380460"/>
                  <a:pt x="435371" y="269589"/>
                  <a:pt x="417654" y="157480"/>
                </a:cubicBezTo>
                <a:cubicBezTo>
                  <a:pt x="399747" y="46704"/>
                  <a:pt x="255158" y="-24828"/>
                  <a:pt x="153621" y="8033"/>
                </a:cubicBezTo>
                <a:cubicBezTo>
                  <a:pt x="32940" y="47085"/>
                  <a:pt x="-14876" y="152718"/>
                  <a:pt x="3984" y="271685"/>
                </a:cubicBezTo>
                <a:lnTo>
                  <a:pt x="3984" y="271685"/>
                </a:lnTo>
                <a:close/>
              </a:path>
            </a:pathLst>
          </a:custGeom>
          <a:gradFill>
            <a:gsLst>
              <a:gs pos="65000">
                <a:srgbClr val="C9CBFB"/>
              </a:gs>
              <a:gs pos="0">
                <a:schemeClr val="bg1">
                  <a:alpha val="40000"/>
                </a:schemeClr>
              </a:gs>
              <a:gs pos="100000">
                <a:srgbClr val="C9CBFB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454" name="Rectangle: Rounded Corners 7">
            <a:extLst>
              <a:ext uri="{FF2B5EF4-FFF2-40B4-BE49-F238E27FC236}">
                <a16:creationId xmlns:a16="http://schemas.microsoft.com/office/drawing/2014/main" id="{1B534FCE-2301-4BEE-1358-7B40E5FBA179}"/>
              </a:ext>
            </a:extLst>
          </p:cNvPr>
          <p:cNvSpPr/>
          <p:nvPr/>
        </p:nvSpPr>
        <p:spPr>
          <a:xfrm>
            <a:off x="6787553" y="457987"/>
            <a:ext cx="4937760" cy="5972193"/>
          </a:xfrm>
          <a:prstGeom prst="roundRect">
            <a:avLst>
              <a:gd name="adj" fmla="val 2190"/>
            </a:avLst>
          </a:prstGeom>
          <a:noFill/>
          <a:ln w="6350">
            <a:solidFill>
              <a:srgbClr val="A9A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AA0C5DB-8450-C7A1-9D5F-03E26F0B7B9A}"/>
              </a:ext>
            </a:extLst>
          </p:cNvPr>
          <p:cNvSpPr/>
          <p:nvPr/>
        </p:nvSpPr>
        <p:spPr>
          <a:xfrm rot="16200000">
            <a:off x="3118059" y="-70058"/>
            <a:ext cx="789669" cy="6151949"/>
          </a:xfrm>
          <a:prstGeom prst="roundRect">
            <a:avLst>
              <a:gd name="adj" fmla="val 8524"/>
            </a:avLst>
          </a:prstGeom>
          <a:solidFill>
            <a:srgbClr val="C9CBF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2CE395-AFCB-AFF5-2B6E-8FD33779D7F6}"/>
              </a:ext>
            </a:extLst>
          </p:cNvPr>
          <p:cNvSpPr txBox="1"/>
          <p:nvPr/>
        </p:nvSpPr>
        <p:spPr>
          <a:xfrm>
            <a:off x="316501" y="854738"/>
            <a:ext cx="5894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Dominant EdTech player in the English-speaking LatAM Caribbean. Positioned for global play.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5CF450-B655-B6C0-9BDB-EC57BC84C295}"/>
              </a:ext>
            </a:extLst>
          </p:cNvPr>
          <p:cNvSpPr/>
          <p:nvPr/>
        </p:nvSpPr>
        <p:spPr>
          <a:xfrm>
            <a:off x="346067" y="2226575"/>
            <a:ext cx="6526266" cy="32316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IN" sz="1500" dirty="0">
                <a:solidFill>
                  <a:srgbClr val="5960F2"/>
                </a:solidFill>
                <a:latin typeface="Poppins Medium" panose="00000600000000000000" pitchFamily="2" charset="0"/>
                <a:ea typeface="+mn-lt"/>
                <a:cs typeface="Poppins Medium" panose="00000600000000000000" pitchFamily="2" charset="0"/>
              </a:rPr>
              <a:t>Focus</a:t>
            </a:r>
            <a:r>
              <a:rPr lang="en-IN" sz="1400" dirty="0">
                <a:solidFill>
                  <a:srgbClr val="5960F2"/>
                </a:solidFill>
                <a:latin typeface="Poppins Medium" panose="00000600000000000000" pitchFamily="2" charset="0"/>
                <a:ea typeface="+mn-lt"/>
                <a:cs typeface="Poppins Medium" panose="00000600000000000000" pitchFamily="2" charset="0"/>
              </a:rPr>
              <a:t> </a:t>
            </a:r>
            <a:r>
              <a:rPr lang="en-IN" sz="1200" dirty="0">
                <a:solidFill>
                  <a:srgbClr val="5960F2"/>
                </a:solidFill>
                <a:latin typeface="Poppins Light" panose="00000400000000000000" pitchFamily="2" charset="0"/>
                <a:ea typeface="+mn-lt"/>
                <a:cs typeface="Poppins Light" panose="00000400000000000000" pitchFamily="2" charset="0"/>
              </a:rPr>
              <a:t>K-11 | B2G | Public Schools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4CA285-6B04-8725-1E46-DBEA076D0AE0}"/>
              </a:ext>
            </a:extLst>
          </p:cNvPr>
          <p:cNvSpPr/>
          <p:nvPr/>
        </p:nvSpPr>
        <p:spPr>
          <a:xfrm>
            <a:off x="316501" y="1513219"/>
            <a:ext cx="5701831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Poppins Light" panose="00000400000000000000" pitchFamily="2" charset="0"/>
                <a:ea typeface="+mn-lt"/>
                <a:cs typeface="Poppins Light" panose="00000400000000000000" pitchFamily="2" charset="0"/>
              </a:rPr>
              <a:t>Displaced longstanding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anose="00000400000000000000" pitchFamily="2" charset="0"/>
                <a:ea typeface="+mn-lt"/>
                <a:cs typeface="Poppins Light" panose="00000400000000000000" pitchFamily="2" charset="0"/>
              </a:rPr>
              <a:t>global print publishers and their entrenched ecosystems completely.</a:t>
            </a:r>
            <a:endParaRPr lang="en-IN" sz="1400" dirty="0">
              <a:solidFill>
                <a:schemeClr val="tx1">
                  <a:lumMod val="95000"/>
                  <a:lumOff val="5000"/>
                </a:schemeClr>
              </a:solidFill>
              <a:latin typeface="Poppins Light" panose="00000400000000000000" pitchFamily="2" charset="0"/>
              <a:ea typeface="+mn-lt"/>
              <a:cs typeface="Poppins Light" panose="00000400000000000000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341F5E-9478-235C-53EF-46B6E826CACE}"/>
              </a:ext>
            </a:extLst>
          </p:cNvPr>
          <p:cNvSpPr txBox="1">
            <a:spLocks/>
          </p:cNvSpPr>
          <p:nvPr/>
        </p:nvSpPr>
        <p:spPr>
          <a:xfrm>
            <a:off x="485077" y="2696797"/>
            <a:ext cx="2876004" cy="7893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1500" dirty="0"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rPr>
              <a:t>Market Size 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F85F66-7F9D-DC38-26C1-EAE0646BF00F}"/>
              </a:ext>
            </a:extLst>
          </p:cNvPr>
          <p:cNvSpPr/>
          <p:nvPr/>
        </p:nvSpPr>
        <p:spPr>
          <a:xfrm>
            <a:off x="503296" y="2961196"/>
            <a:ext cx="1499440" cy="30162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indent="88900">
              <a:lnSpc>
                <a:spcPct val="120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latin typeface="Poppins Light" panose="00000400000000000000" pitchFamily="2" charset="0"/>
                <a:ea typeface="+mn-lt"/>
                <a:cs typeface="Poppins Light" panose="00000400000000000000" pitchFamily="2" charset="0"/>
              </a:rPr>
              <a:t>16 Countries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67128E1-B69F-2D4E-801A-295EB07B6DF9}"/>
              </a:ext>
            </a:extLst>
          </p:cNvPr>
          <p:cNvSpPr/>
          <p:nvPr/>
        </p:nvSpPr>
        <p:spPr>
          <a:xfrm>
            <a:off x="1847179" y="5727499"/>
            <a:ext cx="1755727" cy="58477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SemiBold" panose="00000700000000000000" pitchFamily="2" charset="0"/>
                <a:ea typeface="+mn-lt"/>
                <a:cs typeface="Poppins SemiBold" panose="00000700000000000000" pitchFamily="2" charset="0"/>
              </a:rPr>
              <a:t>110K+</a:t>
            </a: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ea typeface="+mn-lt"/>
                <a:cs typeface="Poppins Medium" panose="00000600000000000000" pitchFamily="2" charset="0"/>
              </a:rPr>
              <a:t>      </a:t>
            </a:r>
          </a:p>
          <a:p>
            <a:r>
              <a:rPr lang="en-I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anose="00000400000000000000" pitchFamily="2" charset="0"/>
                <a:ea typeface="+mn-lt"/>
                <a:cs typeface="Poppins Light" panose="00000400000000000000" pitchFamily="2" charset="0"/>
              </a:rPr>
              <a:t>Total Students Served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D5B059F-98B1-3A77-45B6-47EFD24A6F38}"/>
              </a:ext>
            </a:extLst>
          </p:cNvPr>
          <p:cNvSpPr txBox="1"/>
          <p:nvPr/>
        </p:nvSpPr>
        <p:spPr>
          <a:xfrm>
            <a:off x="485077" y="3579368"/>
            <a:ext cx="36300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dirty="0">
                <a:latin typeface="Poppins Medium" panose="00000600000000000000" pitchFamily="2" charset="0"/>
                <a:ea typeface="+mn-lt"/>
                <a:cs typeface="Poppins Medium" panose="00000600000000000000" pitchFamily="2" charset="0"/>
              </a:rPr>
              <a:t>LatAm Caribbean Traction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244BBD-57D3-DE3C-C604-AEF18309EB62}"/>
              </a:ext>
            </a:extLst>
          </p:cNvPr>
          <p:cNvSpPr txBox="1"/>
          <p:nvPr/>
        </p:nvSpPr>
        <p:spPr>
          <a:xfrm>
            <a:off x="316501" y="307359"/>
            <a:ext cx="5324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74BFF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Raspberry in LatAm Caribbean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BBCF5E-306E-0E4B-5A81-9B1CCCEBABF1}"/>
              </a:ext>
            </a:extLst>
          </p:cNvPr>
          <p:cNvSpPr/>
          <p:nvPr/>
        </p:nvSpPr>
        <p:spPr>
          <a:xfrm>
            <a:off x="1759271" y="2961195"/>
            <a:ext cx="1813910" cy="30162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indent="88900">
              <a:lnSpc>
                <a:spcPct val="120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latin typeface="Poppins Light" panose="00000400000000000000" pitchFamily="2" charset="0"/>
                <a:ea typeface="+mn-lt"/>
                <a:cs typeface="Poppins Light" panose="00000400000000000000" pitchFamily="2" charset="0"/>
              </a:rPr>
              <a:t>Single Curriculum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D7EC9E-125D-66F8-5533-3735DDBB7C40}"/>
              </a:ext>
            </a:extLst>
          </p:cNvPr>
          <p:cNvSpPr/>
          <p:nvPr/>
        </p:nvSpPr>
        <p:spPr>
          <a:xfrm>
            <a:off x="3438944" y="2961195"/>
            <a:ext cx="1813910" cy="30162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indent="88900">
              <a:lnSpc>
                <a:spcPct val="120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latin typeface="Poppins Light" panose="00000400000000000000" pitchFamily="2" charset="0"/>
                <a:ea typeface="+mn-lt"/>
                <a:cs typeface="Poppins Light" panose="00000400000000000000" pitchFamily="2" charset="0"/>
              </a:rPr>
              <a:t>1.2M+ Students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7B2447-CEF4-2440-4669-E2712AD2519D}"/>
              </a:ext>
            </a:extLst>
          </p:cNvPr>
          <p:cNvSpPr txBox="1"/>
          <p:nvPr/>
        </p:nvSpPr>
        <p:spPr>
          <a:xfrm>
            <a:off x="7207520" y="5365862"/>
            <a:ext cx="40749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Notes</a:t>
            </a:r>
          </a:p>
          <a:p>
            <a:endParaRPr lang="en-US" sz="9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r>
              <a:rPr lang="en-US" sz="900" baseline="30000" dirty="0">
                <a:latin typeface="Poppins Light" panose="00000400000000000000" pitchFamily="2" charset="0"/>
                <a:cs typeface="Poppins Light" panose="00000400000000000000" pitchFamily="2" charset="0"/>
              </a:rPr>
              <a:t>#1 </a:t>
            </a:r>
            <a:r>
              <a:rPr lang="en-US" sz="900" dirty="0">
                <a:latin typeface="Poppins Light" panose="00000400000000000000" pitchFamily="2" charset="0"/>
                <a:cs typeface="Poppins Light" panose="00000400000000000000" pitchFamily="2" charset="0"/>
              </a:rPr>
              <a:t>Post covid, the governments had requested for devices to ensure continuity in education. Device supply was a one-time transaction</a:t>
            </a:r>
          </a:p>
          <a:p>
            <a:endParaRPr lang="en-US" sz="900" baseline="300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r>
              <a:rPr lang="en-US" sz="900" baseline="30000" dirty="0">
                <a:latin typeface="Poppins Light" panose="00000400000000000000" pitchFamily="2" charset="0"/>
                <a:cs typeface="Poppins Light" panose="00000400000000000000" pitchFamily="2" charset="0"/>
              </a:rPr>
              <a:t>#2 #3</a:t>
            </a:r>
            <a:r>
              <a:rPr lang="en-US" sz="900" dirty="0">
                <a:latin typeface="Poppins Light" panose="00000400000000000000" pitchFamily="2" charset="0"/>
                <a:cs typeface="Poppins Light" panose="00000400000000000000" pitchFamily="2" charset="0"/>
              </a:rPr>
              <a:t>Decline in revenue and users is due to customer revising their existing curriculum for digital integration. </a:t>
            </a:r>
            <a:endParaRPr lang="en-US" sz="900" baseline="300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1CCAF3FC-6474-7876-14C8-99029C2252C7}"/>
              </a:ext>
            </a:extLst>
          </p:cNvPr>
          <p:cNvSpPr/>
          <p:nvPr/>
        </p:nvSpPr>
        <p:spPr>
          <a:xfrm>
            <a:off x="546638" y="5758277"/>
            <a:ext cx="1121018" cy="63350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Poppins SemiBold" panose="00000700000000000000" pitchFamily="2" charset="0"/>
                <a:ea typeface="+mn-lt"/>
                <a:cs typeface="Poppins SemiBold" panose="00000700000000000000" pitchFamily="2" charset="0"/>
              </a:rPr>
              <a:t>4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Poppins Medium" panose="00000600000000000000" pitchFamily="2" charset="0"/>
              <a:ea typeface="+mn-lt"/>
              <a:cs typeface="Poppins Medium" panose="00000600000000000000" pitchFamily="2" charset="0"/>
            </a:endParaRPr>
          </a:p>
          <a:p>
            <a:pPr>
              <a:spcAft>
                <a:spcPts val="200"/>
              </a:spcAft>
            </a:pPr>
            <a:r>
              <a:rPr lang="en-IN" sz="1050" dirty="0">
                <a:latin typeface="Poppins Light" panose="00000400000000000000" pitchFamily="2" charset="0"/>
                <a:ea typeface="+mn-lt"/>
                <a:cs typeface="Poppins Light" panose="00000400000000000000" pitchFamily="2" charset="0"/>
              </a:rPr>
              <a:t>Countries</a:t>
            </a:r>
          </a:p>
          <a:p>
            <a:endParaRPr lang="en-IN" sz="500" dirty="0">
              <a:solidFill>
                <a:schemeClr val="tx1">
                  <a:lumMod val="95000"/>
                  <a:lumOff val="5000"/>
                </a:schemeClr>
              </a:solidFill>
              <a:latin typeface="Poppins Medium" panose="00000600000000000000" pitchFamily="2" charset="0"/>
              <a:ea typeface="+mn-lt"/>
              <a:cs typeface="Poppins Medium" panose="00000600000000000000" pitchFamily="2" charset="0"/>
            </a:endParaRP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1DE7BA22-00B5-BF98-EB2D-19E938544F2D}"/>
              </a:ext>
            </a:extLst>
          </p:cNvPr>
          <p:cNvSpPr txBox="1"/>
          <p:nvPr/>
        </p:nvSpPr>
        <p:spPr>
          <a:xfrm>
            <a:off x="530849" y="5324117"/>
            <a:ext cx="255230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Poppins Medium" panose="00000600000000000000" pitchFamily="2" charset="0"/>
                <a:ea typeface="+mn-lt"/>
                <a:cs typeface="Poppins Medium" panose="00000600000000000000" pitchFamily="2" charset="0"/>
              </a:rPr>
              <a:t>Cumulative 2022 - 2025 </a:t>
            </a: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AD820950-4FE6-1492-6B28-EA03C6CE5A4E}"/>
              </a:ext>
            </a:extLst>
          </p:cNvPr>
          <p:cNvSpPr/>
          <p:nvPr/>
        </p:nvSpPr>
        <p:spPr>
          <a:xfrm>
            <a:off x="456516" y="5678541"/>
            <a:ext cx="6132351" cy="751640"/>
          </a:xfrm>
          <a:prstGeom prst="rect">
            <a:avLst/>
          </a:prstGeom>
          <a:noFill/>
          <a:ln w="6350">
            <a:solidFill>
              <a:srgbClr val="D1D3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66C6B9BE-907B-3943-A561-528F11EA327E}"/>
              </a:ext>
            </a:extLst>
          </p:cNvPr>
          <p:cNvCxnSpPr>
            <a:cxnSpLocks/>
          </p:cNvCxnSpPr>
          <p:nvPr/>
        </p:nvCxnSpPr>
        <p:spPr>
          <a:xfrm>
            <a:off x="1635917" y="5758277"/>
            <a:ext cx="0" cy="557087"/>
          </a:xfrm>
          <a:prstGeom prst="line">
            <a:avLst/>
          </a:prstGeom>
          <a:ln w="9525">
            <a:solidFill>
              <a:srgbClr val="D1D3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4EEFC6F0-8485-9FFC-D5A4-B85962756713}"/>
              </a:ext>
            </a:extLst>
          </p:cNvPr>
          <p:cNvCxnSpPr>
            <a:cxnSpLocks/>
          </p:cNvCxnSpPr>
          <p:nvPr/>
        </p:nvCxnSpPr>
        <p:spPr>
          <a:xfrm>
            <a:off x="3617247" y="5758277"/>
            <a:ext cx="0" cy="557087"/>
          </a:xfrm>
          <a:prstGeom prst="line">
            <a:avLst/>
          </a:prstGeom>
          <a:ln w="9525">
            <a:solidFill>
              <a:srgbClr val="D1D3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FF228C8-FFAD-C098-C819-2DE7C4455116}"/>
              </a:ext>
            </a:extLst>
          </p:cNvPr>
          <p:cNvSpPr/>
          <p:nvPr/>
        </p:nvSpPr>
        <p:spPr>
          <a:xfrm rot="3300000" flipH="1">
            <a:off x="5652082" y="-4735397"/>
            <a:ext cx="9561294" cy="5354217"/>
          </a:xfrm>
          <a:custGeom>
            <a:avLst/>
            <a:gdLst>
              <a:gd name="connsiteX0" fmla="*/ 10410361 w 10425086"/>
              <a:gd name="connsiteY0" fmla="*/ 5086420 h 5837929"/>
              <a:gd name="connsiteX1" fmla="*/ 10133470 w 10425086"/>
              <a:gd name="connsiteY1" fmla="*/ 4963262 h 5837929"/>
              <a:gd name="connsiteX2" fmla="*/ 9657601 w 10425086"/>
              <a:gd name="connsiteY2" fmla="*/ 5104327 h 5837929"/>
              <a:gd name="connsiteX3" fmla="*/ 9549111 w 10425086"/>
              <a:gd name="connsiteY3" fmla="*/ 5132616 h 5837929"/>
              <a:gd name="connsiteX4" fmla="*/ 9487008 w 10425086"/>
              <a:gd name="connsiteY4" fmla="*/ 5148238 h 5837929"/>
              <a:gd name="connsiteX5" fmla="*/ 9479960 w 10425086"/>
              <a:gd name="connsiteY5" fmla="*/ 5150333 h 5837929"/>
              <a:gd name="connsiteX6" fmla="*/ 9462529 w 10425086"/>
              <a:gd name="connsiteY6" fmla="*/ 5154143 h 5837929"/>
              <a:gd name="connsiteX7" fmla="*/ 9220403 w 10425086"/>
              <a:gd name="connsiteY7" fmla="*/ 5208436 h 5837929"/>
              <a:gd name="connsiteX8" fmla="*/ 8247901 w 10425086"/>
              <a:gd name="connsiteY8" fmla="*/ 5360836 h 5837929"/>
              <a:gd name="connsiteX9" fmla="*/ 7264731 w 10425086"/>
              <a:gd name="connsiteY9" fmla="*/ 5411889 h 5837929"/>
              <a:gd name="connsiteX10" fmla="*/ 7144620 w 10425086"/>
              <a:gd name="connsiteY10" fmla="*/ 5411127 h 5837929"/>
              <a:gd name="connsiteX11" fmla="*/ 7103186 w 10425086"/>
              <a:gd name="connsiteY11" fmla="*/ 5410461 h 5837929"/>
              <a:gd name="connsiteX12" fmla="*/ 7064134 w 10425086"/>
              <a:gd name="connsiteY12" fmla="*/ 5409508 h 5837929"/>
              <a:gd name="connsiteX13" fmla="*/ 6816103 w 10425086"/>
              <a:gd name="connsiteY13" fmla="*/ 5399602 h 5837929"/>
              <a:gd name="connsiteX14" fmla="*/ 6321279 w 10425086"/>
              <a:gd name="connsiteY14" fmla="*/ 5360359 h 5837929"/>
              <a:gd name="connsiteX15" fmla="*/ 5231905 w 10425086"/>
              <a:gd name="connsiteY15" fmla="*/ 5179670 h 5837929"/>
              <a:gd name="connsiteX16" fmla="*/ 5206568 w 10425086"/>
              <a:gd name="connsiteY16" fmla="*/ 5176146 h 5837929"/>
              <a:gd name="connsiteX17" fmla="*/ 4761275 w 10425086"/>
              <a:gd name="connsiteY17" fmla="*/ 5056416 h 5837929"/>
              <a:gd name="connsiteX18" fmla="*/ 4289216 w 10425086"/>
              <a:gd name="connsiteY18" fmla="*/ 4903064 h 5837929"/>
              <a:gd name="connsiteX19" fmla="*/ 4056329 w 10425086"/>
              <a:gd name="connsiteY19" fmla="*/ 4817148 h 5837929"/>
              <a:gd name="connsiteX20" fmla="*/ 4019849 w 10425086"/>
              <a:gd name="connsiteY20" fmla="*/ 4803052 h 5837929"/>
              <a:gd name="connsiteX21" fmla="*/ 3981367 w 10425086"/>
              <a:gd name="connsiteY21" fmla="*/ 4787812 h 5837929"/>
              <a:gd name="connsiteX22" fmla="*/ 3870116 w 10425086"/>
              <a:gd name="connsiteY22" fmla="*/ 4742472 h 5837929"/>
              <a:gd name="connsiteX23" fmla="*/ 2981528 w 10425086"/>
              <a:gd name="connsiteY23" fmla="*/ 4318610 h 5837929"/>
              <a:gd name="connsiteX24" fmla="*/ 2141614 w 10425086"/>
              <a:gd name="connsiteY24" fmla="*/ 3805212 h 5837929"/>
              <a:gd name="connsiteX25" fmla="*/ 1938731 w 10425086"/>
              <a:gd name="connsiteY25" fmla="*/ 3662242 h 5837929"/>
              <a:gd name="connsiteX26" fmla="*/ 1924063 w 10425086"/>
              <a:gd name="connsiteY26" fmla="*/ 3652051 h 5837929"/>
              <a:gd name="connsiteX27" fmla="*/ 1918348 w 10425086"/>
              <a:gd name="connsiteY27" fmla="*/ 3647383 h 5837929"/>
              <a:gd name="connsiteX28" fmla="*/ 1866913 w 10425086"/>
              <a:gd name="connsiteY28" fmla="*/ 3609188 h 5837929"/>
              <a:gd name="connsiteX29" fmla="*/ 1823669 w 10425086"/>
              <a:gd name="connsiteY29" fmla="*/ 3576422 h 5837929"/>
              <a:gd name="connsiteX30" fmla="*/ 1823669 w 10425086"/>
              <a:gd name="connsiteY30" fmla="*/ 3571850 h 5837929"/>
              <a:gd name="connsiteX31" fmla="*/ 1269124 w 10425086"/>
              <a:gd name="connsiteY31" fmla="*/ 3006732 h 5837929"/>
              <a:gd name="connsiteX32" fmla="*/ 1196162 w 10425086"/>
              <a:gd name="connsiteY32" fmla="*/ 2916530 h 5837929"/>
              <a:gd name="connsiteX33" fmla="*/ 1195972 w 10425086"/>
              <a:gd name="connsiteY33" fmla="*/ 2916339 h 5837929"/>
              <a:gd name="connsiteX34" fmla="*/ 1179684 w 10425086"/>
              <a:gd name="connsiteY34" fmla="*/ 2894908 h 5837929"/>
              <a:gd name="connsiteX35" fmla="*/ 1137488 w 10425086"/>
              <a:gd name="connsiteY35" fmla="*/ 2837663 h 5837929"/>
              <a:gd name="connsiteX36" fmla="*/ 975658 w 10425086"/>
              <a:gd name="connsiteY36" fmla="*/ 2594490 h 5837929"/>
              <a:gd name="connsiteX37" fmla="*/ 783158 w 10425086"/>
              <a:gd name="connsiteY37" fmla="*/ 2237112 h 5837929"/>
              <a:gd name="connsiteX38" fmla="*/ 759155 w 10425086"/>
              <a:gd name="connsiteY38" fmla="*/ 2184057 h 5837929"/>
              <a:gd name="connsiteX39" fmla="*/ 747059 w 10425086"/>
              <a:gd name="connsiteY39" fmla="*/ 2156340 h 5837929"/>
              <a:gd name="connsiteX40" fmla="*/ 680764 w 10425086"/>
              <a:gd name="connsiteY40" fmla="*/ 1984509 h 5837929"/>
              <a:gd name="connsiteX41" fmla="*/ 540938 w 10425086"/>
              <a:gd name="connsiteY41" fmla="*/ 1513307 h 5837929"/>
              <a:gd name="connsiteX42" fmla="*/ 475787 w 10425086"/>
              <a:gd name="connsiteY42" fmla="*/ 1184694 h 5837929"/>
              <a:gd name="connsiteX43" fmla="*/ 464928 w 10425086"/>
              <a:gd name="connsiteY43" fmla="*/ 1115352 h 5837929"/>
              <a:gd name="connsiteX44" fmla="*/ 462737 w 10425086"/>
              <a:gd name="connsiteY44" fmla="*/ 1096969 h 5837929"/>
              <a:gd name="connsiteX45" fmla="*/ 456451 w 10425086"/>
              <a:gd name="connsiteY45" fmla="*/ 1044391 h 5837929"/>
              <a:gd name="connsiteX46" fmla="*/ 439020 w 10425086"/>
              <a:gd name="connsiteY46" fmla="*/ 853891 h 5837929"/>
              <a:gd name="connsiteX47" fmla="*/ 440925 w 10425086"/>
              <a:gd name="connsiteY47" fmla="*/ 214478 h 5837929"/>
              <a:gd name="connsiteX48" fmla="*/ 226708 w 10425086"/>
              <a:gd name="connsiteY48" fmla="*/ 165 h 5837929"/>
              <a:gd name="connsiteX49" fmla="*/ 12395 w 10425086"/>
              <a:gd name="connsiteY49" fmla="*/ 214478 h 5837929"/>
              <a:gd name="connsiteX50" fmla="*/ 386251 w 10425086"/>
              <a:gd name="connsiteY50" fmla="*/ 2393607 h 5837929"/>
              <a:gd name="connsiteX51" fmla="*/ 1564304 w 10425086"/>
              <a:gd name="connsiteY51" fmla="*/ 3907320 h 5837929"/>
              <a:gd name="connsiteX52" fmla="*/ 1823669 w 10425086"/>
              <a:gd name="connsiteY52" fmla="*/ 4109631 h 5837929"/>
              <a:gd name="connsiteX53" fmla="*/ 1823669 w 10425086"/>
              <a:gd name="connsiteY53" fmla="*/ 4103345 h 5837929"/>
              <a:gd name="connsiteX54" fmla="*/ 2020837 w 10425086"/>
              <a:gd name="connsiteY54" fmla="*/ 4238886 h 5837929"/>
              <a:gd name="connsiteX55" fmla="*/ 3781724 w 10425086"/>
              <a:gd name="connsiteY55" fmla="*/ 5166145 h 5837929"/>
              <a:gd name="connsiteX56" fmla="*/ 5047406 w 10425086"/>
              <a:gd name="connsiteY56" fmla="*/ 5577815 h 5837929"/>
              <a:gd name="connsiteX57" fmla="*/ 7183768 w 10425086"/>
              <a:gd name="connsiteY57" fmla="*/ 5837086 h 5837929"/>
              <a:gd name="connsiteX58" fmla="*/ 9165539 w 10425086"/>
              <a:gd name="connsiteY58" fmla="*/ 5655348 h 5837929"/>
              <a:gd name="connsiteX59" fmla="*/ 10287203 w 10425086"/>
              <a:gd name="connsiteY59" fmla="*/ 5363217 h 5837929"/>
              <a:gd name="connsiteX60" fmla="*/ 10410361 w 10425086"/>
              <a:gd name="connsiteY60" fmla="*/ 5086325 h 5837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0425086" h="5837929">
                <a:moveTo>
                  <a:pt x="10410361" y="5086420"/>
                </a:moveTo>
                <a:cubicBezTo>
                  <a:pt x="10362070" y="4975264"/>
                  <a:pt x="10247484" y="4926210"/>
                  <a:pt x="10133470" y="4963262"/>
                </a:cubicBezTo>
                <a:cubicBezTo>
                  <a:pt x="9976117" y="5014411"/>
                  <a:pt x="9817430" y="5061560"/>
                  <a:pt x="9657601" y="5104327"/>
                </a:cubicBezTo>
                <a:cubicBezTo>
                  <a:pt x="9621501" y="5113948"/>
                  <a:pt x="9585401" y="5123377"/>
                  <a:pt x="9549111" y="5132616"/>
                </a:cubicBezTo>
                <a:cubicBezTo>
                  <a:pt x="9528442" y="5137855"/>
                  <a:pt x="9507678" y="5142999"/>
                  <a:pt x="9487008" y="5148238"/>
                </a:cubicBezTo>
                <a:cubicBezTo>
                  <a:pt x="9484913" y="5148714"/>
                  <a:pt x="9482436" y="5149571"/>
                  <a:pt x="9479960" y="5150333"/>
                </a:cubicBezTo>
                <a:cubicBezTo>
                  <a:pt x="9474054" y="5151666"/>
                  <a:pt x="9468149" y="5152714"/>
                  <a:pt x="9462529" y="5154143"/>
                </a:cubicBezTo>
                <a:cubicBezTo>
                  <a:pt x="9382042" y="5173288"/>
                  <a:pt x="9301270" y="5191481"/>
                  <a:pt x="9220403" y="5208436"/>
                </a:cubicBezTo>
                <a:cubicBezTo>
                  <a:pt x="8899125" y="5276063"/>
                  <a:pt x="8574417" y="5326927"/>
                  <a:pt x="8247901" y="5360836"/>
                </a:cubicBezTo>
                <a:cubicBezTo>
                  <a:pt x="7921384" y="5394745"/>
                  <a:pt x="7593057" y="5411794"/>
                  <a:pt x="7264731" y="5411889"/>
                </a:cubicBezTo>
                <a:cubicBezTo>
                  <a:pt x="7224725" y="5411889"/>
                  <a:pt x="7184625" y="5411699"/>
                  <a:pt x="7144620" y="5411127"/>
                </a:cubicBezTo>
                <a:cubicBezTo>
                  <a:pt x="7139096" y="5411127"/>
                  <a:pt x="7112616" y="5410651"/>
                  <a:pt x="7103186" y="5410461"/>
                </a:cubicBezTo>
                <a:cubicBezTo>
                  <a:pt x="7090137" y="5410175"/>
                  <a:pt x="7077088" y="5409889"/>
                  <a:pt x="7064134" y="5409508"/>
                </a:cubicBezTo>
                <a:cubicBezTo>
                  <a:pt x="6981457" y="5407318"/>
                  <a:pt x="6898780" y="5403984"/>
                  <a:pt x="6816103" y="5399602"/>
                </a:cubicBezTo>
                <a:cubicBezTo>
                  <a:pt x="6650844" y="5390839"/>
                  <a:pt x="6485871" y="5377790"/>
                  <a:pt x="6321279" y="5360359"/>
                </a:cubicBezTo>
                <a:cubicBezTo>
                  <a:pt x="5954948" y="5321593"/>
                  <a:pt x="5591093" y="5261109"/>
                  <a:pt x="5231905" y="5179670"/>
                </a:cubicBezTo>
                <a:cubicBezTo>
                  <a:pt x="5223523" y="5177765"/>
                  <a:pt x="5215046" y="5176622"/>
                  <a:pt x="5206568" y="5176146"/>
                </a:cubicBezTo>
                <a:cubicBezTo>
                  <a:pt x="5057216" y="5139855"/>
                  <a:pt x="4908627" y="5100041"/>
                  <a:pt x="4761275" y="5056416"/>
                </a:cubicBezTo>
                <a:cubicBezTo>
                  <a:pt x="4602588" y="5009458"/>
                  <a:pt x="4445235" y="4958309"/>
                  <a:pt x="4289216" y="4903064"/>
                </a:cubicBezTo>
                <a:cubicBezTo>
                  <a:pt x="4211206" y="4875441"/>
                  <a:pt x="4133577" y="4846771"/>
                  <a:pt x="4056329" y="4817148"/>
                </a:cubicBezTo>
                <a:cubicBezTo>
                  <a:pt x="4044137" y="4812481"/>
                  <a:pt x="4032041" y="4807719"/>
                  <a:pt x="4019849" y="4803052"/>
                </a:cubicBezTo>
                <a:cubicBezTo>
                  <a:pt x="4011085" y="4799527"/>
                  <a:pt x="3986416" y="4789812"/>
                  <a:pt x="3981367" y="4787812"/>
                </a:cubicBezTo>
                <a:cubicBezTo>
                  <a:pt x="3944220" y="4772953"/>
                  <a:pt x="3907168" y="4757808"/>
                  <a:pt x="3870116" y="4742472"/>
                </a:cubicBezTo>
                <a:cubicBezTo>
                  <a:pt x="3566935" y="4616647"/>
                  <a:pt x="3270231" y="4475106"/>
                  <a:pt x="2981528" y="4318610"/>
                </a:cubicBezTo>
                <a:cubicBezTo>
                  <a:pt x="2692921" y="4162114"/>
                  <a:pt x="2412410" y="3990760"/>
                  <a:pt x="2141614" y="3805212"/>
                </a:cubicBezTo>
                <a:cubicBezTo>
                  <a:pt x="2073415" y="3758445"/>
                  <a:pt x="2005787" y="3710820"/>
                  <a:pt x="1938731" y="3662242"/>
                </a:cubicBezTo>
                <a:cubicBezTo>
                  <a:pt x="1933969" y="3658813"/>
                  <a:pt x="1928921" y="3655479"/>
                  <a:pt x="1924063" y="3652051"/>
                </a:cubicBezTo>
                <a:cubicBezTo>
                  <a:pt x="1922063" y="3650336"/>
                  <a:pt x="1920062" y="3648621"/>
                  <a:pt x="1918348" y="3647383"/>
                </a:cubicBezTo>
                <a:cubicBezTo>
                  <a:pt x="1901203" y="3634715"/>
                  <a:pt x="1884058" y="3621952"/>
                  <a:pt x="1866913" y="3609188"/>
                </a:cubicBezTo>
                <a:cubicBezTo>
                  <a:pt x="1852435" y="3598329"/>
                  <a:pt x="1838052" y="3587376"/>
                  <a:pt x="1823669" y="3576422"/>
                </a:cubicBezTo>
                <a:lnTo>
                  <a:pt x="1823669" y="3571850"/>
                </a:lnTo>
                <a:cubicBezTo>
                  <a:pt x="1621930" y="3402210"/>
                  <a:pt x="1436192" y="3206947"/>
                  <a:pt x="1269124" y="3006732"/>
                </a:cubicBezTo>
                <a:cubicBezTo>
                  <a:pt x="1244359" y="2977014"/>
                  <a:pt x="1220261" y="2946819"/>
                  <a:pt x="1196162" y="2916530"/>
                </a:cubicBezTo>
                <a:cubicBezTo>
                  <a:pt x="1196162" y="2916530"/>
                  <a:pt x="1196067" y="2916435"/>
                  <a:pt x="1195972" y="2916339"/>
                </a:cubicBezTo>
                <a:cubicBezTo>
                  <a:pt x="1190542" y="2909196"/>
                  <a:pt x="1185113" y="2902052"/>
                  <a:pt x="1179684" y="2894908"/>
                </a:cubicBezTo>
                <a:cubicBezTo>
                  <a:pt x="1165492" y="2875953"/>
                  <a:pt x="1151395" y="2856903"/>
                  <a:pt x="1137488" y="2837663"/>
                </a:cubicBezTo>
                <a:cubicBezTo>
                  <a:pt x="1080433" y="2758701"/>
                  <a:pt x="1026427" y="2677548"/>
                  <a:pt x="975658" y="2594490"/>
                </a:cubicBezTo>
                <a:cubicBezTo>
                  <a:pt x="905173" y="2479047"/>
                  <a:pt x="840118" y="2359889"/>
                  <a:pt x="783158" y="2237112"/>
                </a:cubicBezTo>
                <a:cubicBezTo>
                  <a:pt x="774967" y="2219490"/>
                  <a:pt x="766966" y="2201774"/>
                  <a:pt x="759155" y="2184057"/>
                </a:cubicBezTo>
                <a:cubicBezTo>
                  <a:pt x="755059" y="2174818"/>
                  <a:pt x="751059" y="2165579"/>
                  <a:pt x="747059" y="2156340"/>
                </a:cubicBezTo>
                <a:cubicBezTo>
                  <a:pt x="723817" y="2099475"/>
                  <a:pt x="701529" y="2042325"/>
                  <a:pt x="680764" y="1984509"/>
                </a:cubicBezTo>
                <a:cubicBezTo>
                  <a:pt x="625234" y="1830299"/>
                  <a:pt x="578752" y="1672755"/>
                  <a:pt x="540938" y="1513307"/>
                </a:cubicBezTo>
                <a:cubicBezTo>
                  <a:pt x="515125" y="1404627"/>
                  <a:pt x="493408" y="1294994"/>
                  <a:pt x="475787" y="1184694"/>
                </a:cubicBezTo>
                <a:cubicBezTo>
                  <a:pt x="472072" y="1161644"/>
                  <a:pt x="468167" y="1138593"/>
                  <a:pt x="464928" y="1115352"/>
                </a:cubicBezTo>
                <a:cubicBezTo>
                  <a:pt x="465023" y="1115829"/>
                  <a:pt x="464547" y="1111447"/>
                  <a:pt x="462737" y="1096969"/>
                </a:cubicBezTo>
                <a:cubicBezTo>
                  <a:pt x="460642" y="1079443"/>
                  <a:pt x="458451" y="1061917"/>
                  <a:pt x="456451" y="1044391"/>
                </a:cubicBezTo>
                <a:cubicBezTo>
                  <a:pt x="449212" y="981050"/>
                  <a:pt x="443401" y="917518"/>
                  <a:pt x="439020" y="853891"/>
                </a:cubicBezTo>
                <a:cubicBezTo>
                  <a:pt x="424161" y="641007"/>
                  <a:pt x="425113" y="427266"/>
                  <a:pt x="440925" y="214478"/>
                </a:cubicBezTo>
                <a:cubicBezTo>
                  <a:pt x="449307" y="102369"/>
                  <a:pt x="336531" y="-4788"/>
                  <a:pt x="226708" y="165"/>
                </a:cubicBezTo>
                <a:cubicBezTo>
                  <a:pt x="103454" y="5690"/>
                  <a:pt x="21349" y="94463"/>
                  <a:pt x="12395" y="214478"/>
                </a:cubicBezTo>
                <a:cubicBezTo>
                  <a:pt x="-42755" y="956666"/>
                  <a:pt x="86881" y="1712475"/>
                  <a:pt x="386251" y="2393607"/>
                </a:cubicBezTo>
                <a:cubicBezTo>
                  <a:pt x="644474" y="2981300"/>
                  <a:pt x="1073385" y="3497841"/>
                  <a:pt x="1564304" y="3907320"/>
                </a:cubicBezTo>
                <a:cubicBezTo>
                  <a:pt x="1648600" y="3977615"/>
                  <a:pt x="1735087" y="4045147"/>
                  <a:pt x="1823669" y="4109631"/>
                </a:cubicBezTo>
                <a:lnTo>
                  <a:pt x="1823669" y="4103345"/>
                </a:lnTo>
                <a:cubicBezTo>
                  <a:pt x="1888915" y="4149255"/>
                  <a:pt x="1954543" y="4194499"/>
                  <a:pt x="2020837" y="4238886"/>
                </a:cubicBezTo>
                <a:cubicBezTo>
                  <a:pt x="2573191" y="4608456"/>
                  <a:pt x="3164504" y="4919638"/>
                  <a:pt x="3781724" y="5166145"/>
                </a:cubicBezTo>
                <a:cubicBezTo>
                  <a:pt x="4194728" y="5331118"/>
                  <a:pt x="4618019" y="5465801"/>
                  <a:pt x="5047406" y="5577815"/>
                </a:cubicBezTo>
                <a:cubicBezTo>
                  <a:pt x="5709870" y="5750694"/>
                  <a:pt x="6722758" y="5830989"/>
                  <a:pt x="7183768" y="5837086"/>
                </a:cubicBezTo>
                <a:cubicBezTo>
                  <a:pt x="7848327" y="5845944"/>
                  <a:pt x="8513743" y="5785079"/>
                  <a:pt x="9165539" y="5655348"/>
                </a:cubicBezTo>
                <a:cubicBezTo>
                  <a:pt x="9544539" y="5579911"/>
                  <a:pt x="9919634" y="5482660"/>
                  <a:pt x="10287203" y="5363217"/>
                </a:cubicBezTo>
                <a:cubicBezTo>
                  <a:pt x="10394169" y="5328450"/>
                  <a:pt x="10454843" y="5188719"/>
                  <a:pt x="10410361" y="5086325"/>
                </a:cubicBezTo>
                <a:close/>
              </a:path>
            </a:pathLst>
          </a:custGeom>
          <a:gradFill>
            <a:gsLst>
              <a:gs pos="39000">
                <a:srgbClr val="EEEFFE"/>
              </a:gs>
              <a:gs pos="3000">
                <a:srgbClr val="C9CBFB">
                  <a:alpha val="37000"/>
                </a:srgbClr>
              </a:gs>
              <a:gs pos="100000">
                <a:schemeClr val="bg1">
                  <a:alpha val="52000"/>
                </a:schemeClr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8D84F39-A36F-7D80-D4F0-728EE998FA88}"/>
              </a:ext>
            </a:extLst>
          </p:cNvPr>
          <p:cNvGrpSpPr/>
          <p:nvPr/>
        </p:nvGrpSpPr>
        <p:grpSpPr>
          <a:xfrm>
            <a:off x="449926" y="3930891"/>
            <a:ext cx="6052322" cy="1228546"/>
            <a:chOff x="490045" y="3808673"/>
            <a:chExt cx="5666288" cy="1150186"/>
          </a:xfrm>
        </p:grpSpPr>
        <p:sp>
          <p:nvSpPr>
            <p:cNvPr id="6" name="Graphic 30">
              <a:extLst>
                <a:ext uri="{FF2B5EF4-FFF2-40B4-BE49-F238E27FC236}">
                  <a16:creationId xmlns:a16="http://schemas.microsoft.com/office/drawing/2014/main" id="{81DABF0A-81AA-C45E-D4BD-581D50E3E176}"/>
                </a:ext>
              </a:extLst>
            </p:cNvPr>
            <p:cNvSpPr/>
            <p:nvPr/>
          </p:nvSpPr>
          <p:spPr>
            <a:xfrm>
              <a:off x="4788132" y="3808673"/>
              <a:ext cx="1368201" cy="1150186"/>
            </a:xfrm>
            <a:custGeom>
              <a:avLst/>
              <a:gdLst>
                <a:gd name="connsiteX0" fmla="*/ 1295714 w 1368201"/>
                <a:gd name="connsiteY0" fmla="*/ 0 h 1120931"/>
                <a:gd name="connsiteX1" fmla="*/ 1368202 w 1368201"/>
                <a:gd name="connsiteY1" fmla="*/ 72488 h 1120931"/>
                <a:gd name="connsiteX2" fmla="*/ 1368202 w 1368201"/>
                <a:gd name="connsiteY2" fmla="*/ 1048444 h 1120931"/>
                <a:gd name="connsiteX3" fmla="*/ 1295714 w 1368201"/>
                <a:gd name="connsiteY3" fmla="*/ 1120931 h 1120931"/>
                <a:gd name="connsiteX4" fmla="*/ 72487 w 1368201"/>
                <a:gd name="connsiteY4" fmla="*/ 1120931 h 1120931"/>
                <a:gd name="connsiteX5" fmla="*/ 0 w 1368201"/>
                <a:gd name="connsiteY5" fmla="*/ 1048444 h 1120931"/>
                <a:gd name="connsiteX6" fmla="*/ 0 w 1368201"/>
                <a:gd name="connsiteY6" fmla="*/ 72487 h 1120931"/>
                <a:gd name="connsiteX7" fmla="*/ 72487 w 1368201"/>
                <a:gd name="connsiteY7" fmla="*/ 0 h 112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8201" h="1120931">
                  <a:moveTo>
                    <a:pt x="1295714" y="0"/>
                  </a:moveTo>
                  <a:cubicBezTo>
                    <a:pt x="1335748" y="0"/>
                    <a:pt x="1368202" y="32454"/>
                    <a:pt x="1368202" y="72488"/>
                  </a:cubicBezTo>
                  <a:lnTo>
                    <a:pt x="1368202" y="1048444"/>
                  </a:lnTo>
                  <a:cubicBezTo>
                    <a:pt x="1368202" y="1088477"/>
                    <a:pt x="1335748" y="1120931"/>
                    <a:pt x="1295714" y="1120931"/>
                  </a:cubicBezTo>
                  <a:lnTo>
                    <a:pt x="72487" y="1120931"/>
                  </a:lnTo>
                  <a:cubicBezTo>
                    <a:pt x="32454" y="1120931"/>
                    <a:pt x="0" y="1088477"/>
                    <a:pt x="0" y="1048444"/>
                  </a:cubicBezTo>
                  <a:lnTo>
                    <a:pt x="0" y="72487"/>
                  </a:lnTo>
                  <a:cubicBezTo>
                    <a:pt x="0" y="32454"/>
                    <a:pt x="32454" y="0"/>
                    <a:pt x="72487" y="0"/>
                  </a:cubicBezTo>
                  <a:close/>
                </a:path>
              </a:pathLst>
            </a:custGeom>
            <a:solidFill>
              <a:srgbClr val="C9CBFB">
                <a:alpha val="40000"/>
              </a:srgb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0" name="Graphic 30">
              <a:extLst>
                <a:ext uri="{FF2B5EF4-FFF2-40B4-BE49-F238E27FC236}">
                  <a16:creationId xmlns:a16="http://schemas.microsoft.com/office/drawing/2014/main" id="{831715A1-6633-DA08-FB57-7F0068C36AD9}"/>
                </a:ext>
              </a:extLst>
            </p:cNvPr>
            <p:cNvSpPr/>
            <p:nvPr/>
          </p:nvSpPr>
          <p:spPr>
            <a:xfrm>
              <a:off x="3344738" y="3808673"/>
              <a:ext cx="1368201" cy="1150186"/>
            </a:xfrm>
            <a:custGeom>
              <a:avLst/>
              <a:gdLst>
                <a:gd name="connsiteX0" fmla="*/ 1295714 w 1368201"/>
                <a:gd name="connsiteY0" fmla="*/ 0 h 1120931"/>
                <a:gd name="connsiteX1" fmla="*/ 1368202 w 1368201"/>
                <a:gd name="connsiteY1" fmla="*/ 72488 h 1120931"/>
                <a:gd name="connsiteX2" fmla="*/ 1368202 w 1368201"/>
                <a:gd name="connsiteY2" fmla="*/ 1048444 h 1120931"/>
                <a:gd name="connsiteX3" fmla="*/ 1295714 w 1368201"/>
                <a:gd name="connsiteY3" fmla="*/ 1120931 h 1120931"/>
                <a:gd name="connsiteX4" fmla="*/ 72487 w 1368201"/>
                <a:gd name="connsiteY4" fmla="*/ 1120931 h 1120931"/>
                <a:gd name="connsiteX5" fmla="*/ 0 w 1368201"/>
                <a:gd name="connsiteY5" fmla="*/ 1048444 h 1120931"/>
                <a:gd name="connsiteX6" fmla="*/ 0 w 1368201"/>
                <a:gd name="connsiteY6" fmla="*/ 72487 h 1120931"/>
                <a:gd name="connsiteX7" fmla="*/ 72487 w 1368201"/>
                <a:gd name="connsiteY7" fmla="*/ 0 h 112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8201" h="1120931">
                  <a:moveTo>
                    <a:pt x="1295714" y="0"/>
                  </a:moveTo>
                  <a:cubicBezTo>
                    <a:pt x="1335748" y="0"/>
                    <a:pt x="1368202" y="32454"/>
                    <a:pt x="1368202" y="72488"/>
                  </a:cubicBezTo>
                  <a:lnTo>
                    <a:pt x="1368202" y="1048444"/>
                  </a:lnTo>
                  <a:cubicBezTo>
                    <a:pt x="1368202" y="1088477"/>
                    <a:pt x="1335748" y="1120931"/>
                    <a:pt x="1295714" y="1120931"/>
                  </a:cubicBezTo>
                  <a:lnTo>
                    <a:pt x="72487" y="1120931"/>
                  </a:lnTo>
                  <a:cubicBezTo>
                    <a:pt x="32454" y="1120931"/>
                    <a:pt x="0" y="1088477"/>
                    <a:pt x="0" y="1048444"/>
                  </a:cubicBezTo>
                  <a:lnTo>
                    <a:pt x="0" y="72487"/>
                  </a:lnTo>
                  <a:cubicBezTo>
                    <a:pt x="0" y="32454"/>
                    <a:pt x="32454" y="0"/>
                    <a:pt x="72487" y="0"/>
                  </a:cubicBezTo>
                  <a:close/>
                </a:path>
              </a:pathLst>
            </a:custGeom>
            <a:solidFill>
              <a:srgbClr val="C9CBFB">
                <a:alpha val="40000"/>
              </a:srgb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2" name="Graphic 30">
              <a:extLst>
                <a:ext uri="{FF2B5EF4-FFF2-40B4-BE49-F238E27FC236}">
                  <a16:creationId xmlns:a16="http://schemas.microsoft.com/office/drawing/2014/main" id="{5ED75918-C2A8-2724-36CD-7C6329C88AC8}"/>
                </a:ext>
              </a:extLst>
            </p:cNvPr>
            <p:cNvSpPr/>
            <p:nvPr/>
          </p:nvSpPr>
          <p:spPr>
            <a:xfrm>
              <a:off x="1920214" y="3808673"/>
              <a:ext cx="1368201" cy="1150186"/>
            </a:xfrm>
            <a:custGeom>
              <a:avLst/>
              <a:gdLst>
                <a:gd name="connsiteX0" fmla="*/ 1295714 w 1368201"/>
                <a:gd name="connsiteY0" fmla="*/ 0 h 1120931"/>
                <a:gd name="connsiteX1" fmla="*/ 1368202 w 1368201"/>
                <a:gd name="connsiteY1" fmla="*/ 72488 h 1120931"/>
                <a:gd name="connsiteX2" fmla="*/ 1368202 w 1368201"/>
                <a:gd name="connsiteY2" fmla="*/ 1048444 h 1120931"/>
                <a:gd name="connsiteX3" fmla="*/ 1295714 w 1368201"/>
                <a:gd name="connsiteY3" fmla="*/ 1120931 h 1120931"/>
                <a:gd name="connsiteX4" fmla="*/ 72487 w 1368201"/>
                <a:gd name="connsiteY4" fmla="*/ 1120931 h 1120931"/>
                <a:gd name="connsiteX5" fmla="*/ 0 w 1368201"/>
                <a:gd name="connsiteY5" fmla="*/ 1048444 h 1120931"/>
                <a:gd name="connsiteX6" fmla="*/ 0 w 1368201"/>
                <a:gd name="connsiteY6" fmla="*/ 72487 h 1120931"/>
                <a:gd name="connsiteX7" fmla="*/ 72487 w 1368201"/>
                <a:gd name="connsiteY7" fmla="*/ 0 h 112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8201" h="1120931">
                  <a:moveTo>
                    <a:pt x="1295714" y="0"/>
                  </a:moveTo>
                  <a:cubicBezTo>
                    <a:pt x="1335748" y="0"/>
                    <a:pt x="1368202" y="32454"/>
                    <a:pt x="1368202" y="72488"/>
                  </a:cubicBezTo>
                  <a:lnTo>
                    <a:pt x="1368202" y="1048444"/>
                  </a:lnTo>
                  <a:cubicBezTo>
                    <a:pt x="1368202" y="1088477"/>
                    <a:pt x="1335748" y="1120931"/>
                    <a:pt x="1295714" y="1120931"/>
                  </a:cubicBezTo>
                  <a:lnTo>
                    <a:pt x="72487" y="1120931"/>
                  </a:lnTo>
                  <a:cubicBezTo>
                    <a:pt x="32454" y="1120931"/>
                    <a:pt x="0" y="1088477"/>
                    <a:pt x="0" y="1048444"/>
                  </a:cubicBezTo>
                  <a:lnTo>
                    <a:pt x="0" y="72487"/>
                  </a:lnTo>
                  <a:cubicBezTo>
                    <a:pt x="0" y="32454"/>
                    <a:pt x="32454" y="0"/>
                    <a:pt x="72487" y="0"/>
                  </a:cubicBezTo>
                  <a:close/>
                </a:path>
              </a:pathLst>
            </a:custGeom>
            <a:solidFill>
              <a:srgbClr val="C9CBFB">
                <a:alpha val="40000"/>
              </a:srgb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F107AA8-2A79-AA66-42D2-871DE310C797}"/>
                </a:ext>
              </a:extLst>
            </p:cNvPr>
            <p:cNvSpPr txBox="1"/>
            <p:nvPr/>
          </p:nvSpPr>
          <p:spPr>
            <a:xfrm>
              <a:off x="1962386" y="3861771"/>
              <a:ext cx="109789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oppins Medium" panose="00000600000000000000" pitchFamily="2" charset="0"/>
                  <a:ea typeface="+mn-lt"/>
                  <a:cs typeface="Poppins Medium" panose="00000600000000000000" pitchFamily="2" charset="0"/>
                </a:rPr>
                <a:t>FY2023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C9AE058-0328-03BF-DF1C-50141F2696CF}"/>
                </a:ext>
              </a:extLst>
            </p:cNvPr>
            <p:cNvSpPr txBox="1"/>
            <p:nvPr/>
          </p:nvSpPr>
          <p:spPr>
            <a:xfrm>
              <a:off x="1969648" y="4097057"/>
              <a:ext cx="936774" cy="7683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29K</a:t>
              </a:r>
            </a:p>
            <a:p>
              <a:pPr>
                <a:spcAft>
                  <a:spcPts val="400"/>
                </a:spcAft>
              </a:pPr>
              <a:r>
                <a:rPr lang="en-US" sz="11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Students</a:t>
              </a:r>
            </a:p>
            <a:p>
              <a:r>
                <a:rPr lang="en-US" sz="11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USD 4.1 Mn</a:t>
              </a:r>
              <a:r>
                <a:rPr lang="en-US" sz="1100" baseline="300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#1</a:t>
              </a:r>
              <a:endParaRPr lang="en-US" sz="1100" dirty="0">
                <a:latin typeface="Poppins Light" panose="00000400000000000000" pitchFamily="2" charset="0"/>
                <a:cs typeface="Poppins Light" panose="00000400000000000000" pitchFamily="2" charset="0"/>
              </a:endParaRPr>
            </a:p>
            <a:p>
              <a:r>
                <a:rPr lang="en-IN" sz="1100" dirty="0">
                  <a:latin typeface="Poppins Light" panose="00000400000000000000" pitchFamily="2" charset="0"/>
                  <a:ea typeface="+mn-lt"/>
                  <a:cs typeface="Poppins Light" panose="00000400000000000000" pitchFamily="2" charset="0"/>
                </a:rPr>
                <a:t>Revenue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E4BD271-FADA-0674-6DFD-3F77AB0C0C34}"/>
                </a:ext>
              </a:extLst>
            </p:cNvPr>
            <p:cNvSpPr txBox="1"/>
            <p:nvPr/>
          </p:nvSpPr>
          <p:spPr>
            <a:xfrm>
              <a:off x="3408513" y="4092234"/>
              <a:ext cx="999806" cy="7683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25K</a:t>
              </a:r>
              <a:r>
                <a:rPr lang="en-US" sz="1100" baseline="300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#2</a:t>
              </a:r>
              <a:endParaRPr lang="en-US" sz="1100" dirty="0">
                <a:latin typeface="Poppins Light" panose="00000400000000000000" pitchFamily="2" charset="0"/>
                <a:cs typeface="Poppins Light" panose="00000400000000000000" pitchFamily="2" charset="0"/>
              </a:endParaRPr>
            </a:p>
            <a:p>
              <a:pPr>
                <a:spcAft>
                  <a:spcPts val="400"/>
                </a:spcAft>
              </a:pPr>
              <a:r>
                <a:rPr lang="en-US" sz="11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Students</a:t>
              </a:r>
            </a:p>
            <a:p>
              <a:r>
                <a:rPr lang="en-US" sz="11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USD 3.5 Mn</a:t>
              </a:r>
              <a:r>
                <a:rPr lang="en-US" sz="1100" baseline="300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#3</a:t>
              </a:r>
              <a:endParaRPr lang="en-US" sz="1100" dirty="0">
                <a:latin typeface="Poppins Light" panose="00000400000000000000" pitchFamily="2" charset="0"/>
                <a:cs typeface="Poppins Light" panose="00000400000000000000" pitchFamily="2" charset="0"/>
              </a:endParaRPr>
            </a:p>
            <a:p>
              <a:r>
                <a:rPr lang="en-IN" sz="1100" dirty="0">
                  <a:latin typeface="Poppins Light" panose="00000400000000000000" pitchFamily="2" charset="0"/>
                  <a:ea typeface="+mn-lt"/>
                  <a:cs typeface="Poppins Light" panose="00000400000000000000" pitchFamily="2" charset="0"/>
                </a:rPr>
                <a:t>Revenue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ADC78E6-D4E1-6EEE-8920-10666D065A20}"/>
                </a:ext>
              </a:extLst>
            </p:cNvPr>
            <p:cNvSpPr txBox="1"/>
            <p:nvPr/>
          </p:nvSpPr>
          <p:spPr>
            <a:xfrm>
              <a:off x="3406469" y="3861771"/>
              <a:ext cx="1097892" cy="2449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oppins Medium" panose="00000600000000000000" pitchFamily="2" charset="0"/>
                  <a:ea typeface="+mn-lt"/>
                  <a:cs typeface="Poppins Medium" panose="00000600000000000000" pitchFamily="2" charset="0"/>
                </a:rPr>
                <a:t>FY2025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0E832BB-0669-F2CA-32B1-9853C35D8E05}"/>
                </a:ext>
              </a:extLst>
            </p:cNvPr>
            <p:cNvSpPr txBox="1"/>
            <p:nvPr/>
          </p:nvSpPr>
          <p:spPr>
            <a:xfrm>
              <a:off x="4859909" y="4092607"/>
              <a:ext cx="921767" cy="7683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161K</a:t>
              </a:r>
            </a:p>
            <a:p>
              <a:pPr>
                <a:spcAft>
                  <a:spcPts val="400"/>
                </a:spcAft>
              </a:pPr>
              <a:r>
                <a:rPr lang="en-US" sz="11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Students</a:t>
              </a:r>
            </a:p>
            <a:p>
              <a:r>
                <a:rPr lang="en-US" sz="11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USD 10.9 Mn</a:t>
              </a:r>
            </a:p>
            <a:p>
              <a:r>
                <a:rPr lang="en-IN" sz="1100" dirty="0">
                  <a:latin typeface="Poppins Light" panose="00000400000000000000" pitchFamily="2" charset="0"/>
                  <a:ea typeface="+mn-lt"/>
                  <a:cs typeface="Poppins Light" panose="00000400000000000000" pitchFamily="2" charset="0"/>
                </a:rPr>
                <a:t>Revenue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D426DE2-1D62-26A3-D54B-4EB177C080E8}"/>
                </a:ext>
              </a:extLst>
            </p:cNvPr>
            <p:cNvSpPr txBox="1"/>
            <p:nvPr/>
          </p:nvSpPr>
          <p:spPr>
            <a:xfrm>
              <a:off x="4854000" y="3835035"/>
              <a:ext cx="1198155" cy="244924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en-I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oppins Medium"/>
                  <a:ea typeface="+mn-lt"/>
                  <a:cs typeface="Poppins Medium"/>
                </a:rPr>
                <a:t>FY2030P</a:t>
              </a:r>
              <a:endParaRPr lang="en-I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ea typeface="+mn-lt"/>
                <a:cs typeface="Poppins Medium" panose="00000600000000000000" pitchFamily="2" charset="0"/>
              </a:endParaRPr>
            </a:p>
          </p:txBody>
        </p:sp>
        <p:sp>
          <p:nvSpPr>
            <p:cNvPr id="43" name="Graphic 30">
              <a:extLst>
                <a:ext uri="{FF2B5EF4-FFF2-40B4-BE49-F238E27FC236}">
                  <a16:creationId xmlns:a16="http://schemas.microsoft.com/office/drawing/2014/main" id="{004FC7A6-7090-C0F8-8E4C-158FBBBD4F0B}"/>
                </a:ext>
              </a:extLst>
            </p:cNvPr>
            <p:cNvSpPr/>
            <p:nvPr/>
          </p:nvSpPr>
          <p:spPr>
            <a:xfrm>
              <a:off x="490045" y="3808673"/>
              <a:ext cx="1368201" cy="1150186"/>
            </a:xfrm>
            <a:custGeom>
              <a:avLst/>
              <a:gdLst>
                <a:gd name="connsiteX0" fmla="*/ 1295714 w 1368201"/>
                <a:gd name="connsiteY0" fmla="*/ 0 h 1120931"/>
                <a:gd name="connsiteX1" fmla="*/ 1368202 w 1368201"/>
                <a:gd name="connsiteY1" fmla="*/ 72488 h 1120931"/>
                <a:gd name="connsiteX2" fmla="*/ 1368202 w 1368201"/>
                <a:gd name="connsiteY2" fmla="*/ 1048444 h 1120931"/>
                <a:gd name="connsiteX3" fmla="*/ 1295714 w 1368201"/>
                <a:gd name="connsiteY3" fmla="*/ 1120931 h 1120931"/>
                <a:gd name="connsiteX4" fmla="*/ 72487 w 1368201"/>
                <a:gd name="connsiteY4" fmla="*/ 1120931 h 1120931"/>
                <a:gd name="connsiteX5" fmla="*/ 0 w 1368201"/>
                <a:gd name="connsiteY5" fmla="*/ 1048444 h 1120931"/>
                <a:gd name="connsiteX6" fmla="*/ 0 w 1368201"/>
                <a:gd name="connsiteY6" fmla="*/ 72487 h 1120931"/>
                <a:gd name="connsiteX7" fmla="*/ 72487 w 1368201"/>
                <a:gd name="connsiteY7" fmla="*/ 0 h 112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8201" h="1120931">
                  <a:moveTo>
                    <a:pt x="1295714" y="0"/>
                  </a:moveTo>
                  <a:cubicBezTo>
                    <a:pt x="1335748" y="0"/>
                    <a:pt x="1368202" y="32454"/>
                    <a:pt x="1368202" y="72488"/>
                  </a:cubicBezTo>
                  <a:lnTo>
                    <a:pt x="1368202" y="1048444"/>
                  </a:lnTo>
                  <a:cubicBezTo>
                    <a:pt x="1368202" y="1088477"/>
                    <a:pt x="1335748" y="1120931"/>
                    <a:pt x="1295714" y="1120931"/>
                  </a:cubicBezTo>
                  <a:lnTo>
                    <a:pt x="72487" y="1120931"/>
                  </a:lnTo>
                  <a:cubicBezTo>
                    <a:pt x="32454" y="1120931"/>
                    <a:pt x="0" y="1088477"/>
                    <a:pt x="0" y="1048444"/>
                  </a:cubicBezTo>
                  <a:lnTo>
                    <a:pt x="0" y="72487"/>
                  </a:lnTo>
                  <a:cubicBezTo>
                    <a:pt x="0" y="32454"/>
                    <a:pt x="32454" y="0"/>
                    <a:pt x="72487" y="0"/>
                  </a:cubicBezTo>
                  <a:close/>
                </a:path>
              </a:pathLst>
            </a:custGeom>
            <a:solidFill>
              <a:srgbClr val="C9CBFB">
                <a:alpha val="40000"/>
              </a:srgb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590E5EB-B97E-868B-4218-234FCCC14CDD}"/>
                </a:ext>
              </a:extLst>
            </p:cNvPr>
            <p:cNvSpPr txBox="1"/>
            <p:nvPr/>
          </p:nvSpPr>
          <p:spPr>
            <a:xfrm>
              <a:off x="532217" y="3861771"/>
              <a:ext cx="109789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oppins Medium" panose="00000600000000000000" pitchFamily="2" charset="0"/>
                  <a:ea typeface="+mn-lt"/>
                  <a:cs typeface="Poppins Medium" panose="00000600000000000000" pitchFamily="2" charset="0"/>
                </a:rPr>
                <a:t>FY2022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551A57B-ECE9-4078-572F-4ED33E56F9DD}"/>
                </a:ext>
              </a:extLst>
            </p:cNvPr>
            <p:cNvSpPr txBox="1"/>
            <p:nvPr/>
          </p:nvSpPr>
          <p:spPr>
            <a:xfrm>
              <a:off x="539479" y="4097057"/>
              <a:ext cx="974293" cy="7683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37K</a:t>
              </a:r>
            </a:p>
            <a:p>
              <a:pPr>
                <a:spcAft>
                  <a:spcPts val="400"/>
                </a:spcAft>
              </a:pPr>
              <a:r>
                <a:rPr lang="en-US" sz="11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Students</a:t>
              </a:r>
            </a:p>
            <a:p>
              <a:r>
                <a:rPr lang="en-US" sz="11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USD 5.3 Mn</a:t>
              </a:r>
              <a:r>
                <a:rPr lang="en-US" sz="1100" baseline="300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#1</a:t>
              </a:r>
              <a:endParaRPr lang="en-US" sz="1100" dirty="0">
                <a:latin typeface="Poppins Light" panose="00000400000000000000" pitchFamily="2" charset="0"/>
                <a:cs typeface="Poppins Light" panose="00000400000000000000" pitchFamily="2" charset="0"/>
              </a:endParaRPr>
            </a:p>
            <a:p>
              <a:r>
                <a:rPr lang="en-IN" sz="1100" dirty="0">
                  <a:latin typeface="Poppins Light" panose="00000400000000000000" pitchFamily="2" charset="0"/>
                  <a:ea typeface="+mn-lt"/>
                  <a:cs typeface="Poppins Light" panose="00000400000000000000" pitchFamily="2" charset="0"/>
                </a:rPr>
                <a:t>Revenue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70C00E8B-5FF7-62A3-85A3-69568082329A}"/>
              </a:ext>
            </a:extLst>
          </p:cNvPr>
          <p:cNvSpPr txBox="1"/>
          <p:nvPr/>
        </p:nvSpPr>
        <p:spPr>
          <a:xfrm>
            <a:off x="3732248" y="5758277"/>
            <a:ext cx="20545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Poppins SemiBold" panose="00000700000000000000" pitchFamily="2" charset="0"/>
                <a:ea typeface="+mn-lt"/>
                <a:cs typeface="Poppins SemiBold" panose="00000700000000000000" pitchFamily="2" charset="0"/>
              </a:rPr>
              <a:t>USD 16 Mn</a:t>
            </a:r>
          </a:p>
          <a:p>
            <a:r>
              <a:rPr lang="en-IN" sz="1100" dirty="0">
                <a:latin typeface="Poppins Light" panose="00000400000000000000" pitchFamily="2" charset="0"/>
                <a:ea typeface="+mn-lt"/>
                <a:cs typeface="Poppins Light" panose="00000400000000000000" pitchFamily="2" charset="0"/>
              </a:rPr>
              <a:t>Total Revenue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AC807A0-F9E8-ED24-E174-F11ECE5AB590}"/>
              </a:ext>
            </a:extLst>
          </p:cNvPr>
          <p:cNvGrpSpPr/>
          <p:nvPr/>
        </p:nvGrpSpPr>
        <p:grpSpPr>
          <a:xfrm>
            <a:off x="6834928" y="1396550"/>
            <a:ext cx="4725287" cy="3617014"/>
            <a:chOff x="6834928" y="1396550"/>
            <a:chExt cx="4725287" cy="361701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5AA0DD9-F66F-E922-DDBA-4247B08D2B1C}"/>
                </a:ext>
              </a:extLst>
            </p:cNvPr>
            <p:cNvSpPr txBox="1"/>
            <p:nvPr/>
          </p:nvSpPr>
          <p:spPr>
            <a:xfrm rot="16200000">
              <a:off x="6242417" y="3012920"/>
              <a:ext cx="141585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rgbClr val="464AEA"/>
                  </a:solidFill>
                  <a:latin typeface="Poppins Light" panose="00000400000000000000" pitchFamily="2" charset="0"/>
                  <a:ea typeface="Calibri" panose="020F0502020204030204" pitchFamily="34" charset="0"/>
                  <a:cs typeface="Poppins Light" panose="00000400000000000000" pitchFamily="2" charset="0"/>
                </a:rPr>
                <a:t>Revenue (USD Mn)</a:t>
              </a:r>
              <a:endParaRPr lang="en-IN" sz="900" dirty="0">
                <a:solidFill>
                  <a:srgbClr val="464AEA"/>
                </a:solidFill>
                <a:latin typeface="Poppins Light" panose="00000400000000000000" pitchFamily="2" charset="0"/>
                <a:ea typeface="Calibri" panose="020F0502020204030204" pitchFamily="34" charset="0"/>
                <a:cs typeface="Poppins Light" panose="00000400000000000000" pitchFamily="2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4DA54A3-B671-6902-27A7-C94EB85DFE08}"/>
                </a:ext>
              </a:extLst>
            </p:cNvPr>
            <p:cNvSpPr txBox="1"/>
            <p:nvPr/>
          </p:nvSpPr>
          <p:spPr>
            <a:xfrm>
              <a:off x="7788454" y="1396550"/>
              <a:ext cx="28576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464AEA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LatAm Carib</a:t>
              </a:r>
              <a:r>
                <a:rPr lang="en-US" sz="2000" dirty="0">
                  <a:solidFill>
                    <a:srgbClr val="464AEA"/>
                  </a:solidFill>
                  <a:latin typeface="Poppins Medium" panose="00000600000000000000" pitchFamily="2" charset="0"/>
                  <a:ea typeface="+mn-ea"/>
                  <a:cs typeface="Poppins Medium" panose="00000600000000000000" pitchFamily="2" charset="0"/>
                </a:rPr>
                <a:t> Growth</a:t>
              </a:r>
              <a:endParaRPr lang="en-IN" sz="2000" dirty="0">
                <a:solidFill>
                  <a:srgbClr val="464AEA"/>
                </a:solidFill>
                <a:latin typeface="Poppins Light" panose="00000400000000000000" pitchFamily="2" charset="0"/>
                <a:ea typeface="+mn-lt"/>
                <a:cs typeface="Poppins Light" panose="00000400000000000000" pitchFamily="2" charset="0"/>
              </a:endParaRPr>
            </a:p>
          </p:txBody>
        </p:sp>
        <p:graphicFrame>
          <p:nvGraphicFramePr>
            <p:cNvPr id="51" name="Chart 50">
              <a:extLst>
                <a:ext uri="{FF2B5EF4-FFF2-40B4-BE49-F238E27FC236}">
                  <a16:creationId xmlns:a16="http://schemas.microsoft.com/office/drawing/2014/main" id="{3F4125FE-C385-A259-CA11-4970DFAB8A56}"/>
                </a:ext>
              </a:extLst>
            </p:cNvPr>
            <p:cNvGraphicFramePr/>
            <p:nvPr/>
          </p:nvGraphicFramePr>
          <p:xfrm>
            <a:off x="7051513" y="2260566"/>
            <a:ext cx="4340095" cy="27529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11FA69E-1473-F455-BDB7-B8BB40D4DF75}"/>
                </a:ext>
              </a:extLst>
            </p:cNvPr>
            <p:cNvSpPr txBox="1"/>
            <p:nvPr/>
          </p:nvSpPr>
          <p:spPr>
            <a:xfrm rot="16200000">
              <a:off x="10918052" y="3226433"/>
              <a:ext cx="10534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rgbClr val="464AEA"/>
                  </a:solidFill>
                  <a:latin typeface="Poppins Light" panose="00000400000000000000" pitchFamily="2" charset="0"/>
                  <a:ea typeface="Calibri" panose="020F0502020204030204" pitchFamily="34" charset="0"/>
                  <a:cs typeface="Poppins Light" panose="00000400000000000000" pitchFamily="2" charset="0"/>
                </a:rPr>
                <a:t>Students (‘000)</a:t>
              </a:r>
              <a:endParaRPr lang="en-IN" sz="900" dirty="0">
                <a:solidFill>
                  <a:srgbClr val="464AEA"/>
                </a:solidFill>
                <a:latin typeface="Poppins Light" panose="00000400000000000000" pitchFamily="2" charset="0"/>
                <a:ea typeface="Calibri" panose="020F0502020204030204" pitchFamily="34" charset="0"/>
                <a:cs typeface="Poppins Light" panose="00000400000000000000" pitchFamily="2" charset="0"/>
              </a:endParaRP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430FD04F-774E-D164-BAF8-E141F5FE32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45003" y="2420409"/>
              <a:ext cx="1255367" cy="1216656"/>
            </a:xfrm>
            <a:prstGeom prst="straightConnector1">
              <a:avLst/>
            </a:prstGeom>
            <a:ln>
              <a:solidFill>
                <a:srgbClr val="8386F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9CEE463-22F2-95CE-8E3B-15AA00E820C7}"/>
                </a:ext>
              </a:extLst>
            </p:cNvPr>
            <p:cNvSpPr txBox="1"/>
            <p:nvPr/>
          </p:nvSpPr>
          <p:spPr>
            <a:xfrm rot="18900000">
              <a:off x="9210539" y="2733768"/>
              <a:ext cx="135125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rgbClr val="464AE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Rev CAGR 45%+</a:t>
              </a:r>
              <a:endParaRPr lang="en-IN" sz="900" dirty="0">
                <a:solidFill>
                  <a:srgbClr val="464AEA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8752724B-D73A-B1CB-08C0-B6566CD99789}"/>
              </a:ext>
            </a:extLst>
          </p:cNvPr>
          <p:cNvSpPr txBox="1"/>
          <p:nvPr/>
        </p:nvSpPr>
        <p:spPr>
          <a:xfrm>
            <a:off x="148595" y="6564401"/>
            <a:ext cx="679608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Note - </a:t>
            </a:r>
            <a:r>
              <a:rPr lang="en-US" sz="800" dirty="0">
                <a:latin typeface="Poppins Light" panose="00000400000000000000" pitchFamily="2" charset="0"/>
                <a:cs typeface="Poppins Light" panose="00000400000000000000" pitchFamily="2" charset="0"/>
              </a:rPr>
              <a:t>USD to INR conversion rate of INR 85 considered for converting revenue numbers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2672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2F47E-4184-6F8D-71C1-740EE9A18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929871E-CCDD-7F2C-6C63-A42500359931}"/>
              </a:ext>
            </a:extLst>
          </p:cNvPr>
          <p:cNvSpPr/>
          <p:nvPr/>
        </p:nvSpPr>
        <p:spPr>
          <a:xfrm rot="16200000">
            <a:off x="3118059" y="-70058"/>
            <a:ext cx="789669" cy="6151949"/>
          </a:xfrm>
          <a:prstGeom prst="roundRect">
            <a:avLst>
              <a:gd name="adj" fmla="val 8524"/>
            </a:avLst>
          </a:prstGeom>
          <a:solidFill>
            <a:srgbClr val="C9CBF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CB265834-9E55-F69E-B172-70FA9B292BE0}"/>
              </a:ext>
            </a:extLst>
          </p:cNvPr>
          <p:cNvSpPr txBox="1">
            <a:spLocks/>
          </p:cNvSpPr>
          <p:nvPr/>
        </p:nvSpPr>
        <p:spPr>
          <a:xfrm>
            <a:off x="485077" y="2696797"/>
            <a:ext cx="2876004" cy="7893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1500"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rPr>
              <a:t>Market Size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EA769E-E125-14D3-6B2B-0C17223B7D50}"/>
              </a:ext>
            </a:extLst>
          </p:cNvPr>
          <p:cNvSpPr txBox="1"/>
          <p:nvPr/>
        </p:nvSpPr>
        <p:spPr>
          <a:xfrm>
            <a:off x="366302" y="843214"/>
            <a:ext cx="5894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Publisher driven market, opportunity to be a leading edtech solution provider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2685EA-FCE2-83DE-1EAC-91FDF7D5BBB2}"/>
              </a:ext>
            </a:extLst>
          </p:cNvPr>
          <p:cNvSpPr/>
          <p:nvPr/>
        </p:nvSpPr>
        <p:spPr>
          <a:xfrm>
            <a:off x="546725" y="2961196"/>
            <a:ext cx="1499440" cy="30469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indent="88900">
              <a:lnSpc>
                <a:spcPct val="120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IN" sz="1200">
                <a:latin typeface="Poppins Light" panose="00000400000000000000" pitchFamily="2" charset="0"/>
                <a:ea typeface="+mn-lt"/>
                <a:cs typeface="Poppins Light" panose="00000400000000000000" pitchFamily="2" charset="0"/>
              </a:rPr>
              <a:t>4 Countries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009B678-659A-C3E6-E3BA-F76C565785C6}"/>
              </a:ext>
            </a:extLst>
          </p:cNvPr>
          <p:cNvSpPr txBox="1"/>
          <p:nvPr/>
        </p:nvSpPr>
        <p:spPr>
          <a:xfrm>
            <a:off x="531305" y="3549958"/>
            <a:ext cx="36300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>
                <a:latin typeface="Poppins Medium" panose="00000600000000000000" pitchFamily="2" charset="0"/>
                <a:ea typeface="+mn-lt"/>
                <a:cs typeface="Poppins Medium" panose="00000600000000000000" pitchFamily="2" charset="0"/>
              </a:rPr>
              <a:t>LatAm Spanish Projections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3AA95C-4BB1-6694-3036-9C34747E61D7}"/>
              </a:ext>
            </a:extLst>
          </p:cNvPr>
          <p:cNvSpPr txBox="1"/>
          <p:nvPr/>
        </p:nvSpPr>
        <p:spPr>
          <a:xfrm>
            <a:off x="324966" y="320206"/>
            <a:ext cx="5727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474BFF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Strategic Expansion: LatAm Spanish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3A1AA4-BE74-368F-1ECA-FD8E2D5FB4B2}"/>
              </a:ext>
            </a:extLst>
          </p:cNvPr>
          <p:cNvSpPr/>
          <p:nvPr/>
        </p:nvSpPr>
        <p:spPr>
          <a:xfrm>
            <a:off x="1921355" y="2961195"/>
            <a:ext cx="1813910" cy="30469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indent="88900">
              <a:lnSpc>
                <a:spcPct val="120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IN" sz="1200">
                <a:latin typeface="Poppins Light" panose="00000400000000000000" pitchFamily="2" charset="0"/>
                <a:ea typeface="+mn-lt"/>
                <a:cs typeface="Poppins Light" panose="00000400000000000000" pitchFamily="2" charset="0"/>
              </a:rPr>
              <a:t>75M+ Students</a:t>
            </a:r>
          </a:p>
        </p:txBody>
      </p:sp>
      <p:grpSp>
        <p:nvGrpSpPr>
          <p:cNvPr id="448" name="Group 447">
            <a:extLst>
              <a:ext uri="{FF2B5EF4-FFF2-40B4-BE49-F238E27FC236}">
                <a16:creationId xmlns:a16="http://schemas.microsoft.com/office/drawing/2014/main" id="{A051E53F-0AF6-9BC8-C40F-06F4E12A83A2}"/>
              </a:ext>
            </a:extLst>
          </p:cNvPr>
          <p:cNvGrpSpPr/>
          <p:nvPr/>
        </p:nvGrpSpPr>
        <p:grpSpPr>
          <a:xfrm>
            <a:off x="490045" y="3952440"/>
            <a:ext cx="4550997" cy="1239551"/>
            <a:chOff x="490045" y="3808673"/>
            <a:chExt cx="4222894" cy="1150186"/>
          </a:xfrm>
        </p:grpSpPr>
        <p:sp>
          <p:nvSpPr>
            <p:cNvPr id="39" name="Graphic 30">
              <a:extLst>
                <a:ext uri="{FF2B5EF4-FFF2-40B4-BE49-F238E27FC236}">
                  <a16:creationId xmlns:a16="http://schemas.microsoft.com/office/drawing/2014/main" id="{E81DD730-40B7-25A8-4D68-87F65F16169C}"/>
                </a:ext>
              </a:extLst>
            </p:cNvPr>
            <p:cNvSpPr/>
            <p:nvPr/>
          </p:nvSpPr>
          <p:spPr>
            <a:xfrm>
              <a:off x="3344738" y="3808673"/>
              <a:ext cx="1368201" cy="1150186"/>
            </a:xfrm>
            <a:custGeom>
              <a:avLst/>
              <a:gdLst>
                <a:gd name="connsiteX0" fmla="*/ 1295714 w 1368201"/>
                <a:gd name="connsiteY0" fmla="*/ 0 h 1120931"/>
                <a:gd name="connsiteX1" fmla="*/ 1368202 w 1368201"/>
                <a:gd name="connsiteY1" fmla="*/ 72488 h 1120931"/>
                <a:gd name="connsiteX2" fmla="*/ 1368202 w 1368201"/>
                <a:gd name="connsiteY2" fmla="*/ 1048444 h 1120931"/>
                <a:gd name="connsiteX3" fmla="*/ 1295714 w 1368201"/>
                <a:gd name="connsiteY3" fmla="*/ 1120931 h 1120931"/>
                <a:gd name="connsiteX4" fmla="*/ 72487 w 1368201"/>
                <a:gd name="connsiteY4" fmla="*/ 1120931 h 1120931"/>
                <a:gd name="connsiteX5" fmla="*/ 0 w 1368201"/>
                <a:gd name="connsiteY5" fmla="*/ 1048444 h 1120931"/>
                <a:gd name="connsiteX6" fmla="*/ 0 w 1368201"/>
                <a:gd name="connsiteY6" fmla="*/ 72487 h 1120931"/>
                <a:gd name="connsiteX7" fmla="*/ 72487 w 1368201"/>
                <a:gd name="connsiteY7" fmla="*/ 0 h 112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8201" h="1120931">
                  <a:moveTo>
                    <a:pt x="1295714" y="0"/>
                  </a:moveTo>
                  <a:cubicBezTo>
                    <a:pt x="1335748" y="0"/>
                    <a:pt x="1368202" y="32454"/>
                    <a:pt x="1368202" y="72488"/>
                  </a:cubicBezTo>
                  <a:lnTo>
                    <a:pt x="1368202" y="1048444"/>
                  </a:lnTo>
                  <a:cubicBezTo>
                    <a:pt x="1368202" y="1088477"/>
                    <a:pt x="1335748" y="1120931"/>
                    <a:pt x="1295714" y="1120931"/>
                  </a:cubicBezTo>
                  <a:lnTo>
                    <a:pt x="72487" y="1120931"/>
                  </a:lnTo>
                  <a:cubicBezTo>
                    <a:pt x="32454" y="1120931"/>
                    <a:pt x="0" y="1088477"/>
                    <a:pt x="0" y="1048444"/>
                  </a:cubicBezTo>
                  <a:lnTo>
                    <a:pt x="0" y="72487"/>
                  </a:lnTo>
                  <a:cubicBezTo>
                    <a:pt x="0" y="32454"/>
                    <a:pt x="32454" y="0"/>
                    <a:pt x="72487" y="0"/>
                  </a:cubicBezTo>
                  <a:close/>
                </a:path>
              </a:pathLst>
            </a:custGeom>
            <a:solidFill>
              <a:srgbClr val="C9CBFB">
                <a:alpha val="40000"/>
              </a:srgb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" name="Graphic 30">
              <a:extLst>
                <a:ext uri="{FF2B5EF4-FFF2-40B4-BE49-F238E27FC236}">
                  <a16:creationId xmlns:a16="http://schemas.microsoft.com/office/drawing/2014/main" id="{176CC739-3D3C-7F58-3E29-9AE7816AB3B8}"/>
                </a:ext>
              </a:extLst>
            </p:cNvPr>
            <p:cNvSpPr/>
            <p:nvPr/>
          </p:nvSpPr>
          <p:spPr>
            <a:xfrm>
              <a:off x="1920214" y="3808673"/>
              <a:ext cx="1368201" cy="1150186"/>
            </a:xfrm>
            <a:custGeom>
              <a:avLst/>
              <a:gdLst>
                <a:gd name="connsiteX0" fmla="*/ 1295714 w 1368201"/>
                <a:gd name="connsiteY0" fmla="*/ 0 h 1120931"/>
                <a:gd name="connsiteX1" fmla="*/ 1368202 w 1368201"/>
                <a:gd name="connsiteY1" fmla="*/ 72488 h 1120931"/>
                <a:gd name="connsiteX2" fmla="*/ 1368202 w 1368201"/>
                <a:gd name="connsiteY2" fmla="*/ 1048444 h 1120931"/>
                <a:gd name="connsiteX3" fmla="*/ 1295714 w 1368201"/>
                <a:gd name="connsiteY3" fmla="*/ 1120931 h 1120931"/>
                <a:gd name="connsiteX4" fmla="*/ 72487 w 1368201"/>
                <a:gd name="connsiteY4" fmla="*/ 1120931 h 1120931"/>
                <a:gd name="connsiteX5" fmla="*/ 0 w 1368201"/>
                <a:gd name="connsiteY5" fmla="*/ 1048444 h 1120931"/>
                <a:gd name="connsiteX6" fmla="*/ 0 w 1368201"/>
                <a:gd name="connsiteY6" fmla="*/ 72487 h 1120931"/>
                <a:gd name="connsiteX7" fmla="*/ 72487 w 1368201"/>
                <a:gd name="connsiteY7" fmla="*/ 0 h 112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8201" h="1120931">
                  <a:moveTo>
                    <a:pt x="1295714" y="0"/>
                  </a:moveTo>
                  <a:cubicBezTo>
                    <a:pt x="1335748" y="0"/>
                    <a:pt x="1368202" y="32454"/>
                    <a:pt x="1368202" y="72488"/>
                  </a:cubicBezTo>
                  <a:lnTo>
                    <a:pt x="1368202" y="1048444"/>
                  </a:lnTo>
                  <a:cubicBezTo>
                    <a:pt x="1368202" y="1088477"/>
                    <a:pt x="1335748" y="1120931"/>
                    <a:pt x="1295714" y="1120931"/>
                  </a:cubicBezTo>
                  <a:lnTo>
                    <a:pt x="72487" y="1120931"/>
                  </a:lnTo>
                  <a:cubicBezTo>
                    <a:pt x="32454" y="1120931"/>
                    <a:pt x="0" y="1088477"/>
                    <a:pt x="0" y="1048444"/>
                  </a:cubicBezTo>
                  <a:lnTo>
                    <a:pt x="0" y="72487"/>
                  </a:lnTo>
                  <a:cubicBezTo>
                    <a:pt x="0" y="32454"/>
                    <a:pt x="32454" y="0"/>
                    <a:pt x="72487" y="0"/>
                  </a:cubicBezTo>
                  <a:close/>
                </a:path>
              </a:pathLst>
            </a:custGeom>
            <a:solidFill>
              <a:srgbClr val="C9CBFB">
                <a:alpha val="40000"/>
              </a:srgb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55CBFA8-2A7B-6BA1-46A7-7882994ED92B}"/>
                </a:ext>
              </a:extLst>
            </p:cNvPr>
            <p:cNvSpPr txBox="1"/>
            <p:nvPr/>
          </p:nvSpPr>
          <p:spPr>
            <a:xfrm>
              <a:off x="1962386" y="3861771"/>
              <a:ext cx="1097892" cy="242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oppins Medium" panose="00000600000000000000" pitchFamily="2" charset="0"/>
                  <a:ea typeface="+mn-lt"/>
                  <a:cs typeface="Poppins Medium" panose="00000600000000000000" pitchFamily="2" charset="0"/>
                </a:rPr>
                <a:t>FY2029P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3EACA26-4885-094F-8F03-7C19B9861024}"/>
                </a:ext>
              </a:extLst>
            </p:cNvPr>
            <p:cNvSpPr txBox="1"/>
            <p:nvPr/>
          </p:nvSpPr>
          <p:spPr>
            <a:xfrm>
              <a:off x="1969648" y="4097057"/>
              <a:ext cx="833262" cy="7615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32K</a:t>
              </a:r>
            </a:p>
            <a:p>
              <a:pPr>
                <a:spcAft>
                  <a:spcPts val="400"/>
                </a:spcAft>
              </a:pPr>
              <a:r>
                <a:rPr lang="en-US" sz="11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Students</a:t>
              </a:r>
            </a:p>
            <a:p>
              <a:r>
                <a:rPr lang="en-US" sz="11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USD 1.9 Mn</a:t>
              </a:r>
            </a:p>
            <a:p>
              <a:r>
                <a:rPr lang="en-IN" sz="1100" dirty="0">
                  <a:latin typeface="Poppins Light" panose="00000400000000000000" pitchFamily="2" charset="0"/>
                  <a:ea typeface="+mn-lt"/>
                  <a:cs typeface="Poppins Light" panose="00000400000000000000" pitchFamily="2" charset="0"/>
                </a:rPr>
                <a:t>Revenue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EA16004-476D-9ADB-29AA-138AD4E8170B}"/>
                </a:ext>
              </a:extLst>
            </p:cNvPr>
            <p:cNvSpPr txBox="1"/>
            <p:nvPr/>
          </p:nvSpPr>
          <p:spPr>
            <a:xfrm>
              <a:off x="3408513" y="4092234"/>
              <a:ext cx="864497" cy="7615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55K</a:t>
              </a:r>
            </a:p>
            <a:p>
              <a:pPr>
                <a:spcAft>
                  <a:spcPts val="400"/>
                </a:spcAft>
              </a:pPr>
              <a:r>
                <a:rPr lang="en-US" sz="11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Students</a:t>
              </a:r>
            </a:p>
            <a:p>
              <a:r>
                <a:rPr lang="en-US" sz="1100" dirty="0">
                  <a:latin typeface="Poppins Light" panose="00000400000000000000" pitchFamily="2" charset="0"/>
                  <a:cs typeface="Poppins Light" panose="00000400000000000000" pitchFamily="2" charset="0"/>
                </a:rPr>
                <a:t>USD 3.3 Mn</a:t>
              </a:r>
              <a:endParaRPr lang="en-US" sz="1100" baseline="30000" dirty="0">
                <a:latin typeface="Poppins Light" panose="00000400000000000000" pitchFamily="2" charset="0"/>
                <a:cs typeface="Poppins Light" panose="00000400000000000000" pitchFamily="2" charset="0"/>
              </a:endParaRPr>
            </a:p>
            <a:p>
              <a:r>
                <a:rPr lang="en-IN" sz="1100" dirty="0">
                  <a:latin typeface="Poppins Light" panose="00000400000000000000" pitchFamily="2" charset="0"/>
                  <a:ea typeface="+mn-lt"/>
                  <a:cs typeface="Poppins Light" panose="00000400000000000000" pitchFamily="2" charset="0"/>
                </a:rPr>
                <a:t>Revenue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CA18CF4-77C5-1320-50DB-36947857B209}"/>
                </a:ext>
              </a:extLst>
            </p:cNvPr>
            <p:cNvSpPr txBox="1"/>
            <p:nvPr/>
          </p:nvSpPr>
          <p:spPr>
            <a:xfrm>
              <a:off x="3406469" y="3861771"/>
              <a:ext cx="1097892" cy="242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oppins Medium" panose="00000600000000000000" pitchFamily="2" charset="0"/>
                  <a:ea typeface="+mn-lt"/>
                  <a:cs typeface="Poppins Medium" panose="00000600000000000000" pitchFamily="2" charset="0"/>
                </a:rPr>
                <a:t>FY2030P</a:t>
              </a:r>
            </a:p>
          </p:txBody>
        </p:sp>
        <p:sp>
          <p:nvSpPr>
            <p:cNvPr id="29" name="Graphic 30">
              <a:extLst>
                <a:ext uri="{FF2B5EF4-FFF2-40B4-BE49-F238E27FC236}">
                  <a16:creationId xmlns:a16="http://schemas.microsoft.com/office/drawing/2014/main" id="{70D4F386-B020-4B27-91B7-11481088DC83}"/>
                </a:ext>
              </a:extLst>
            </p:cNvPr>
            <p:cNvSpPr/>
            <p:nvPr/>
          </p:nvSpPr>
          <p:spPr>
            <a:xfrm>
              <a:off x="490045" y="3808673"/>
              <a:ext cx="1368201" cy="1150186"/>
            </a:xfrm>
            <a:custGeom>
              <a:avLst/>
              <a:gdLst>
                <a:gd name="connsiteX0" fmla="*/ 1295714 w 1368201"/>
                <a:gd name="connsiteY0" fmla="*/ 0 h 1120931"/>
                <a:gd name="connsiteX1" fmla="*/ 1368202 w 1368201"/>
                <a:gd name="connsiteY1" fmla="*/ 72488 h 1120931"/>
                <a:gd name="connsiteX2" fmla="*/ 1368202 w 1368201"/>
                <a:gd name="connsiteY2" fmla="*/ 1048444 h 1120931"/>
                <a:gd name="connsiteX3" fmla="*/ 1295714 w 1368201"/>
                <a:gd name="connsiteY3" fmla="*/ 1120931 h 1120931"/>
                <a:gd name="connsiteX4" fmla="*/ 72487 w 1368201"/>
                <a:gd name="connsiteY4" fmla="*/ 1120931 h 1120931"/>
                <a:gd name="connsiteX5" fmla="*/ 0 w 1368201"/>
                <a:gd name="connsiteY5" fmla="*/ 1048444 h 1120931"/>
                <a:gd name="connsiteX6" fmla="*/ 0 w 1368201"/>
                <a:gd name="connsiteY6" fmla="*/ 72487 h 1120931"/>
                <a:gd name="connsiteX7" fmla="*/ 72487 w 1368201"/>
                <a:gd name="connsiteY7" fmla="*/ 0 h 112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8201" h="1120931">
                  <a:moveTo>
                    <a:pt x="1295714" y="0"/>
                  </a:moveTo>
                  <a:cubicBezTo>
                    <a:pt x="1335748" y="0"/>
                    <a:pt x="1368202" y="32454"/>
                    <a:pt x="1368202" y="72488"/>
                  </a:cubicBezTo>
                  <a:lnTo>
                    <a:pt x="1368202" y="1048444"/>
                  </a:lnTo>
                  <a:cubicBezTo>
                    <a:pt x="1368202" y="1088477"/>
                    <a:pt x="1335748" y="1120931"/>
                    <a:pt x="1295714" y="1120931"/>
                  </a:cubicBezTo>
                  <a:lnTo>
                    <a:pt x="72487" y="1120931"/>
                  </a:lnTo>
                  <a:cubicBezTo>
                    <a:pt x="32454" y="1120931"/>
                    <a:pt x="0" y="1088477"/>
                    <a:pt x="0" y="1048444"/>
                  </a:cubicBezTo>
                  <a:lnTo>
                    <a:pt x="0" y="72487"/>
                  </a:lnTo>
                  <a:cubicBezTo>
                    <a:pt x="0" y="32454"/>
                    <a:pt x="32454" y="0"/>
                    <a:pt x="72487" y="0"/>
                  </a:cubicBezTo>
                  <a:close/>
                </a:path>
              </a:pathLst>
            </a:custGeom>
            <a:solidFill>
              <a:srgbClr val="C9CBFB">
                <a:alpha val="40000"/>
              </a:srgb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6891313-456F-2CA8-F323-A7579894F3EF}"/>
                </a:ext>
              </a:extLst>
            </p:cNvPr>
            <p:cNvSpPr txBox="1"/>
            <p:nvPr/>
          </p:nvSpPr>
          <p:spPr>
            <a:xfrm>
              <a:off x="532217" y="3861771"/>
              <a:ext cx="1354976" cy="242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oppins Medium" panose="00000600000000000000" pitchFamily="2" charset="0"/>
                  <a:ea typeface="+mn-lt"/>
                  <a:cs typeface="Poppins Medium" panose="00000600000000000000" pitchFamily="2" charset="0"/>
                </a:rPr>
                <a:t>FY2028P (</a:t>
              </a:r>
              <a:r>
                <a:rPr lang="en-US" sz="1100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Launch)</a:t>
              </a:r>
              <a:endParaRPr lang="en-I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ea typeface="+mn-lt"/>
                <a:cs typeface="Poppins Medium" panose="00000600000000000000" pitchFamily="2" charset="0"/>
              </a:endParaRPr>
            </a:p>
          </p:txBody>
        </p:sp>
      </p:grpSp>
      <p:sp>
        <p:nvSpPr>
          <p:cNvPr id="7" name="Rectangle: Rounded Corners 7">
            <a:extLst>
              <a:ext uri="{FF2B5EF4-FFF2-40B4-BE49-F238E27FC236}">
                <a16:creationId xmlns:a16="http://schemas.microsoft.com/office/drawing/2014/main" id="{63EFC470-BCC6-9659-3449-BE010D0C5A35}"/>
              </a:ext>
            </a:extLst>
          </p:cNvPr>
          <p:cNvSpPr/>
          <p:nvPr/>
        </p:nvSpPr>
        <p:spPr>
          <a:xfrm>
            <a:off x="6780066" y="457987"/>
            <a:ext cx="4937760" cy="5972193"/>
          </a:xfrm>
          <a:prstGeom prst="roundRect">
            <a:avLst>
              <a:gd name="adj" fmla="val 2190"/>
            </a:avLst>
          </a:prstGeom>
          <a:noFill/>
          <a:ln w="6350">
            <a:solidFill>
              <a:srgbClr val="A9A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209DB4-BB02-A031-B45A-2FC5822F49CE}"/>
              </a:ext>
            </a:extLst>
          </p:cNvPr>
          <p:cNvSpPr/>
          <p:nvPr/>
        </p:nvSpPr>
        <p:spPr>
          <a:xfrm>
            <a:off x="1847179" y="5727499"/>
            <a:ext cx="1755727" cy="73866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SemiBold" panose="00000700000000000000" pitchFamily="2" charset="0"/>
                <a:ea typeface="+mn-lt"/>
                <a:cs typeface="Poppins SemiBold" panose="00000700000000000000" pitchFamily="2" charset="0"/>
              </a:rPr>
              <a:t>~100K</a:t>
            </a: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ea typeface="+mn-lt"/>
                <a:cs typeface="Poppins Medium" panose="00000600000000000000" pitchFamily="2" charset="0"/>
              </a:rPr>
              <a:t>      </a:t>
            </a:r>
          </a:p>
          <a:p>
            <a:r>
              <a:rPr lang="en-I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anose="00000400000000000000" pitchFamily="2" charset="0"/>
                <a:ea typeface="+mn-lt"/>
                <a:cs typeface="Poppins Light" panose="00000400000000000000" pitchFamily="2" charset="0"/>
              </a:rPr>
              <a:t>Total Projected</a:t>
            </a:r>
          </a:p>
          <a:p>
            <a:r>
              <a:rPr lang="en-I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anose="00000400000000000000" pitchFamily="2" charset="0"/>
                <a:ea typeface="+mn-lt"/>
                <a:cs typeface="Poppins Light" panose="00000400000000000000" pitchFamily="2" charset="0"/>
              </a:rPr>
              <a:t>Students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B387E5B-783F-8997-402F-64FBAB30096D}"/>
              </a:ext>
            </a:extLst>
          </p:cNvPr>
          <p:cNvSpPr/>
          <p:nvPr/>
        </p:nvSpPr>
        <p:spPr>
          <a:xfrm>
            <a:off x="546638" y="5758277"/>
            <a:ext cx="1121018" cy="63350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  <a:latin typeface="Poppins SemiBold" panose="00000700000000000000" pitchFamily="2" charset="0"/>
                <a:ea typeface="+mn-lt"/>
                <a:cs typeface="Poppins SemiBold" panose="00000700000000000000" pitchFamily="2" charset="0"/>
              </a:rPr>
              <a:t>4</a:t>
            </a:r>
            <a:endParaRPr lang="en-IN">
              <a:solidFill>
                <a:schemeClr val="tx1">
                  <a:lumMod val="95000"/>
                  <a:lumOff val="5000"/>
                </a:schemeClr>
              </a:solidFill>
              <a:latin typeface="Poppins Medium" panose="00000600000000000000" pitchFamily="2" charset="0"/>
              <a:ea typeface="+mn-lt"/>
              <a:cs typeface="Poppins Medium" panose="00000600000000000000" pitchFamily="2" charset="0"/>
            </a:endParaRPr>
          </a:p>
          <a:p>
            <a:pPr>
              <a:spcAft>
                <a:spcPts val="200"/>
              </a:spcAft>
            </a:pPr>
            <a:r>
              <a:rPr lang="en-IN" sz="1050">
                <a:latin typeface="Poppins Light" panose="00000400000000000000" pitchFamily="2" charset="0"/>
                <a:ea typeface="+mn-lt"/>
                <a:cs typeface="Poppins Light" panose="00000400000000000000" pitchFamily="2" charset="0"/>
              </a:rPr>
              <a:t>Countries</a:t>
            </a:r>
          </a:p>
          <a:p>
            <a:endParaRPr lang="en-IN" sz="500">
              <a:solidFill>
                <a:schemeClr val="tx1">
                  <a:lumMod val="95000"/>
                  <a:lumOff val="5000"/>
                </a:schemeClr>
              </a:solidFill>
              <a:latin typeface="Poppins Medium" panose="00000600000000000000" pitchFamily="2" charset="0"/>
              <a:ea typeface="+mn-lt"/>
              <a:cs typeface="Poppins Medium" panose="00000600000000000000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62DCB3-C29B-BF2D-5963-7AD62654D724}"/>
              </a:ext>
            </a:extLst>
          </p:cNvPr>
          <p:cNvSpPr txBox="1"/>
          <p:nvPr/>
        </p:nvSpPr>
        <p:spPr>
          <a:xfrm>
            <a:off x="530849" y="5324117"/>
            <a:ext cx="256833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Poppins Medium" panose="00000600000000000000" pitchFamily="2" charset="0"/>
                <a:ea typeface="+mn-lt"/>
                <a:cs typeface="Poppins Medium" panose="00000600000000000000" pitchFamily="2" charset="0"/>
              </a:rPr>
              <a:t>Cumulative 2028 - 2030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A58E305-052D-F34F-8479-1A82283C72F0}"/>
              </a:ext>
            </a:extLst>
          </p:cNvPr>
          <p:cNvSpPr txBox="1"/>
          <p:nvPr/>
        </p:nvSpPr>
        <p:spPr>
          <a:xfrm>
            <a:off x="3417923" y="5758277"/>
            <a:ext cx="20545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Poppins SemiBold" panose="00000700000000000000" pitchFamily="2" charset="0"/>
                <a:ea typeface="+mn-lt"/>
                <a:cs typeface="Poppins SemiBold" panose="00000700000000000000" pitchFamily="2" charset="0"/>
              </a:rPr>
              <a:t>USD 6 Mn </a:t>
            </a:r>
          </a:p>
          <a:p>
            <a:r>
              <a:rPr lang="en-IN" sz="1100" dirty="0">
                <a:latin typeface="Poppins Light" panose="00000400000000000000" pitchFamily="2" charset="0"/>
                <a:ea typeface="+mn-lt"/>
                <a:cs typeface="Poppins Light" panose="00000400000000000000" pitchFamily="2" charset="0"/>
              </a:rPr>
              <a:t>Total Projected</a:t>
            </a:r>
          </a:p>
          <a:p>
            <a:r>
              <a:rPr lang="en-IN" sz="1100" dirty="0">
                <a:latin typeface="Poppins Light" panose="00000400000000000000" pitchFamily="2" charset="0"/>
                <a:ea typeface="+mn-lt"/>
                <a:cs typeface="Poppins Light" panose="00000400000000000000" pitchFamily="2" charset="0"/>
              </a:rPr>
              <a:t> Revenue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FCB48FB-8FCA-DAF3-EFB2-6B9D3C617712}"/>
              </a:ext>
            </a:extLst>
          </p:cNvPr>
          <p:cNvSpPr/>
          <p:nvPr/>
        </p:nvSpPr>
        <p:spPr>
          <a:xfrm>
            <a:off x="456516" y="5678541"/>
            <a:ext cx="6132351" cy="751640"/>
          </a:xfrm>
          <a:prstGeom prst="rect">
            <a:avLst/>
          </a:prstGeom>
          <a:noFill/>
          <a:ln w="6350">
            <a:solidFill>
              <a:srgbClr val="D1D3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DCD5FFA-67F0-6B19-3E97-01673A11924F}"/>
              </a:ext>
            </a:extLst>
          </p:cNvPr>
          <p:cNvCxnSpPr>
            <a:cxnSpLocks/>
          </p:cNvCxnSpPr>
          <p:nvPr/>
        </p:nvCxnSpPr>
        <p:spPr>
          <a:xfrm>
            <a:off x="1635917" y="5758277"/>
            <a:ext cx="0" cy="557087"/>
          </a:xfrm>
          <a:prstGeom prst="line">
            <a:avLst/>
          </a:prstGeom>
          <a:ln w="9525">
            <a:solidFill>
              <a:srgbClr val="D1D3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E7979BB-8BF8-F5E3-8602-47034DEF6E96}"/>
              </a:ext>
            </a:extLst>
          </p:cNvPr>
          <p:cNvCxnSpPr>
            <a:cxnSpLocks/>
          </p:cNvCxnSpPr>
          <p:nvPr/>
        </p:nvCxnSpPr>
        <p:spPr>
          <a:xfrm>
            <a:off x="3226722" y="5758277"/>
            <a:ext cx="0" cy="557087"/>
          </a:xfrm>
          <a:prstGeom prst="line">
            <a:avLst/>
          </a:prstGeom>
          <a:ln w="9525">
            <a:solidFill>
              <a:srgbClr val="D1D3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FA7CB72-4DFF-6ADD-5FE0-73FB79216840}"/>
              </a:ext>
            </a:extLst>
          </p:cNvPr>
          <p:cNvSpPr txBox="1"/>
          <p:nvPr/>
        </p:nvSpPr>
        <p:spPr>
          <a:xfrm>
            <a:off x="577386" y="4252621"/>
            <a:ext cx="974947" cy="8207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latin typeface="Poppins Light" panose="00000400000000000000" pitchFamily="2" charset="0"/>
                <a:cs typeface="Poppins Light" panose="00000400000000000000" pitchFamily="2" charset="0"/>
              </a:rPr>
              <a:t>15K</a:t>
            </a:r>
          </a:p>
          <a:p>
            <a:pPr>
              <a:spcAft>
                <a:spcPts val="400"/>
              </a:spcAft>
            </a:pPr>
            <a:r>
              <a:rPr lang="en-US" sz="1100">
                <a:latin typeface="Poppins Light" panose="00000400000000000000" pitchFamily="2" charset="0"/>
                <a:cs typeface="Poppins Light" panose="00000400000000000000" pitchFamily="2" charset="0"/>
              </a:rPr>
              <a:t>Students</a:t>
            </a:r>
          </a:p>
          <a:p>
            <a:r>
              <a:rPr lang="en-US" sz="1100">
                <a:latin typeface="Poppins Light" panose="00000400000000000000" pitchFamily="2" charset="0"/>
                <a:cs typeface="Poppins Light" panose="00000400000000000000" pitchFamily="2" charset="0"/>
              </a:rPr>
              <a:t>USD 0.9 Mn</a:t>
            </a:r>
          </a:p>
          <a:p>
            <a:r>
              <a:rPr lang="en-IN" sz="1100">
                <a:latin typeface="Poppins Light" panose="00000400000000000000" pitchFamily="2" charset="0"/>
                <a:ea typeface="+mn-lt"/>
                <a:cs typeface="Poppins Light" panose="00000400000000000000" pitchFamily="2" charset="0"/>
              </a:rPr>
              <a:t>Revenue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724C75-54DA-CF30-FBAB-A406BE90E8C1}"/>
              </a:ext>
            </a:extLst>
          </p:cNvPr>
          <p:cNvSpPr/>
          <p:nvPr/>
        </p:nvSpPr>
        <p:spPr>
          <a:xfrm>
            <a:off x="383176" y="1513219"/>
            <a:ext cx="5701831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Poppins Light" panose="00000400000000000000" pitchFamily="2" charset="0"/>
                <a:ea typeface="+mn-lt"/>
                <a:cs typeface="Poppins Light" panose="00000400000000000000" pitchFamily="2" charset="0"/>
              </a:rPr>
              <a:t>Displace currently standing print publishers, replicating success demonstrated in LatAm Caribbean</a:t>
            </a:r>
            <a:endParaRPr lang="en-IN" sz="1400">
              <a:solidFill>
                <a:schemeClr val="tx1">
                  <a:lumMod val="95000"/>
                  <a:lumOff val="5000"/>
                </a:schemeClr>
              </a:solidFill>
              <a:latin typeface="Poppins Light" panose="00000400000000000000" pitchFamily="2" charset="0"/>
              <a:ea typeface="+mn-lt"/>
              <a:cs typeface="Poppins Light" panose="000004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3735D7-6E26-01E7-32D7-53087D642004}"/>
              </a:ext>
            </a:extLst>
          </p:cNvPr>
          <p:cNvSpPr/>
          <p:nvPr/>
        </p:nvSpPr>
        <p:spPr>
          <a:xfrm>
            <a:off x="346067" y="2226575"/>
            <a:ext cx="6526266" cy="32316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IN" sz="1500">
                <a:solidFill>
                  <a:srgbClr val="5960F2"/>
                </a:solidFill>
                <a:latin typeface="Poppins Medium" panose="00000600000000000000" pitchFamily="2" charset="0"/>
                <a:ea typeface="+mn-lt"/>
                <a:cs typeface="Poppins Medium" panose="00000600000000000000" pitchFamily="2" charset="0"/>
              </a:rPr>
              <a:t>Focus</a:t>
            </a:r>
            <a:r>
              <a:rPr lang="en-IN" sz="1400">
                <a:solidFill>
                  <a:srgbClr val="5960F2"/>
                </a:solidFill>
                <a:latin typeface="Poppins Medium" panose="00000600000000000000" pitchFamily="2" charset="0"/>
                <a:ea typeface="+mn-lt"/>
                <a:cs typeface="Poppins Medium" panose="00000600000000000000" pitchFamily="2" charset="0"/>
              </a:rPr>
              <a:t> </a:t>
            </a:r>
            <a:r>
              <a:rPr lang="en-IN" sz="1200">
                <a:solidFill>
                  <a:srgbClr val="5960F2"/>
                </a:solidFill>
                <a:latin typeface="Poppins Light" panose="00000400000000000000" pitchFamily="2" charset="0"/>
                <a:ea typeface="+mn-lt"/>
                <a:cs typeface="Poppins Light" panose="00000400000000000000" pitchFamily="2" charset="0"/>
              </a:rPr>
              <a:t>K-12 | B2G | Public Schools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5589D74-35F0-A370-C089-5A9685AC42A4}"/>
              </a:ext>
            </a:extLst>
          </p:cNvPr>
          <p:cNvGrpSpPr/>
          <p:nvPr/>
        </p:nvGrpSpPr>
        <p:grpSpPr>
          <a:xfrm>
            <a:off x="6830171" y="1396550"/>
            <a:ext cx="4730044" cy="3617014"/>
            <a:chOff x="6830171" y="1396550"/>
            <a:chExt cx="4730044" cy="361701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87C502E-7965-DA83-6F2F-5901E81340DD}"/>
                </a:ext>
              </a:extLst>
            </p:cNvPr>
            <p:cNvSpPr txBox="1"/>
            <p:nvPr/>
          </p:nvSpPr>
          <p:spPr>
            <a:xfrm rot="16200000">
              <a:off x="6269413" y="3044672"/>
              <a:ext cx="13523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>
                  <a:solidFill>
                    <a:srgbClr val="464AEA"/>
                  </a:solidFill>
                  <a:latin typeface="Poppins Light" panose="00000400000000000000" pitchFamily="2" charset="0"/>
                  <a:ea typeface="Calibri" panose="020F0502020204030204" pitchFamily="34" charset="0"/>
                  <a:cs typeface="Poppins Light" panose="00000400000000000000" pitchFamily="2" charset="0"/>
                </a:rPr>
                <a:t>Revenue (USD Mn)</a:t>
              </a:r>
              <a:endParaRPr lang="en-IN" sz="900">
                <a:solidFill>
                  <a:srgbClr val="464AEA"/>
                </a:solidFill>
                <a:latin typeface="Poppins Light" panose="00000400000000000000" pitchFamily="2" charset="0"/>
                <a:ea typeface="Calibri" panose="020F0502020204030204" pitchFamily="34" charset="0"/>
                <a:cs typeface="Poppins Light" panose="00000400000000000000" pitchFamily="2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DBA9986-A440-EF0E-1166-483DF24B05B7}"/>
                </a:ext>
              </a:extLst>
            </p:cNvPr>
            <p:cNvSpPr txBox="1"/>
            <p:nvPr/>
          </p:nvSpPr>
          <p:spPr>
            <a:xfrm>
              <a:off x="7655104" y="1396550"/>
              <a:ext cx="31120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464AEA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LatAm Spanish</a:t>
              </a:r>
              <a:r>
                <a:rPr lang="en-US" sz="2000">
                  <a:solidFill>
                    <a:srgbClr val="464AEA"/>
                  </a:solidFill>
                  <a:latin typeface="Poppins Medium" panose="00000600000000000000" pitchFamily="2" charset="0"/>
                  <a:ea typeface="+mn-ea"/>
                  <a:cs typeface="Poppins Medium" panose="00000600000000000000" pitchFamily="2" charset="0"/>
                </a:rPr>
                <a:t> Growth</a:t>
              </a:r>
              <a:endParaRPr lang="en-IN" sz="2000">
                <a:solidFill>
                  <a:srgbClr val="464AEA"/>
                </a:solidFill>
                <a:latin typeface="Poppins Light" panose="00000400000000000000" pitchFamily="2" charset="0"/>
                <a:ea typeface="+mn-lt"/>
                <a:cs typeface="Poppins Light" panose="00000400000000000000" pitchFamily="2" charset="0"/>
              </a:endParaRPr>
            </a:p>
          </p:txBody>
        </p:sp>
        <p:graphicFrame>
          <p:nvGraphicFramePr>
            <p:cNvPr id="27" name="Chart 26">
              <a:extLst>
                <a:ext uri="{FF2B5EF4-FFF2-40B4-BE49-F238E27FC236}">
                  <a16:creationId xmlns:a16="http://schemas.microsoft.com/office/drawing/2014/main" id="{61BC8011-54DC-5965-EA34-42C979F147C2}"/>
                </a:ext>
              </a:extLst>
            </p:cNvPr>
            <p:cNvGraphicFramePr/>
            <p:nvPr/>
          </p:nvGraphicFramePr>
          <p:xfrm>
            <a:off x="7051513" y="2260566"/>
            <a:ext cx="4340095" cy="27529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62C35EC-B1EC-6C3A-F4BE-918D7F221FC6}"/>
                </a:ext>
              </a:extLst>
            </p:cNvPr>
            <p:cNvSpPr txBox="1"/>
            <p:nvPr/>
          </p:nvSpPr>
          <p:spPr>
            <a:xfrm rot="16200000">
              <a:off x="10950112" y="3226433"/>
              <a:ext cx="98937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>
                  <a:solidFill>
                    <a:srgbClr val="464AEA"/>
                  </a:solidFill>
                  <a:latin typeface="Poppins Light" panose="00000400000000000000" pitchFamily="2" charset="0"/>
                  <a:ea typeface="Calibri" panose="020F0502020204030204" pitchFamily="34" charset="0"/>
                  <a:cs typeface="Poppins Light" panose="00000400000000000000" pitchFamily="2" charset="0"/>
                </a:rPr>
                <a:t>Schools (‘000)</a:t>
              </a:r>
              <a:endParaRPr lang="en-IN" sz="900">
                <a:solidFill>
                  <a:srgbClr val="464AEA"/>
                </a:solidFill>
                <a:latin typeface="Poppins Light" panose="00000400000000000000" pitchFamily="2" charset="0"/>
                <a:ea typeface="Calibri" panose="020F0502020204030204" pitchFamily="34" charset="0"/>
                <a:cs typeface="Poppins Light" panose="00000400000000000000" pitchFamily="2" charset="0"/>
              </a:endParaRP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855CF256-F810-22C7-3A03-9A383283FF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02934" y="2735223"/>
              <a:ext cx="2188384" cy="1104172"/>
            </a:xfrm>
            <a:prstGeom prst="straightConnector1">
              <a:avLst/>
            </a:prstGeom>
            <a:ln>
              <a:solidFill>
                <a:srgbClr val="8386F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C80C976-979B-B6E0-1AC1-6A4E3E48B5C2}"/>
                </a:ext>
              </a:extLst>
            </p:cNvPr>
            <p:cNvSpPr txBox="1"/>
            <p:nvPr/>
          </p:nvSpPr>
          <p:spPr>
            <a:xfrm rot="19983271">
              <a:off x="8556959" y="2850566"/>
              <a:ext cx="135125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rgbClr val="464AE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Rev CAGR 90%+</a:t>
              </a:r>
              <a:endParaRPr lang="en-IN" sz="900" dirty="0">
                <a:solidFill>
                  <a:srgbClr val="464AEA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099AE27-141B-5002-422B-160103EF27FA}"/>
              </a:ext>
            </a:extLst>
          </p:cNvPr>
          <p:cNvSpPr txBox="1"/>
          <p:nvPr/>
        </p:nvSpPr>
        <p:spPr>
          <a:xfrm>
            <a:off x="148595" y="6564401"/>
            <a:ext cx="679608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>
                <a:latin typeface="Poppins Light" panose="00000400000000000000" pitchFamily="2" charset="0"/>
                <a:cs typeface="Poppins Light" panose="00000400000000000000" pitchFamily="2" charset="0"/>
              </a:rPr>
              <a:t>Note - </a:t>
            </a:r>
            <a:r>
              <a:rPr lang="en-US" sz="800">
                <a:latin typeface="Poppins Light" panose="00000400000000000000" pitchFamily="2" charset="0"/>
                <a:cs typeface="Poppins Light" panose="00000400000000000000" pitchFamily="2" charset="0"/>
              </a:rPr>
              <a:t>USD to INR conversion rate of INR 85 considered for converting revenue numbers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409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31E93-042F-070C-6D72-068201741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2E497-3D8E-97FB-EA29-52B33DFD4AB9}"/>
              </a:ext>
            </a:extLst>
          </p:cNvPr>
          <p:cNvGrpSpPr/>
          <p:nvPr/>
        </p:nvGrpSpPr>
        <p:grpSpPr>
          <a:xfrm>
            <a:off x="-3361025" y="-1233068"/>
            <a:ext cx="17427705" cy="12053090"/>
            <a:chOff x="-3361025" y="-1233068"/>
            <a:chExt cx="17427705" cy="12053090"/>
          </a:xfrm>
        </p:grpSpPr>
        <p:sp>
          <p:nvSpPr>
            <p:cNvPr id="4" name="Graphic 33">
              <a:extLst>
                <a:ext uri="{FF2B5EF4-FFF2-40B4-BE49-F238E27FC236}">
                  <a16:creationId xmlns:a16="http://schemas.microsoft.com/office/drawing/2014/main" id="{D790D623-9014-83B8-3678-08343E001FB3}"/>
                </a:ext>
              </a:extLst>
            </p:cNvPr>
            <p:cNvSpPr/>
            <p:nvPr/>
          </p:nvSpPr>
          <p:spPr>
            <a:xfrm>
              <a:off x="9856482" y="-1233068"/>
              <a:ext cx="4210198" cy="2591524"/>
            </a:xfrm>
            <a:custGeom>
              <a:avLst/>
              <a:gdLst>
                <a:gd name="connsiteX0" fmla="*/ 3984 w 4210198"/>
                <a:gd name="connsiteY0" fmla="*/ 271685 h 2591524"/>
                <a:gd name="connsiteX1" fmla="*/ 1038970 w 4210198"/>
                <a:gd name="connsiteY1" fmla="*/ 2006568 h 2591524"/>
                <a:gd name="connsiteX2" fmla="*/ 3089417 w 4210198"/>
                <a:gd name="connsiteY2" fmla="*/ 2580926 h 2591524"/>
                <a:gd name="connsiteX3" fmla="*/ 4052680 w 4210198"/>
                <a:gd name="connsiteY3" fmla="*/ 2355755 h 2591524"/>
                <a:gd name="connsiteX4" fmla="*/ 4180791 w 4210198"/>
                <a:gd name="connsiteY4" fmla="*/ 2257266 h 2591524"/>
                <a:gd name="connsiteX5" fmla="*/ 4202413 w 4210198"/>
                <a:gd name="connsiteY5" fmla="*/ 2092103 h 2591524"/>
                <a:gd name="connsiteX6" fmla="*/ 3938761 w 4210198"/>
                <a:gd name="connsiteY6" fmla="*/ 1942465 h 2591524"/>
                <a:gd name="connsiteX7" fmla="*/ 3636152 w 4210198"/>
                <a:gd name="connsiteY7" fmla="*/ 2047335 h 2591524"/>
                <a:gd name="connsiteX8" fmla="*/ 3432698 w 4210198"/>
                <a:gd name="connsiteY8" fmla="*/ 2099152 h 2591524"/>
                <a:gd name="connsiteX9" fmla="*/ 3318874 w 4210198"/>
                <a:gd name="connsiteY9" fmla="*/ 2121916 h 2591524"/>
                <a:gd name="connsiteX10" fmla="*/ 3259153 w 4210198"/>
                <a:gd name="connsiteY10" fmla="*/ 2132108 h 2591524"/>
                <a:gd name="connsiteX11" fmla="*/ 3225148 w 4210198"/>
                <a:gd name="connsiteY11" fmla="*/ 2137347 h 2591524"/>
                <a:gd name="connsiteX12" fmla="*/ 3211432 w 4210198"/>
                <a:gd name="connsiteY12" fmla="*/ 2139347 h 2591524"/>
                <a:gd name="connsiteX13" fmla="*/ 3226672 w 4210198"/>
                <a:gd name="connsiteY13" fmla="*/ 2137442 h 2591524"/>
                <a:gd name="connsiteX14" fmla="*/ 3169808 w 4210198"/>
                <a:gd name="connsiteY14" fmla="*/ 2144300 h 2591524"/>
                <a:gd name="connsiteX15" fmla="*/ 3104276 w 4210198"/>
                <a:gd name="connsiteY15" fmla="*/ 2150872 h 2591524"/>
                <a:gd name="connsiteX16" fmla="*/ 2960829 w 4210198"/>
                <a:gd name="connsiteY16" fmla="*/ 2160207 h 2591524"/>
                <a:gd name="connsiteX17" fmla="*/ 2663173 w 4210198"/>
                <a:gd name="connsiteY17" fmla="*/ 2157159 h 2591524"/>
                <a:gd name="connsiteX18" fmla="*/ 2519250 w 4210198"/>
                <a:gd name="connsiteY18" fmla="*/ 2144586 h 2591524"/>
                <a:gd name="connsiteX19" fmla="*/ 2495914 w 4210198"/>
                <a:gd name="connsiteY19" fmla="*/ 2142014 h 2591524"/>
                <a:gd name="connsiteX20" fmla="*/ 2472197 w 4210198"/>
                <a:gd name="connsiteY20" fmla="*/ 2138490 h 2591524"/>
                <a:gd name="connsiteX21" fmla="*/ 2384091 w 4210198"/>
                <a:gd name="connsiteY21" fmla="*/ 2123726 h 2591524"/>
                <a:gd name="connsiteX22" fmla="*/ 2128535 w 4210198"/>
                <a:gd name="connsiteY22" fmla="*/ 2064385 h 2591524"/>
                <a:gd name="connsiteX23" fmla="*/ 1790112 w 4210198"/>
                <a:gd name="connsiteY23" fmla="*/ 1950943 h 2591524"/>
                <a:gd name="connsiteX24" fmla="*/ 1768109 w 4210198"/>
                <a:gd name="connsiteY24" fmla="*/ 1941798 h 2591524"/>
                <a:gd name="connsiteX25" fmla="*/ 1780015 w 4210198"/>
                <a:gd name="connsiteY25" fmla="*/ 1946561 h 2591524"/>
                <a:gd name="connsiteX26" fmla="*/ 1728294 w 4210198"/>
                <a:gd name="connsiteY26" fmla="*/ 1923225 h 2591524"/>
                <a:gd name="connsiteX27" fmla="*/ 1621233 w 4210198"/>
                <a:gd name="connsiteY27" fmla="*/ 1870456 h 2591524"/>
                <a:gd name="connsiteX28" fmla="*/ 1383775 w 4210198"/>
                <a:gd name="connsiteY28" fmla="*/ 1729010 h 2591524"/>
                <a:gd name="connsiteX29" fmla="*/ 1274714 w 4210198"/>
                <a:gd name="connsiteY29" fmla="*/ 1651000 h 2591524"/>
                <a:gd name="connsiteX30" fmla="*/ 1272999 w 4210198"/>
                <a:gd name="connsiteY30" fmla="*/ 1649476 h 2591524"/>
                <a:gd name="connsiteX31" fmla="*/ 1247282 w 4210198"/>
                <a:gd name="connsiteY31" fmla="*/ 1628712 h 2591524"/>
                <a:gd name="connsiteX32" fmla="*/ 1182988 w 4210198"/>
                <a:gd name="connsiteY32" fmla="*/ 1574133 h 2591524"/>
                <a:gd name="connsiteX33" fmla="*/ 957341 w 4210198"/>
                <a:gd name="connsiteY33" fmla="*/ 1348105 h 2591524"/>
                <a:gd name="connsiteX34" fmla="*/ 868568 w 4210198"/>
                <a:gd name="connsiteY34" fmla="*/ 1240758 h 2591524"/>
                <a:gd name="connsiteX35" fmla="*/ 868282 w 4210198"/>
                <a:gd name="connsiteY35" fmla="*/ 1239711 h 2591524"/>
                <a:gd name="connsiteX36" fmla="*/ 845041 w 4210198"/>
                <a:gd name="connsiteY36" fmla="*/ 1207897 h 2591524"/>
                <a:gd name="connsiteX37" fmla="*/ 800845 w 4210198"/>
                <a:gd name="connsiteY37" fmla="*/ 1144270 h 2591524"/>
                <a:gd name="connsiteX38" fmla="*/ 665400 w 4210198"/>
                <a:gd name="connsiteY38" fmla="*/ 917575 h 2591524"/>
                <a:gd name="connsiteX39" fmla="*/ 602154 w 4210198"/>
                <a:gd name="connsiteY39" fmla="*/ 789178 h 2591524"/>
                <a:gd name="connsiteX40" fmla="*/ 575769 w 4210198"/>
                <a:gd name="connsiteY40" fmla="*/ 729552 h 2591524"/>
                <a:gd name="connsiteX41" fmla="*/ 580246 w 4210198"/>
                <a:gd name="connsiteY41" fmla="*/ 739743 h 2591524"/>
                <a:gd name="connsiteX42" fmla="*/ 566435 w 4210198"/>
                <a:gd name="connsiteY42" fmla="*/ 705168 h 2591524"/>
                <a:gd name="connsiteX43" fmla="*/ 492426 w 4210198"/>
                <a:gd name="connsiteY43" fmla="*/ 489331 h 2591524"/>
                <a:gd name="connsiteX44" fmla="*/ 417654 w 4210198"/>
                <a:gd name="connsiteY44" fmla="*/ 157480 h 2591524"/>
                <a:gd name="connsiteX45" fmla="*/ 153621 w 4210198"/>
                <a:gd name="connsiteY45" fmla="*/ 8033 h 2591524"/>
                <a:gd name="connsiteX46" fmla="*/ 3984 w 4210198"/>
                <a:gd name="connsiteY46" fmla="*/ 271685 h 2591524"/>
                <a:gd name="connsiteX47" fmla="*/ 3984 w 4210198"/>
                <a:gd name="connsiteY47" fmla="*/ 271685 h 2591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210198" h="2591524">
                  <a:moveTo>
                    <a:pt x="3984" y="271685"/>
                  </a:moveTo>
                  <a:cubicBezTo>
                    <a:pt x="112378" y="957675"/>
                    <a:pt x="488806" y="1584516"/>
                    <a:pt x="1038970" y="2006568"/>
                  </a:cubicBezTo>
                  <a:cubicBezTo>
                    <a:pt x="1609518" y="2444242"/>
                    <a:pt x="2377709" y="2641124"/>
                    <a:pt x="3089417" y="2580926"/>
                  </a:cubicBezTo>
                  <a:cubicBezTo>
                    <a:pt x="3419744" y="2553018"/>
                    <a:pt x="3745118" y="2479961"/>
                    <a:pt x="4052680" y="2355755"/>
                  </a:cubicBezTo>
                  <a:cubicBezTo>
                    <a:pt x="4106496" y="2334038"/>
                    <a:pt x="4150312" y="2309273"/>
                    <a:pt x="4180791" y="2257266"/>
                  </a:cubicBezTo>
                  <a:cubicBezTo>
                    <a:pt x="4207652" y="2211356"/>
                    <a:pt x="4219082" y="2143633"/>
                    <a:pt x="4202413" y="2092103"/>
                  </a:cubicBezTo>
                  <a:cubicBezTo>
                    <a:pt x="4170028" y="1991995"/>
                    <a:pt x="4050108" y="1897507"/>
                    <a:pt x="3938761" y="1942465"/>
                  </a:cubicBezTo>
                  <a:cubicBezTo>
                    <a:pt x="3839701" y="1982470"/>
                    <a:pt x="3738736" y="2017522"/>
                    <a:pt x="3636152" y="2047335"/>
                  </a:cubicBezTo>
                  <a:cubicBezTo>
                    <a:pt x="3568905" y="2066862"/>
                    <a:pt x="3500992" y="2084197"/>
                    <a:pt x="3432698" y="2099152"/>
                  </a:cubicBezTo>
                  <a:cubicBezTo>
                    <a:pt x="3394884" y="2107438"/>
                    <a:pt x="3356974" y="2115058"/>
                    <a:pt x="3318874" y="2121916"/>
                  </a:cubicBezTo>
                  <a:cubicBezTo>
                    <a:pt x="3298967" y="2125536"/>
                    <a:pt x="3279060" y="2128870"/>
                    <a:pt x="3259153" y="2132108"/>
                  </a:cubicBezTo>
                  <a:cubicBezTo>
                    <a:pt x="3247818" y="2133918"/>
                    <a:pt x="3236483" y="2135728"/>
                    <a:pt x="3225148" y="2137347"/>
                  </a:cubicBezTo>
                  <a:lnTo>
                    <a:pt x="3211432" y="2139347"/>
                  </a:lnTo>
                  <a:cubicBezTo>
                    <a:pt x="3187905" y="2142681"/>
                    <a:pt x="3193049" y="2142014"/>
                    <a:pt x="3226672" y="2137442"/>
                  </a:cubicBezTo>
                  <a:cubicBezTo>
                    <a:pt x="3210480" y="2133918"/>
                    <a:pt x="3186572" y="2142490"/>
                    <a:pt x="3169808" y="2144300"/>
                  </a:cubicBezTo>
                  <a:cubicBezTo>
                    <a:pt x="3147996" y="2146777"/>
                    <a:pt x="3126183" y="2148967"/>
                    <a:pt x="3104276" y="2150872"/>
                  </a:cubicBezTo>
                  <a:cubicBezTo>
                    <a:pt x="3056556" y="2155158"/>
                    <a:pt x="3008740" y="2158302"/>
                    <a:pt x="2960829" y="2160207"/>
                  </a:cubicBezTo>
                  <a:cubicBezTo>
                    <a:pt x="2861674" y="2164303"/>
                    <a:pt x="2762233" y="2163350"/>
                    <a:pt x="2663173" y="2157159"/>
                  </a:cubicBezTo>
                  <a:cubicBezTo>
                    <a:pt x="2615072" y="2154206"/>
                    <a:pt x="2567066" y="2150015"/>
                    <a:pt x="2519250" y="2144586"/>
                  </a:cubicBezTo>
                  <a:cubicBezTo>
                    <a:pt x="2517917" y="2144395"/>
                    <a:pt x="2461338" y="2137823"/>
                    <a:pt x="2495914" y="2142014"/>
                  </a:cubicBezTo>
                  <a:cubicBezTo>
                    <a:pt x="2530490" y="2146205"/>
                    <a:pt x="2473340" y="2138680"/>
                    <a:pt x="2472197" y="2138490"/>
                  </a:cubicBezTo>
                  <a:cubicBezTo>
                    <a:pt x="2442765" y="2134013"/>
                    <a:pt x="2413428" y="2129155"/>
                    <a:pt x="2384091" y="2123726"/>
                  </a:cubicBezTo>
                  <a:cubicBezTo>
                    <a:pt x="2297985" y="2107915"/>
                    <a:pt x="2212926" y="2087531"/>
                    <a:pt x="2128535" y="2064385"/>
                  </a:cubicBezTo>
                  <a:cubicBezTo>
                    <a:pt x="2013663" y="2032857"/>
                    <a:pt x="1900411" y="1995996"/>
                    <a:pt x="1790112" y="1950943"/>
                  </a:cubicBezTo>
                  <a:cubicBezTo>
                    <a:pt x="1782777" y="1947990"/>
                    <a:pt x="1775443" y="1944656"/>
                    <a:pt x="1768109" y="1941798"/>
                  </a:cubicBezTo>
                  <a:cubicBezTo>
                    <a:pt x="1824783" y="1963325"/>
                    <a:pt x="1793922" y="1952752"/>
                    <a:pt x="1780015" y="1946561"/>
                  </a:cubicBezTo>
                  <a:cubicBezTo>
                    <a:pt x="1762775" y="1938846"/>
                    <a:pt x="1745439" y="1931226"/>
                    <a:pt x="1728294" y="1923225"/>
                  </a:cubicBezTo>
                  <a:cubicBezTo>
                    <a:pt x="1692195" y="1906461"/>
                    <a:pt x="1656476" y="1888839"/>
                    <a:pt x="1621233" y="1870456"/>
                  </a:cubicBezTo>
                  <a:cubicBezTo>
                    <a:pt x="1539509" y="1827784"/>
                    <a:pt x="1460166" y="1780540"/>
                    <a:pt x="1383775" y="1729010"/>
                  </a:cubicBezTo>
                  <a:cubicBezTo>
                    <a:pt x="1346628" y="1703959"/>
                    <a:pt x="1310718" y="1677480"/>
                    <a:pt x="1274714" y="1651000"/>
                  </a:cubicBezTo>
                  <a:cubicBezTo>
                    <a:pt x="1247853" y="1631188"/>
                    <a:pt x="1314433" y="1683480"/>
                    <a:pt x="1272999" y="1649476"/>
                  </a:cubicBezTo>
                  <a:cubicBezTo>
                    <a:pt x="1264427" y="1642523"/>
                    <a:pt x="1255759" y="1635665"/>
                    <a:pt x="1247282" y="1628712"/>
                  </a:cubicBezTo>
                  <a:cubicBezTo>
                    <a:pt x="1225565" y="1610900"/>
                    <a:pt x="1204134" y="1592707"/>
                    <a:pt x="1182988" y="1574133"/>
                  </a:cubicBezTo>
                  <a:cubicBezTo>
                    <a:pt x="1102978" y="1503839"/>
                    <a:pt x="1027540" y="1428306"/>
                    <a:pt x="957341" y="1348105"/>
                  </a:cubicBezTo>
                  <a:cubicBezTo>
                    <a:pt x="926956" y="1313339"/>
                    <a:pt x="895809" y="1278096"/>
                    <a:pt x="868568" y="1240758"/>
                  </a:cubicBezTo>
                  <a:cubicBezTo>
                    <a:pt x="897429" y="1280287"/>
                    <a:pt x="875616" y="1249521"/>
                    <a:pt x="868282" y="1239711"/>
                  </a:cubicBezTo>
                  <a:cubicBezTo>
                    <a:pt x="860472" y="1229138"/>
                    <a:pt x="852661" y="1218565"/>
                    <a:pt x="845041" y="1207897"/>
                  </a:cubicBezTo>
                  <a:cubicBezTo>
                    <a:pt x="829992" y="1186942"/>
                    <a:pt x="815228" y="1165701"/>
                    <a:pt x="800845" y="1144270"/>
                  </a:cubicBezTo>
                  <a:cubicBezTo>
                    <a:pt x="751696" y="1071213"/>
                    <a:pt x="706548" y="995490"/>
                    <a:pt x="665400" y="917575"/>
                  </a:cubicBezTo>
                  <a:cubicBezTo>
                    <a:pt x="643111" y="875379"/>
                    <a:pt x="622061" y="832517"/>
                    <a:pt x="602154" y="789178"/>
                  </a:cubicBezTo>
                  <a:cubicBezTo>
                    <a:pt x="593105" y="769461"/>
                    <a:pt x="584437" y="749459"/>
                    <a:pt x="575769" y="729552"/>
                  </a:cubicBezTo>
                  <a:cubicBezTo>
                    <a:pt x="563768" y="702024"/>
                    <a:pt x="596439" y="780891"/>
                    <a:pt x="580246" y="739743"/>
                  </a:cubicBezTo>
                  <a:cubicBezTo>
                    <a:pt x="575674" y="728218"/>
                    <a:pt x="570912" y="716693"/>
                    <a:pt x="566435" y="705168"/>
                  </a:cubicBezTo>
                  <a:cubicBezTo>
                    <a:pt x="538717" y="634302"/>
                    <a:pt x="513952" y="562293"/>
                    <a:pt x="492426" y="489331"/>
                  </a:cubicBezTo>
                  <a:cubicBezTo>
                    <a:pt x="460326" y="380460"/>
                    <a:pt x="435371" y="269589"/>
                    <a:pt x="417654" y="157480"/>
                  </a:cubicBezTo>
                  <a:cubicBezTo>
                    <a:pt x="399747" y="46704"/>
                    <a:pt x="255158" y="-24828"/>
                    <a:pt x="153621" y="8033"/>
                  </a:cubicBezTo>
                  <a:cubicBezTo>
                    <a:pt x="32940" y="47085"/>
                    <a:pt x="-14876" y="152718"/>
                    <a:pt x="3984" y="271685"/>
                  </a:cubicBezTo>
                  <a:lnTo>
                    <a:pt x="3984" y="271685"/>
                  </a:lnTo>
                  <a:close/>
                </a:path>
              </a:pathLst>
            </a:custGeom>
            <a:gradFill>
              <a:gsLst>
                <a:gs pos="0">
                  <a:srgbClr val="E8E8FC">
                    <a:alpha val="49000"/>
                  </a:srgbClr>
                </a:gs>
                <a:gs pos="87000">
                  <a:srgbClr val="C9CBFB"/>
                </a:gs>
              </a:gsLst>
              <a:lin ang="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80B99BF-A805-ECE5-70A8-F83760CCD7C5}"/>
                </a:ext>
              </a:extLst>
            </p:cNvPr>
            <p:cNvSpPr/>
            <p:nvPr/>
          </p:nvSpPr>
          <p:spPr>
            <a:xfrm rot="6300000" flipH="1">
              <a:off x="9777276" y="4875137"/>
              <a:ext cx="3567314" cy="2070257"/>
            </a:xfrm>
            <a:custGeom>
              <a:avLst/>
              <a:gdLst>
                <a:gd name="connsiteX0" fmla="*/ 103919 w 3567314"/>
                <a:gd name="connsiteY0" fmla="*/ 1720095 h 2070257"/>
                <a:gd name="connsiteX1" fmla="*/ 1623157 w 3567314"/>
                <a:gd name="connsiteY1" fmla="*/ 2059851 h 2070257"/>
                <a:gd name="connsiteX2" fmla="*/ 2521460 w 3567314"/>
                <a:gd name="connsiteY2" fmla="*/ 1804010 h 2070257"/>
                <a:gd name="connsiteX3" fmla="*/ 3269744 w 3567314"/>
                <a:gd name="connsiteY3" fmla="*/ 1134879 h 2070257"/>
                <a:gd name="connsiteX4" fmla="*/ 3567019 w 3567314"/>
                <a:gd name="connsiteY4" fmla="*/ 214478 h 2070257"/>
                <a:gd name="connsiteX5" fmla="*/ 3352706 w 3567314"/>
                <a:gd name="connsiteY5" fmla="*/ 165 h 2070257"/>
                <a:gd name="connsiteX6" fmla="*/ 3138394 w 3567314"/>
                <a:gd name="connsiteY6" fmla="*/ 214478 h 2070257"/>
                <a:gd name="connsiteX7" fmla="*/ 3132869 w 3567314"/>
                <a:gd name="connsiteY7" fmla="*/ 284772 h 2070257"/>
                <a:gd name="connsiteX8" fmla="*/ 3128773 w 3567314"/>
                <a:gd name="connsiteY8" fmla="*/ 322015 h 2070257"/>
                <a:gd name="connsiteX9" fmla="*/ 3131917 w 3567314"/>
                <a:gd name="connsiteY9" fmla="*/ 299155 h 2070257"/>
                <a:gd name="connsiteX10" fmla="*/ 3128393 w 3567314"/>
                <a:gd name="connsiteY10" fmla="*/ 322872 h 2070257"/>
                <a:gd name="connsiteX11" fmla="*/ 3082006 w 3567314"/>
                <a:gd name="connsiteY11" fmla="*/ 530422 h 2070257"/>
                <a:gd name="connsiteX12" fmla="*/ 3047621 w 3567314"/>
                <a:gd name="connsiteY12" fmla="*/ 635102 h 2070257"/>
                <a:gd name="connsiteX13" fmla="*/ 3036000 w 3567314"/>
                <a:gd name="connsiteY13" fmla="*/ 665963 h 2070257"/>
                <a:gd name="connsiteX14" fmla="*/ 3032952 w 3567314"/>
                <a:gd name="connsiteY14" fmla="*/ 673678 h 2070257"/>
                <a:gd name="connsiteX15" fmla="*/ 3030856 w 3567314"/>
                <a:gd name="connsiteY15" fmla="*/ 679393 h 2070257"/>
                <a:gd name="connsiteX16" fmla="*/ 3028094 w 3567314"/>
                <a:gd name="connsiteY16" fmla="*/ 685394 h 2070257"/>
                <a:gd name="connsiteX17" fmla="*/ 3009711 w 3567314"/>
                <a:gd name="connsiteY17" fmla="*/ 725304 h 2070257"/>
                <a:gd name="connsiteX18" fmla="*/ 2926844 w 3567314"/>
                <a:gd name="connsiteY18" fmla="*/ 877132 h 2070257"/>
                <a:gd name="connsiteX19" fmla="*/ 2855596 w 3567314"/>
                <a:gd name="connsiteY19" fmla="*/ 980478 h 2070257"/>
                <a:gd name="connsiteX20" fmla="*/ 2857978 w 3567314"/>
                <a:gd name="connsiteY20" fmla="*/ 977335 h 2070257"/>
                <a:gd name="connsiteX21" fmla="*/ 2830641 w 3567314"/>
                <a:gd name="connsiteY21" fmla="*/ 1010863 h 2070257"/>
                <a:gd name="connsiteX22" fmla="*/ 2757203 w 3567314"/>
                <a:gd name="connsiteY22" fmla="*/ 1093350 h 2070257"/>
                <a:gd name="connsiteX23" fmla="*/ 2577847 w 3567314"/>
                <a:gd name="connsiteY23" fmla="*/ 1259942 h 2070257"/>
                <a:gd name="connsiteX24" fmla="*/ 2549654 w 3567314"/>
                <a:gd name="connsiteY24" fmla="*/ 1282421 h 2070257"/>
                <a:gd name="connsiteX25" fmla="*/ 2550892 w 3567314"/>
                <a:gd name="connsiteY25" fmla="*/ 1280897 h 2070257"/>
                <a:gd name="connsiteX26" fmla="*/ 2502124 w 3567314"/>
                <a:gd name="connsiteY26" fmla="*/ 1315568 h 2070257"/>
                <a:gd name="connsiteX27" fmla="*/ 2389824 w 3567314"/>
                <a:gd name="connsiteY27" fmla="*/ 1387101 h 2070257"/>
                <a:gd name="connsiteX28" fmla="*/ 2178750 w 3567314"/>
                <a:gd name="connsiteY28" fmla="*/ 1494257 h 2070257"/>
                <a:gd name="connsiteX29" fmla="*/ 2188084 w 3567314"/>
                <a:gd name="connsiteY29" fmla="*/ 1490161 h 2070257"/>
                <a:gd name="connsiteX30" fmla="*/ 2167225 w 3567314"/>
                <a:gd name="connsiteY30" fmla="*/ 1498543 h 2070257"/>
                <a:gd name="connsiteX31" fmla="*/ 2112075 w 3567314"/>
                <a:gd name="connsiteY31" fmla="*/ 1519308 h 2070257"/>
                <a:gd name="connsiteX32" fmla="*/ 2010348 w 3567314"/>
                <a:gd name="connsiteY32" fmla="*/ 1553026 h 2070257"/>
                <a:gd name="connsiteX33" fmla="*/ 1810132 w 3567314"/>
                <a:gd name="connsiteY33" fmla="*/ 1603318 h 2070257"/>
                <a:gd name="connsiteX34" fmla="*/ 1725741 w 3567314"/>
                <a:gd name="connsiteY34" fmla="*/ 1618653 h 2070257"/>
                <a:gd name="connsiteX35" fmla="*/ 1679545 w 3567314"/>
                <a:gd name="connsiteY35" fmla="*/ 1625702 h 2070257"/>
                <a:gd name="connsiteX36" fmla="*/ 1685545 w 3567314"/>
                <a:gd name="connsiteY36" fmla="*/ 1624940 h 2070257"/>
                <a:gd name="connsiteX37" fmla="*/ 1681069 w 3567314"/>
                <a:gd name="connsiteY37" fmla="*/ 1625226 h 2070257"/>
                <a:gd name="connsiteX38" fmla="*/ 1415131 w 3567314"/>
                <a:gd name="connsiteY38" fmla="*/ 1641418 h 2070257"/>
                <a:gd name="connsiteX39" fmla="*/ 1273970 w 3567314"/>
                <a:gd name="connsiteY39" fmla="*/ 1638561 h 2070257"/>
                <a:gd name="connsiteX40" fmla="*/ 1146907 w 3567314"/>
                <a:gd name="connsiteY40" fmla="*/ 1628750 h 2070257"/>
                <a:gd name="connsiteX41" fmla="*/ 1122237 w 3567314"/>
                <a:gd name="connsiteY41" fmla="*/ 1625988 h 2070257"/>
                <a:gd name="connsiteX42" fmla="*/ 1110045 w 3567314"/>
                <a:gd name="connsiteY42" fmla="*/ 1624654 h 2070257"/>
                <a:gd name="connsiteX43" fmla="*/ 1106425 w 3567314"/>
                <a:gd name="connsiteY43" fmla="*/ 1623987 h 2070257"/>
                <a:gd name="connsiteX44" fmla="*/ 1066992 w 3567314"/>
                <a:gd name="connsiteY44" fmla="*/ 1617701 h 2070257"/>
                <a:gd name="connsiteX45" fmla="*/ 600362 w 3567314"/>
                <a:gd name="connsiteY45" fmla="*/ 1488256 h 2070257"/>
                <a:gd name="connsiteX46" fmla="*/ 549022 w 3567314"/>
                <a:gd name="connsiteY46" fmla="*/ 1467492 h 2070257"/>
                <a:gd name="connsiteX47" fmla="*/ 572835 w 3567314"/>
                <a:gd name="connsiteY47" fmla="*/ 1477398 h 2070257"/>
                <a:gd name="connsiteX48" fmla="*/ 546260 w 3567314"/>
                <a:gd name="connsiteY48" fmla="*/ 1465682 h 2070257"/>
                <a:gd name="connsiteX49" fmla="*/ 462154 w 3567314"/>
                <a:gd name="connsiteY49" fmla="*/ 1426058 h 2070257"/>
                <a:gd name="connsiteX50" fmla="*/ 320327 w 3567314"/>
                <a:gd name="connsiteY50" fmla="*/ 1349953 h 2070257"/>
                <a:gd name="connsiteX51" fmla="*/ 27148 w 3567314"/>
                <a:gd name="connsiteY51" fmla="*/ 1426820 h 2070257"/>
                <a:gd name="connsiteX52" fmla="*/ 104014 w 3567314"/>
                <a:gd name="connsiteY52" fmla="*/ 1719999 h 2070257"/>
                <a:gd name="connsiteX53" fmla="*/ 104014 w 3567314"/>
                <a:gd name="connsiteY53" fmla="*/ 1719999 h 207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567314" h="2070257">
                  <a:moveTo>
                    <a:pt x="103919" y="1720095"/>
                  </a:moveTo>
                  <a:cubicBezTo>
                    <a:pt x="561024" y="1984413"/>
                    <a:pt x="1096615" y="2108619"/>
                    <a:pt x="1623157" y="2059851"/>
                  </a:cubicBezTo>
                  <a:cubicBezTo>
                    <a:pt x="1937101" y="2030705"/>
                    <a:pt x="2240948" y="1950314"/>
                    <a:pt x="2521460" y="1804010"/>
                  </a:cubicBezTo>
                  <a:cubicBezTo>
                    <a:pt x="2820830" y="1647800"/>
                    <a:pt x="3080291" y="1414152"/>
                    <a:pt x="3269744" y="1134879"/>
                  </a:cubicBezTo>
                  <a:cubicBezTo>
                    <a:pt x="3452909" y="864845"/>
                    <a:pt x="3547493" y="538233"/>
                    <a:pt x="3567019" y="214478"/>
                  </a:cubicBezTo>
                  <a:cubicBezTo>
                    <a:pt x="3573781" y="102369"/>
                    <a:pt x="3463577" y="-4788"/>
                    <a:pt x="3352706" y="165"/>
                  </a:cubicBezTo>
                  <a:cubicBezTo>
                    <a:pt x="3230786" y="5595"/>
                    <a:pt x="3145633" y="94368"/>
                    <a:pt x="3138394" y="214478"/>
                  </a:cubicBezTo>
                  <a:cubicBezTo>
                    <a:pt x="3136965" y="237909"/>
                    <a:pt x="3135155" y="261341"/>
                    <a:pt x="3132869" y="284772"/>
                  </a:cubicBezTo>
                  <a:cubicBezTo>
                    <a:pt x="3131631" y="297250"/>
                    <a:pt x="3130107" y="309633"/>
                    <a:pt x="3128773" y="322015"/>
                  </a:cubicBezTo>
                  <a:cubicBezTo>
                    <a:pt x="3127059" y="337065"/>
                    <a:pt x="3119534" y="358401"/>
                    <a:pt x="3131917" y="299155"/>
                  </a:cubicBezTo>
                  <a:cubicBezTo>
                    <a:pt x="3130297" y="306966"/>
                    <a:pt x="3129631" y="315062"/>
                    <a:pt x="3128393" y="322872"/>
                  </a:cubicBezTo>
                  <a:cubicBezTo>
                    <a:pt x="3117344" y="392976"/>
                    <a:pt x="3101818" y="462318"/>
                    <a:pt x="3082006" y="530422"/>
                  </a:cubicBezTo>
                  <a:cubicBezTo>
                    <a:pt x="3071719" y="565665"/>
                    <a:pt x="3060289" y="600621"/>
                    <a:pt x="3047621" y="635102"/>
                  </a:cubicBezTo>
                  <a:cubicBezTo>
                    <a:pt x="3043811" y="645389"/>
                    <a:pt x="3040001" y="655676"/>
                    <a:pt x="3036000" y="665963"/>
                  </a:cubicBezTo>
                  <a:lnTo>
                    <a:pt x="3032952" y="673678"/>
                  </a:lnTo>
                  <a:cubicBezTo>
                    <a:pt x="3025237" y="692538"/>
                    <a:pt x="3024570" y="694443"/>
                    <a:pt x="3030856" y="679393"/>
                  </a:cubicBezTo>
                  <a:cubicBezTo>
                    <a:pt x="3044096" y="667296"/>
                    <a:pt x="3033143" y="674345"/>
                    <a:pt x="3028094" y="685394"/>
                  </a:cubicBezTo>
                  <a:cubicBezTo>
                    <a:pt x="3021998" y="698729"/>
                    <a:pt x="3015997" y="712064"/>
                    <a:pt x="3009711" y="725304"/>
                  </a:cubicBezTo>
                  <a:cubicBezTo>
                    <a:pt x="2984851" y="777310"/>
                    <a:pt x="2957419" y="828269"/>
                    <a:pt x="2926844" y="877132"/>
                  </a:cubicBezTo>
                  <a:cubicBezTo>
                    <a:pt x="2904555" y="912660"/>
                    <a:pt x="2880362" y="946665"/>
                    <a:pt x="2855596" y="980478"/>
                  </a:cubicBezTo>
                  <a:cubicBezTo>
                    <a:pt x="2834927" y="1008672"/>
                    <a:pt x="2887029" y="941426"/>
                    <a:pt x="2857978" y="977335"/>
                  </a:cubicBezTo>
                  <a:cubicBezTo>
                    <a:pt x="2848929" y="988575"/>
                    <a:pt x="2839880" y="999814"/>
                    <a:pt x="2830641" y="1010863"/>
                  </a:cubicBezTo>
                  <a:cubicBezTo>
                    <a:pt x="2807019" y="1039057"/>
                    <a:pt x="2782540" y="1066584"/>
                    <a:pt x="2757203" y="1093350"/>
                  </a:cubicBezTo>
                  <a:cubicBezTo>
                    <a:pt x="2701101" y="1152690"/>
                    <a:pt x="2641189" y="1208412"/>
                    <a:pt x="2577847" y="1259942"/>
                  </a:cubicBezTo>
                  <a:cubicBezTo>
                    <a:pt x="2568608" y="1267467"/>
                    <a:pt x="2559274" y="1275182"/>
                    <a:pt x="2549654" y="1282421"/>
                  </a:cubicBezTo>
                  <a:cubicBezTo>
                    <a:pt x="2555749" y="1277849"/>
                    <a:pt x="2582705" y="1258037"/>
                    <a:pt x="2550892" y="1280897"/>
                  </a:cubicBezTo>
                  <a:cubicBezTo>
                    <a:pt x="2534699" y="1292517"/>
                    <a:pt x="2518602" y="1304328"/>
                    <a:pt x="2502124" y="1315568"/>
                  </a:cubicBezTo>
                  <a:cubicBezTo>
                    <a:pt x="2465548" y="1340714"/>
                    <a:pt x="2428114" y="1364622"/>
                    <a:pt x="2389824" y="1387101"/>
                  </a:cubicBezTo>
                  <a:cubicBezTo>
                    <a:pt x="2321625" y="1427201"/>
                    <a:pt x="2250950" y="1461872"/>
                    <a:pt x="2178750" y="1494257"/>
                  </a:cubicBezTo>
                  <a:cubicBezTo>
                    <a:pt x="2151508" y="1506449"/>
                    <a:pt x="2215802" y="1479588"/>
                    <a:pt x="2188084" y="1490161"/>
                  </a:cubicBezTo>
                  <a:cubicBezTo>
                    <a:pt x="2181131" y="1492828"/>
                    <a:pt x="2174178" y="1495781"/>
                    <a:pt x="2167225" y="1498543"/>
                  </a:cubicBezTo>
                  <a:cubicBezTo>
                    <a:pt x="2148937" y="1505782"/>
                    <a:pt x="2130554" y="1512640"/>
                    <a:pt x="2112075" y="1519308"/>
                  </a:cubicBezTo>
                  <a:cubicBezTo>
                    <a:pt x="2078452" y="1531404"/>
                    <a:pt x="2044543" y="1542644"/>
                    <a:pt x="2010348" y="1553026"/>
                  </a:cubicBezTo>
                  <a:cubicBezTo>
                    <a:pt x="1944435" y="1572933"/>
                    <a:pt x="1877665" y="1589697"/>
                    <a:pt x="1810132" y="1603318"/>
                  </a:cubicBezTo>
                  <a:cubicBezTo>
                    <a:pt x="1782129" y="1608938"/>
                    <a:pt x="1753935" y="1614081"/>
                    <a:pt x="1725741" y="1618653"/>
                  </a:cubicBezTo>
                  <a:cubicBezTo>
                    <a:pt x="1710310" y="1621130"/>
                    <a:pt x="1694975" y="1623416"/>
                    <a:pt x="1679545" y="1625702"/>
                  </a:cubicBezTo>
                  <a:cubicBezTo>
                    <a:pt x="1671829" y="1626845"/>
                    <a:pt x="1650112" y="1629893"/>
                    <a:pt x="1685545" y="1624940"/>
                  </a:cubicBezTo>
                  <a:cubicBezTo>
                    <a:pt x="1724598" y="1619511"/>
                    <a:pt x="1690117" y="1624178"/>
                    <a:pt x="1681069" y="1625226"/>
                  </a:cubicBezTo>
                  <a:cubicBezTo>
                    <a:pt x="1592772" y="1635608"/>
                    <a:pt x="1503999" y="1640942"/>
                    <a:pt x="1415131" y="1641418"/>
                  </a:cubicBezTo>
                  <a:cubicBezTo>
                    <a:pt x="1368077" y="1641704"/>
                    <a:pt x="1320928" y="1640942"/>
                    <a:pt x="1273970" y="1638561"/>
                  </a:cubicBezTo>
                  <a:cubicBezTo>
                    <a:pt x="1231489" y="1636465"/>
                    <a:pt x="1189102" y="1633227"/>
                    <a:pt x="1146907" y="1628750"/>
                  </a:cubicBezTo>
                  <a:cubicBezTo>
                    <a:pt x="1138620" y="1627893"/>
                    <a:pt x="1130428" y="1626940"/>
                    <a:pt x="1122237" y="1625988"/>
                  </a:cubicBezTo>
                  <a:cubicBezTo>
                    <a:pt x="1114617" y="1625130"/>
                    <a:pt x="1078993" y="1620749"/>
                    <a:pt x="1110045" y="1624654"/>
                  </a:cubicBezTo>
                  <a:cubicBezTo>
                    <a:pt x="1139191" y="1628274"/>
                    <a:pt x="1111664" y="1624845"/>
                    <a:pt x="1106425" y="1623987"/>
                  </a:cubicBezTo>
                  <a:cubicBezTo>
                    <a:pt x="1093281" y="1621892"/>
                    <a:pt x="1080136" y="1619892"/>
                    <a:pt x="1066992" y="1617701"/>
                  </a:cubicBezTo>
                  <a:cubicBezTo>
                    <a:pt x="907543" y="1591031"/>
                    <a:pt x="750952" y="1547311"/>
                    <a:pt x="600362" y="1488256"/>
                  </a:cubicBezTo>
                  <a:cubicBezTo>
                    <a:pt x="583217" y="1481493"/>
                    <a:pt x="566358" y="1473873"/>
                    <a:pt x="549022" y="1467492"/>
                  </a:cubicBezTo>
                  <a:cubicBezTo>
                    <a:pt x="546451" y="1466539"/>
                    <a:pt x="593790" y="1487208"/>
                    <a:pt x="572835" y="1477398"/>
                  </a:cubicBezTo>
                  <a:cubicBezTo>
                    <a:pt x="564072" y="1473302"/>
                    <a:pt x="555118" y="1469682"/>
                    <a:pt x="546260" y="1465682"/>
                  </a:cubicBezTo>
                  <a:cubicBezTo>
                    <a:pt x="517971" y="1453014"/>
                    <a:pt x="489967" y="1439774"/>
                    <a:pt x="462154" y="1426058"/>
                  </a:cubicBezTo>
                  <a:cubicBezTo>
                    <a:pt x="414053" y="1402245"/>
                    <a:pt x="366809" y="1376814"/>
                    <a:pt x="320327" y="1349953"/>
                  </a:cubicBezTo>
                  <a:cubicBezTo>
                    <a:pt x="223267" y="1293851"/>
                    <a:pt x="81345" y="1324236"/>
                    <a:pt x="27148" y="1426820"/>
                  </a:cubicBezTo>
                  <a:cubicBezTo>
                    <a:pt x="-26954" y="1529118"/>
                    <a:pt x="382" y="1660087"/>
                    <a:pt x="104014" y="1719999"/>
                  </a:cubicBezTo>
                  <a:lnTo>
                    <a:pt x="104014" y="1719999"/>
                  </a:lnTo>
                  <a:close/>
                </a:path>
              </a:pathLst>
            </a:custGeom>
            <a:gradFill>
              <a:gsLst>
                <a:gs pos="57000">
                  <a:srgbClr val="E8E8FC">
                    <a:alpha val="76000"/>
                  </a:srgbClr>
                </a:gs>
                <a:gs pos="100000">
                  <a:srgbClr val="C9CBFB"/>
                </a:gs>
              </a:gsLst>
              <a:lin ang="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9" name="Graphic 52">
              <a:extLst>
                <a:ext uri="{FF2B5EF4-FFF2-40B4-BE49-F238E27FC236}">
                  <a16:creationId xmlns:a16="http://schemas.microsoft.com/office/drawing/2014/main" id="{12678715-5E84-33A8-B4A1-78EB879CD125}"/>
                </a:ext>
              </a:extLst>
            </p:cNvPr>
            <p:cNvSpPr/>
            <p:nvPr/>
          </p:nvSpPr>
          <p:spPr>
            <a:xfrm rot="13483148" flipH="1">
              <a:off x="-3361025" y="4982093"/>
              <a:ext cx="10425086" cy="5837929"/>
            </a:xfrm>
            <a:custGeom>
              <a:avLst/>
              <a:gdLst>
                <a:gd name="connsiteX0" fmla="*/ 10410456 w 10425086"/>
                <a:gd name="connsiteY0" fmla="*/ 5086420 h 5837929"/>
                <a:gd name="connsiteX1" fmla="*/ 10133565 w 10425086"/>
                <a:gd name="connsiteY1" fmla="*/ 4963262 h 5837929"/>
                <a:gd name="connsiteX2" fmla="*/ 9657696 w 10425086"/>
                <a:gd name="connsiteY2" fmla="*/ 5104327 h 5837929"/>
                <a:gd name="connsiteX3" fmla="*/ 9549206 w 10425086"/>
                <a:gd name="connsiteY3" fmla="*/ 5132616 h 5837929"/>
                <a:gd name="connsiteX4" fmla="*/ 9487103 w 10425086"/>
                <a:gd name="connsiteY4" fmla="*/ 5148238 h 5837929"/>
                <a:gd name="connsiteX5" fmla="*/ 9480055 w 10425086"/>
                <a:gd name="connsiteY5" fmla="*/ 5150333 h 5837929"/>
                <a:gd name="connsiteX6" fmla="*/ 9462624 w 10425086"/>
                <a:gd name="connsiteY6" fmla="*/ 5154143 h 5837929"/>
                <a:gd name="connsiteX7" fmla="*/ 9220499 w 10425086"/>
                <a:gd name="connsiteY7" fmla="*/ 5208436 h 5837929"/>
                <a:gd name="connsiteX8" fmla="*/ 8247996 w 10425086"/>
                <a:gd name="connsiteY8" fmla="*/ 5360836 h 5837929"/>
                <a:gd name="connsiteX9" fmla="*/ 7264826 w 10425086"/>
                <a:gd name="connsiteY9" fmla="*/ 5411889 h 5837929"/>
                <a:gd name="connsiteX10" fmla="*/ 7144715 w 10425086"/>
                <a:gd name="connsiteY10" fmla="*/ 5411127 h 5837929"/>
                <a:gd name="connsiteX11" fmla="*/ 7103282 w 10425086"/>
                <a:gd name="connsiteY11" fmla="*/ 5410461 h 5837929"/>
                <a:gd name="connsiteX12" fmla="*/ 7064229 w 10425086"/>
                <a:gd name="connsiteY12" fmla="*/ 5409508 h 5837929"/>
                <a:gd name="connsiteX13" fmla="*/ 6816198 w 10425086"/>
                <a:gd name="connsiteY13" fmla="*/ 5399602 h 5837929"/>
                <a:gd name="connsiteX14" fmla="*/ 6321374 w 10425086"/>
                <a:gd name="connsiteY14" fmla="*/ 5360359 h 5837929"/>
                <a:gd name="connsiteX15" fmla="*/ 5232000 w 10425086"/>
                <a:gd name="connsiteY15" fmla="*/ 5179670 h 5837929"/>
                <a:gd name="connsiteX16" fmla="*/ 5206664 w 10425086"/>
                <a:gd name="connsiteY16" fmla="*/ 5176146 h 5837929"/>
                <a:gd name="connsiteX17" fmla="*/ 4761370 w 10425086"/>
                <a:gd name="connsiteY17" fmla="*/ 5056416 h 5837929"/>
                <a:gd name="connsiteX18" fmla="*/ 4289311 w 10425086"/>
                <a:gd name="connsiteY18" fmla="*/ 4903064 h 5837929"/>
                <a:gd name="connsiteX19" fmla="*/ 4056425 w 10425086"/>
                <a:gd name="connsiteY19" fmla="*/ 4817148 h 5837929"/>
                <a:gd name="connsiteX20" fmla="*/ 4019944 w 10425086"/>
                <a:gd name="connsiteY20" fmla="*/ 4803052 h 5837929"/>
                <a:gd name="connsiteX21" fmla="*/ 3981463 w 10425086"/>
                <a:gd name="connsiteY21" fmla="*/ 4787812 h 5837929"/>
                <a:gd name="connsiteX22" fmla="*/ 3870211 w 10425086"/>
                <a:gd name="connsiteY22" fmla="*/ 4742472 h 5837929"/>
                <a:gd name="connsiteX23" fmla="*/ 2981624 w 10425086"/>
                <a:gd name="connsiteY23" fmla="*/ 4318610 h 5837929"/>
                <a:gd name="connsiteX24" fmla="*/ 2141709 w 10425086"/>
                <a:gd name="connsiteY24" fmla="*/ 3805212 h 5837929"/>
                <a:gd name="connsiteX25" fmla="*/ 1938827 w 10425086"/>
                <a:gd name="connsiteY25" fmla="*/ 3662242 h 5837929"/>
                <a:gd name="connsiteX26" fmla="*/ 1924158 w 10425086"/>
                <a:gd name="connsiteY26" fmla="*/ 3652051 h 5837929"/>
                <a:gd name="connsiteX27" fmla="*/ 1918443 w 10425086"/>
                <a:gd name="connsiteY27" fmla="*/ 3647383 h 5837929"/>
                <a:gd name="connsiteX28" fmla="*/ 1867008 w 10425086"/>
                <a:gd name="connsiteY28" fmla="*/ 3609188 h 5837929"/>
                <a:gd name="connsiteX29" fmla="*/ 1823765 w 10425086"/>
                <a:gd name="connsiteY29" fmla="*/ 3576422 h 5837929"/>
                <a:gd name="connsiteX30" fmla="*/ 1823765 w 10425086"/>
                <a:gd name="connsiteY30" fmla="*/ 3571850 h 5837929"/>
                <a:gd name="connsiteX31" fmla="*/ 1269219 w 10425086"/>
                <a:gd name="connsiteY31" fmla="*/ 3006732 h 5837929"/>
                <a:gd name="connsiteX32" fmla="*/ 1196257 w 10425086"/>
                <a:gd name="connsiteY32" fmla="*/ 2916530 h 5837929"/>
                <a:gd name="connsiteX33" fmla="*/ 1196067 w 10425086"/>
                <a:gd name="connsiteY33" fmla="*/ 2916339 h 5837929"/>
                <a:gd name="connsiteX34" fmla="*/ 1179779 w 10425086"/>
                <a:gd name="connsiteY34" fmla="*/ 2894908 h 5837929"/>
                <a:gd name="connsiteX35" fmla="*/ 1137584 w 10425086"/>
                <a:gd name="connsiteY35" fmla="*/ 2837663 h 5837929"/>
                <a:gd name="connsiteX36" fmla="*/ 975754 w 10425086"/>
                <a:gd name="connsiteY36" fmla="*/ 2594490 h 5837929"/>
                <a:gd name="connsiteX37" fmla="*/ 783254 w 10425086"/>
                <a:gd name="connsiteY37" fmla="*/ 2237112 h 5837929"/>
                <a:gd name="connsiteX38" fmla="*/ 759250 w 10425086"/>
                <a:gd name="connsiteY38" fmla="*/ 2184057 h 5837929"/>
                <a:gd name="connsiteX39" fmla="*/ 747154 w 10425086"/>
                <a:gd name="connsiteY39" fmla="*/ 2156340 h 5837929"/>
                <a:gd name="connsiteX40" fmla="*/ 680860 w 10425086"/>
                <a:gd name="connsiteY40" fmla="*/ 1984509 h 5837929"/>
                <a:gd name="connsiteX41" fmla="*/ 541033 w 10425086"/>
                <a:gd name="connsiteY41" fmla="*/ 1513307 h 5837929"/>
                <a:gd name="connsiteX42" fmla="*/ 475882 w 10425086"/>
                <a:gd name="connsiteY42" fmla="*/ 1184694 h 5837929"/>
                <a:gd name="connsiteX43" fmla="*/ 465023 w 10425086"/>
                <a:gd name="connsiteY43" fmla="*/ 1115352 h 5837929"/>
                <a:gd name="connsiteX44" fmla="*/ 462832 w 10425086"/>
                <a:gd name="connsiteY44" fmla="*/ 1096969 h 5837929"/>
                <a:gd name="connsiteX45" fmla="*/ 456546 w 10425086"/>
                <a:gd name="connsiteY45" fmla="*/ 1044391 h 5837929"/>
                <a:gd name="connsiteX46" fmla="*/ 439115 w 10425086"/>
                <a:gd name="connsiteY46" fmla="*/ 853891 h 5837929"/>
                <a:gd name="connsiteX47" fmla="*/ 441020 w 10425086"/>
                <a:gd name="connsiteY47" fmla="*/ 214478 h 5837929"/>
                <a:gd name="connsiteX48" fmla="*/ 226708 w 10425086"/>
                <a:gd name="connsiteY48" fmla="*/ 165 h 5837929"/>
                <a:gd name="connsiteX49" fmla="*/ 12395 w 10425086"/>
                <a:gd name="connsiteY49" fmla="*/ 214478 h 5837929"/>
                <a:gd name="connsiteX50" fmla="*/ 386251 w 10425086"/>
                <a:gd name="connsiteY50" fmla="*/ 2393607 h 5837929"/>
                <a:gd name="connsiteX51" fmla="*/ 1564303 w 10425086"/>
                <a:gd name="connsiteY51" fmla="*/ 3907320 h 5837929"/>
                <a:gd name="connsiteX52" fmla="*/ 1823669 w 10425086"/>
                <a:gd name="connsiteY52" fmla="*/ 4109631 h 5837929"/>
                <a:gd name="connsiteX53" fmla="*/ 1823669 w 10425086"/>
                <a:gd name="connsiteY53" fmla="*/ 4103345 h 5837929"/>
                <a:gd name="connsiteX54" fmla="*/ 2020837 w 10425086"/>
                <a:gd name="connsiteY54" fmla="*/ 4238886 h 5837929"/>
                <a:gd name="connsiteX55" fmla="*/ 3781724 w 10425086"/>
                <a:gd name="connsiteY55" fmla="*/ 5166145 h 5837929"/>
                <a:gd name="connsiteX56" fmla="*/ 5047405 w 10425086"/>
                <a:gd name="connsiteY56" fmla="*/ 5577815 h 5837929"/>
                <a:gd name="connsiteX57" fmla="*/ 7183768 w 10425086"/>
                <a:gd name="connsiteY57" fmla="*/ 5837086 h 5837929"/>
                <a:gd name="connsiteX58" fmla="*/ 9165539 w 10425086"/>
                <a:gd name="connsiteY58" fmla="*/ 5655348 h 5837929"/>
                <a:gd name="connsiteX59" fmla="*/ 10287203 w 10425086"/>
                <a:gd name="connsiteY59" fmla="*/ 5363217 h 5837929"/>
                <a:gd name="connsiteX60" fmla="*/ 10410361 w 10425086"/>
                <a:gd name="connsiteY60" fmla="*/ 5086325 h 58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0425086" h="5837929">
                  <a:moveTo>
                    <a:pt x="10410456" y="5086420"/>
                  </a:moveTo>
                  <a:cubicBezTo>
                    <a:pt x="10362165" y="4975264"/>
                    <a:pt x="10247579" y="4926210"/>
                    <a:pt x="10133565" y="4963262"/>
                  </a:cubicBezTo>
                  <a:cubicBezTo>
                    <a:pt x="9976212" y="5014411"/>
                    <a:pt x="9817525" y="5061560"/>
                    <a:pt x="9657696" y="5104327"/>
                  </a:cubicBezTo>
                  <a:cubicBezTo>
                    <a:pt x="9621596" y="5113948"/>
                    <a:pt x="9585496" y="5123377"/>
                    <a:pt x="9549206" y="5132616"/>
                  </a:cubicBezTo>
                  <a:cubicBezTo>
                    <a:pt x="9528537" y="5137855"/>
                    <a:pt x="9507772" y="5142999"/>
                    <a:pt x="9487103" y="5148238"/>
                  </a:cubicBezTo>
                  <a:cubicBezTo>
                    <a:pt x="9485008" y="5148714"/>
                    <a:pt x="9482531" y="5149571"/>
                    <a:pt x="9480055" y="5150333"/>
                  </a:cubicBezTo>
                  <a:cubicBezTo>
                    <a:pt x="9474149" y="5151666"/>
                    <a:pt x="9468243" y="5152714"/>
                    <a:pt x="9462624" y="5154143"/>
                  </a:cubicBezTo>
                  <a:cubicBezTo>
                    <a:pt x="9382138" y="5173288"/>
                    <a:pt x="9301366" y="5191481"/>
                    <a:pt x="9220499" y="5208436"/>
                  </a:cubicBezTo>
                  <a:cubicBezTo>
                    <a:pt x="8899220" y="5276063"/>
                    <a:pt x="8574513" y="5326927"/>
                    <a:pt x="8247996" y="5360836"/>
                  </a:cubicBezTo>
                  <a:cubicBezTo>
                    <a:pt x="7921479" y="5394745"/>
                    <a:pt x="7593152" y="5411794"/>
                    <a:pt x="7264826" y="5411889"/>
                  </a:cubicBezTo>
                  <a:cubicBezTo>
                    <a:pt x="7224821" y="5411889"/>
                    <a:pt x="7184720" y="5411699"/>
                    <a:pt x="7144715" y="5411127"/>
                  </a:cubicBezTo>
                  <a:cubicBezTo>
                    <a:pt x="7139191" y="5411127"/>
                    <a:pt x="7112711" y="5410651"/>
                    <a:pt x="7103282" y="5410461"/>
                  </a:cubicBezTo>
                  <a:cubicBezTo>
                    <a:pt x="7090233" y="5410175"/>
                    <a:pt x="7077183" y="5409889"/>
                    <a:pt x="7064229" y="5409508"/>
                  </a:cubicBezTo>
                  <a:cubicBezTo>
                    <a:pt x="6981552" y="5407318"/>
                    <a:pt x="6898875" y="5403984"/>
                    <a:pt x="6816198" y="5399602"/>
                  </a:cubicBezTo>
                  <a:cubicBezTo>
                    <a:pt x="6650940" y="5390839"/>
                    <a:pt x="6485966" y="5377790"/>
                    <a:pt x="6321374" y="5360359"/>
                  </a:cubicBezTo>
                  <a:cubicBezTo>
                    <a:pt x="5955043" y="5321593"/>
                    <a:pt x="5591188" y="5261109"/>
                    <a:pt x="5232000" y="5179670"/>
                  </a:cubicBezTo>
                  <a:cubicBezTo>
                    <a:pt x="5223618" y="5177765"/>
                    <a:pt x="5215141" y="5176622"/>
                    <a:pt x="5206664" y="5176146"/>
                  </a:cubicBezTo>
                  <a:cubicBezTo>
                    <a:pt x="5057312" y="5139855"/>
                    <a:pt x="4908721" y="5100041"/>
                    <a:pt x="4761370" y="5056416"/>
                  </a:cubicBezTo>
                  <a:cubicBezTo>
                    <a:pt x="4602683" y="5009458"/>
                    <a:pt x="4445331" y="4958309"/>
                    <a:pt x="4289311" y="4903064"/>
                  </a:cubicBezTo>
                  <a:cubicBezTo>
                    <a:pt x="4211301" y="4875441"/>
                    <a:pt x="4133672" y="4846771"/>
                    <a:pt x="4056425" y="4817148"/>
                  </a:cubicBezTo>
                  <a:cubicBezTo>
                    <a:pt x="4044233" y="4812481"/>
                    <a:pt x="4032136" y="4807719"/>
                    <a:pt x="4019944" y="4803052"/>
                  </a:cubicBezTo>
                  <a:cubicBezTo>
                    <a:pt x="4011181" y="4799527"/>
                    <a:pt x="3986511" y="4789812"/>
                    <a:pt x="3981463" y="4787812"/>
                  </a:cubicBezTo>
                  <a:cubicBezTo>
                    <a:pt x="3944315" y="4772953"/>
                    <a:pt x="3907263" y="4757808"/>
                    <a:pt x="3870211" y="4742472"/>
                  </a:cubicBezTo>
                  <a:cubicBezTo>
                    <a:pt x="3567030" y="4616647"/>
                    <a:pt x="3270326" y="4475106"/>
                    <a:pt x="2981624" y="4318610"/>
                  </a:cubicBezTo>
                  <a:cubicBezTo>
                    <a:pt x="2693016" y="4162114"/>
                    <a:pt x="2412505" y="3990760"/>
                    <a:pt x="2141709" y="3805212"/>
                  </a:cubicBezTo>
                  <a:cubicBezTo>
                    <a:pt x="2073510" y="3758445"/>
                    <a:pt x="2005882" y="3710820"/>
                    <a:pt x="1938827" y="3662242"/>
                  </a:cubicBezTo>
                  <a:cubicBezTo>
                    <a:pt x="1934064" y="3658813"/>
                    <a:pt x="1929016" y="3655479"/>
                    <a:pt x="1924158" y="3652051"/>
                  </a:cubicBezTo>
                  <a:cubicBezTo>
                    <a:pt x="1922158" y="3650336"/>
                    <a:pt x="1920157" y="3648621"/>
                    <a:pt x="1918443" y="3647383"/>
                  </a:cubicBezTo>
                  <a:cubicBezTo>
                    <a:pt x="1901298" y="3634715"/>
                    <a:pt x="1884153" y="3621952"/>
                    <a:pt x="1867008" y="3609188"/>
                  </a:cubicBezTo>
                  <a:cubicBezTo>
                    <a:pt x="1852530" y="3598329"/>
                    <a:pt x="1838147" y="3587376"/>
                    <a:pt x="1823765" y="3576422"/>
                  </a:cubicBezTo>
                  <a:lnTo>
                    <a:pt x="1823765" y="3571850"/>
                  </a:lnTo>
                  <a:cubicBezTo>
                    <a:pt x="1622025" y="3402210"/>
                    <a:pt x="1436287" y="3206947"/>
                    <a:pt x="1269219" y="3006732"/>
                  </a:cubicBezTo>
                  <a:cubicBezTo>
                    <a:pt x="1244454" y="2977014"/>
                    <a:pt x="1220356" y="2946819"/>
                    <a:pt x="1196257" y="2916530"/>
                  </a:cubicBezTo>
                  <a:cubicBezTo>
                    <a:pt x="1196257" y="2916530"/>
                    <a:pt x="1196162" y="2916435"/>
                    <a:pt x="1196067" y="2916339"/>
                  </a:cubicBezTo>
                  <a:cubicBezTo>
                    <a:pt x="1190638" y="2909196"/>
                    <a:pt x="1185209" y="2902052"/>
                    <a:pt x="1179779" y="2894908"/>
                  </a:cubicBezTo>
                  <a:cubicBezTo>
                    <a:pt x="1165587" y="2875953"/>
                    <a:pt x="1151490" y="2856903"/>
                    <a:pt x="1137584" y="2837663"/>
                  </a:cubicBezTo>
                  <a:cubicBezTo>
                    <a:pt x="1080529" y="2758701"/>
                    <a:pt x="1026522" y="2677548"/>
                    <a:pt x="975754" y="2594490"/>
                  </a:cubicBezTo>
                  <a:cubicBezTo>
                    <a:pt x="905269" y="2479047"/>
                    <a:pt x="840213" y="2359889"/>
                    <a:pt x="783254" y="2237112"/>
                  </a:cubicBezTo>
                  <a:cubicBezTo>
                    <a:pt x="775062" y="2219490"/>
                    <a:pt x="767061" y="2201774"/>
                    <a:pt x="759250" y="2184057"/>
                  </a:cubicBezTo>
                  <a:cubicBezTo>
                    <a:pt x="755155" y="2174818"/>
                    <a:pt x="751154" y="2165579"/>
                    <a:pt x="747154" y="2156340"/>
                  </a:cubicBezTo>
                  <a:cubicBezTo>
                    <a:pt x="723913" y="2099475"/>
                    <a:pt x="701624" y="2042325"/>
                    <a:pt x="680860" y="1984509"/>
                  </a:cubicBezTo>
                  <a:cubicBezTo>
                    <a:pt x="625329" y="1830299"/>
                    <a:pt x="578847" y="1672755"/>
                    <a:pt x="541033" y="1513307"/>
                  </a:cubicBezTo>
                  <a:cubicBezTo>
                    <a:pt x="515220" y="1404627"/>
                    <a:pt x="493503" y="1294994"/>
                    <a:pt x="475882" y="1184694"/>
                  </a:cubicBezTo>
                  <a:cubicBezTo>
                    <a:pt x="472167" y="1161644"/>
                    <a:pt x="468262" y="1138593"/>
                    <a:pt x="465023" y="1115352"/>
                  </a:cubicBezTo>
                  <a:cubicBezTo>
                    <a:pt x="465118" y="1115829"/>
                    <a:pt x="464642" y="1111447"/>
                    <a:pt x="462832" y="1096969"/>
                  </a:cubicBezTo>
                  <a:cubicBezTo>
                    <a:pt x="460737" y="1079443"/>
                    <a:pt x="458546" y="1061917"/>
                    <a:pt x="456546" y="1044391"/>
                  </a:cubicBezTo>
                  <a:cubicBezTo>
                    <a:pt x="449307" y="981050"/>
                    <a:pt x="443497" y="917518"/>
                    <a:pt x="439115" y="853891"/>
                  </a:cubicBezTo>
                  <a:cubicBezTo>
                    <a:pt x="424256" y="641007"/>
                    <a:pt x="425209" y="427266"/>
                    <a:pt x="441020" y="214478"/>
                  </a:cubicBezTo>
                  <a:cubicBezTo>
                    <a:pt x="449402" y="102369"/>
                    <a:pt x="336531" y="-4788"/>
                    <a:pt x="226708" y="165"/>
                  </a:cubicBezTo>
                  <a:cubicBezTo>
                    <a:pt x="103454" y="5690"/>
                    <a:pt x="21349" y="94368"/>
                    <a:pt x="12395" y="214478"/>
                  </a:cubicBezTo>
                  <a:cubicBezTo>
                    <a:pt x="-42755" y="956666"/>
                    <a:pt x="86881" y="1712475"/>
                    <a:pt x="386251" y="2393607"/>
                  </a:cubicBezTo>
                  <a:cubicBezTo>
                    <a:pt x="644474" y="2981300"/>
                    <a:pt x="1073385" y="3497841"/>
                    <a:pt x="1564303" y="3907320"/>
                  </a:cubicBezTo>
                  <a:cubicBezTo>
                    <a:pt x="1648600" y="3977615"/>
                    <a:pt x="1735087" y="4045147"/>
                    <a:pt x="1823669" y="4109631"/>
                  </a:cubicBezTo>
                  <a:lnTo>
                    <a:pt x="1823669" y="4103345"/>
                  </a:lnTo>
                  <a:cubicBezTo>
                    <a:pt x="1888915" y="4149255"/>
                    <a:pt x="1954543" y="4194499"/>
                    <a:pt x="2020837" y="4238886"/>
                  </a:cubicBezTo>
                  <a:cubicBezTo>
                    <a:pt x="2573192" y="4608456"/>
                    <a:pt x="3164504" y="4919638"/>
                    <a:pt x="3781724" y="5166145"/>
                  </a:cubicBezTo>
                  <a:cubicBezTo>
                    <a:pt x="4194728" y="5331118"/>
                    <a:pt x="4618019" y="5465801"/>
                    <a:pt x="5047405" y="5577815"/>
                  </a:cubicBezTo>
                  <a:cubicBezTo>
                    <a:pt x="5709870" y="5750694"/>
                    <a:pt x="6722758" y="5830989"/>
                    <a:pt x="7183768" y="5837086"/>
                  </a:cubicBezTo>
                  <a:cubicBezTo>
                    <a:pt x="7848327" y="5845944"/>
                    <a:pt x="8513744" y="5785079"/>
                    <a:pt x="9165539" y="5655348"/>
                  </a:cubicBezTo>
                  <a:cubicBezTo>
                    <a:pt x="9544539" y="5579911"/>
                    <a:pt x="9919634" y="5482660"/>
                    <a:pt x="10287203" y="5363217"/>
                  </a:cubicBezTo>
                  <a:cubicBezTo>
                    <a:pt x="10394169" y="5328450"/>
                    <a:pt x="10454843" y="5188719"/>
                    <a:pt x="10410361" y="5086325"/>
                  </a:cubicBezTo>
                  <a:close/>
                </a:path>
              </a:pathLst>
            </a:custGeom>
            <a:gradFill>
              <a:gsLst>
                <a:gs pos="0">
                  <a:srgbClr val="E8E8FC"/>
                </a:gs>
                <a:gs pos="100000">
                  <a:srgbClr val="8386F1"/>
                </a:gs>
              </a:gsLst>
              <a:lin ang="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FDA8E5B-F3AF-7029-653F-0515049B9128}"/>
              </a:ext>
            </a:extLst>
          </p:cNvPr>
          <p:cNvSpPr/>
          <p:nvPr/>
        </p:nvSpPr>
        <p:spPr>
          <a:xfrm>
            <a:off x="302421" y="308469"/>
            <a:ext cx="66638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464AEA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Headcount Data and Group Structure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E72F61-A8FD-771F-CC8E-2E3750FBDFDA}"/>
              </a:ext>
            </a:extLst>
          </p:cNvPr>
          <p:cNvSpPr/>
          <p:nvPr/>
        </p:nvSpPr>
        <p:spPr>
          <a:xfrm>
            <a:off x="3471121" y="1730788"/>
            <a:ext cx="5249759" cy="3396424"/>
          </a:xfrm>
          <a:prstGeom prst="roundRect">
            <a:avLst>
              <a:gd name="adj" fmla="val 5505"/>
            </a:avLst>
          </a:prstGeom>
          <a:solidFill>
            <a:srgbClr val="C9CBF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C1A17C6-6049-E66E-CFD1-6CD28B668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957993"/>
              </p:ext>
            </p:extLst>
          </p:nvPr>
        </p:nvGraphicFramePr>
        <p:xfrm>
          <a:off x="3742423" y="2550504"/>
          <a:ext cx="4707154" cy="1756992"/>
        </p:xfrm>
        <a:graphic>
          <a:graphicData uri="http://schemas.openxmlformats.org/drawingml/2006/table">
            <a:tbl>
              <a:tblPr/>
              <a:tblGrid>
                <a:gridCol w="3847147">
                  <a:extLst>
                    <a:ext uri="{9D8B030D-6E8A-4147-A177-3AD203B41FA5}">
                      <a16:colId xmlns:a16="http://schemas.microsoft.com/office/drawing/2014/main" val="104673831"/>
                    </a:ext>
                  </a:extLst>
                </a:gridCol>
                <a:gridCol w="860007">
                  <a:extLst>
                    <a:ext uri="{9D8B030D-6E8A-4147-A177-3AD203B41FA5}">
                      <a16:colId xmlns:a16="http://schemas.microsoft.com/office/drawing/2014/main" val="279932655"/>
                    </a:ext>
                  </a:extLst>
                </a:gridCol>
              </a:tblGrid>
              <a:tr h="292832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Headcount (As of 31st March 2025)</a:t>
                      </a:r>
                    </a:p>
                  </a:txBody>
                  <a:tcPr marL="54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Count</a:t>
                      </a:r>
                    </a:p>
                  </a:txBody>
                  <a:tcPr marL="54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19428"/>
                  </a:ext>
                </a:extLst>
              </a:tr>
              <a:tr h="292832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Sales</a:t>
                      </a:r>
                    </a:p>
                  </a:txBody>
                  <a:tcPr marL="54000" marR="36000" marT="36000" marB="3600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54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104361"/>
                  </a:ext>
                </a:extLst>
              </a:tr>
              <a:tr h="292832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Customer Success and support</a:t>
                      </a:r>
                    </a:p>
                  </a:txBody>
                  <a:tcPr marL="54000" marR="36000" marT="36000" marB="3600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8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 marL="54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7279661"/>
                  </a:ext>
                </a:extLst>
              </a:tr>
              <a:tr h="292832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Corporate and Support Functions (HR, Finance, IT etc.)</a:t>
                      </a:r>
                    </a:p>
                  </a:txBody>
                  <a:tcPr marL="54000" marR="36000" marT="36000" marB="3600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1</a:t>
                      </a:r>
                    </a:p>
                  </a:txBody>
                  <a:tcPr marL="54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917579"/>
                  </a:ext>
                </a:extLst>
              </a:tr>
              <a:tr h="292832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Deployment Ops</a:t>
                      </a:r>
                    </a:p>
                  </a:txBody>
                  <a:tcPr marL="54000" marR="36000" marT="36000" marB="3600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3</a:t>
                      </a:r>
                    </a:p>
                  </a:txBody>
                  <a:tcPr marL="54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569064"/>
                  </a:ext>
                </a:extLst>
              </a:tr>
              <a:tr h="292832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Total</a:t>
                      </a:r>
                    </a:p>
                  </a:txBody>
                  <a:tcPr marL="54000" marR="36000" marT="36000" marB="3600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16</a:t>
                      </a:r>
                    </a:p>
                  </a:txBody>
                  <a:tcPr marL="54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5014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2901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3BF67-8726-B779-9D5C-94E94775A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F3A3353-9CA0-524F-BACE-FAC215ACCA96}"/>
              </a:ext>
            </a:extLst>
          </p:cNvPr>
          <p:cNvSpPr/>
          <p:nvPr/>
        </p:nvSpPr>
        <p:spPr>
          <a:xfrm>
            <a:off x="5738937" y="4452882"/>
            <a:ext cx="576000" cy="576000"/>
          </a:xfrm>
          <a:prstGeom prst="ellipse">
            <a:avLst/>
          </a:prstGeom>
          <a:solidFill>
            <a:srgbClr val="C9CBF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9929F1B-25E6-9DC0-F302-007049BD30FF}"/>
              </a:ext>
            </a:extLst>
          </p:cNvPr>
          <p:cNvSpPr/>
          <p:nvPr/>
        </p:nvSpPr>
        <p:spPr>
          <a:xfrm>
            <a:off x="5738937" y="904957"/>
            <a:ext cx="576000" cy="576000"/>
          </a:xfrm>
          <a:prstGeom prst="ellipse">
            <a:avLst/>
          </a:prstGeom>
          <a:solidFill>
            <a:srgbClr val="C9CBF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FCA84A1-D263-5D0D-9EEB-EE85D51E9683}"/>
              </a:ext>
            </a:extLst>
          </p:cNvPr>
          <p:cNvSpPr/>
          <p:nvPr/>
        </p:nvSpPr>
        <p:spPr>
          <a:xfrm>
            <a:off x="356547" y="5102664"/>
            <a:ext cx="576000" cy="576000"/>
          </a:xfrm>
          <a:prstGeom prst="ellipse">
            <a:avLst/>
          </a:prstGeom>
          <a:solidFill>
            <a:srgbClr val="C9CBF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29C4A13-795C-27FB-8797-CE44F6A79220}"/>
              </a:ext>
            </a:extLst>
          </p:cNvPr>
          <p:cNvSpPr/>
          <p:nvPr/>
        </p:nvSpPr>
        <p:spPr>
          <a:xfrm>
            <a:off x="356547" y="3487081"/>
            <a:ext cx="576000" cy="576000"/>
          </a:xfrm>
          <a:prstGeom prst="ellipse">
            <a:avLst/>
          </a:prstGeom>
          <a:solidFill>
            <a:srgbClr val="C9CBF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A7B0269-341A-CAF8-3403-A803C4B118A6}"/>
              </a:ext>
            </a:extLst>
          </p:cNvPr>
          <p:cNvSpPr/>
          <p:nvPr/>
        </p:nvSpPr>
        <p:spPr>
          <a:xfrm>
            <a:off x="356547" y="2152855"/>
            <a:ext cx="576000" cy="576000"/>
          </a:xfrm>
          <a:prstGeom prst="ellipse">
            <a:avLst/>
          </a:prstGeom>
          <a:solidFill>
            <a:srgbClr val="C9CBF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EDE3BF-6921-D45C-C3E2-7E0F83B0577C}"/>
              </a:ext>
            </a:extLst>
          </p:cNvPr>
          <p:cNvSpPr/>
          <p:nvPr/>
        </p:nvSpPr>
        <p:spPr>
          <a:xfrm>
            <a:off x="334305" y="256778"/>
            <a:ext cx="36532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5259F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Investment Rationale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DE98348-4767-7097-E317-55110FC8856A}"/>
              </a:ext>
            </a:extLst>
          </p:cNvPr>
          <p:cNvGrpSpPr/>
          <p:nvPr/>
        </p:nvGrpSpPr>
        <p:grpSpPr>
          <a:xfrm>
            <a:off x="1040913" y="880214"/>
            <a:ext cx="3966717" cy="1145902"/>
            <a:chOff x="1040913" y="916083"/>
            <a:chExt cx="3966717" cy="114590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50DD5E-5A2C-59E9-8FD6-8817FCBE2F24}"/>
                </a:ext>
              </a:extLst>
            </p:cNvPr>
            <p:cNvSpPr txBox="1"/>
            <p:nvPr/>
          </p:nvSpPr>
          <p:spPr>
            <a:xfrm>
              <a:off x="1040914" y="1206366"/>
              <a:ext cx="3966716" cy="855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4000"/>
                </a:lnSpc>
                <a:spcAft>
                  <a:spcPts val="2200"/>
                </a:spcAft>
              </a:pPr>
              <a:r>
                <a:rPr lang="en-IN" sz="1100" kern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Proprietary full stack, hybrid education OS powering hundreds of schools in India and the LatAm Caribbean - combining classroom and home learning in a single ecosystem.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4D2586F-7F72-A38B-5635-672C078CF8B1}"/>
                </a:ext>
              </a:extLst>
            </p:cNvPr>
            <p:cNvSpPr txBox="1"/>
            <p:nvPr/>
          </p:nvSpPr>
          <p:spPr>
            <a:xfrm>
              <a:off x="1040913" y="916083"/>
              <a:ext cx="3789637" cy="3268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4000"/>
                </a:lnSpc>
                <a:spcAft>
                  <a:spcPts val="200"/>
                </a:spcAft>
              </a:pPr>
              <a:r>
                <a:rPr lang="en-IN" sz="1400" kern="100" dirty="0">
                  <a:solidFill>
                    <a:srgbClr val="464AEA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Proprietary content &amp;  platform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6886D2A4-5645-DED4-984E-C47C0502A673}"/>
              </a:ext>
            </a:extLst>
          </p:cNvPr>
          <p:cNvSpPr txBox="1"/>
          <p:nvPr/>
        </p:nvSpPr>
        <p:spPr>
          <a:xfrm>
            <a:off x="1040913" y="2097339"/>
            <a:ext cx="3724480" cy="330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lang="en-IN" sz="1400" kern="100" dirty="0">
                <a:solidFill>
                  <a:srgbClr val="464AE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Cross-Regional Product-Market Fit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2880E8-4984-DB05-490C-B8CFCC069FBC}"/>
              </a:ext>
            </a:extLst>
          </p:cNvPr>
          <p:cNvSpPr txBox="1"/>
          <p:nvPr/>
        </p:nvSpPr>
        <p:spPr>
          <a:xfrm>
            <a:off x="1040913" y="2372062"/>
            <a:ext cx="4073529" cy="855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  <a:spcAft>
                <a:spcPts val="2200"/>
              </a:spcAft>
            </a:pPr>
            <a:r>
              <a:rPr lang="en-IN" sz="11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Displacing legacy players with curriculum-aligned, localized models (digital-only, print+digital, blended). Multi-year contracts and renewals validate strong market fit.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EDCFD55-60AF-8F34-00D7-93498A4543D7}"/>
              </a:ext>
            </a:extLst>
          </p:cNvPr>
          <p:cNvSpPr txBox="1"/>
          <p:nvPr/>
        </p:nvSpPr>
        <p:spPr>
          <a:xfrm>
            <a:off x="1040913" y="3404114"/>
            <a:ext cx="4437305" cy="33041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14000"/>
              </a:lnSpc>
              <a:spcAft>
                <a:spcPts val="200"/>
              </a:spcAft>
              <a:defRPr sz="1400" kern="1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IN" dirty="0">
                <a:solidFill>
                  <a:srgbClr val="464AEA"/>
                </a:solidFill>
              </a:rPr>
              <a:t>Massive Underserved Market Opportunity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F414FA5-8029-AEA7-FE21-195AC6BA00AD}"/>
              </a:ext>
            </a:extLst>
          </p:cNvPr>
          <p:cNvSpPr txBox="1"/>
          <p:nvPr/>
        </p:nvSpPr>
        <p:spPr>
          <a:xfrm>
            <a:off x="1040914" y="3653810"/>
            <a:ext cx="4248466" cy="1241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14000"/>
              </a:lnSpc>
              <a:spcAft>
                <a:spcPts val="2200"/>
              </a:spcAft>
              <a:defRPr sz="1000" kern="10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 sz="1100" dirty="0"/>
              <a:t>Targeting large, underserved K–12 market across emerging regions, where current solutions are fragmented &amp; print-heavy. The market has gained momentum as digital learning has become a social &amp; competitive necessity across India (including Tier 2/3 cities) &amp; other global markets.</a:t>
            </a:r>
            <a:endParaRPr lang="en-IN" sz="11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FCC1B50-DC44-D417-0962-76E6BDC14456}"/>
              </a:ext>
            </a:extLst>
          </p:cNvPr>
          <p:cNvGrpSpPr/>
          <p:nvPr/>
        </p:nvGrpSpPr>
        <p:grpSpPr>
          <a:xfrm>
            <a:off x="356547" y="904957"/>
            <a:ext cx="576000" cy="576000"/>
            <a:chOff x="356547" y="944148"/>
            <a:chExt cx="576000" cy="576000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097447ED-A189-F0ED-8632-E9BD941AD12A}"/>
                </a:ext>
              </a:extLst>
            </p:cNvPr>
            <p:cNvSpPr/>
            <p:nvPr/>
          </p:nvSpPr>
          <p:spPr>
            <a:xfrm>
              <a:off x="356547" y="944148"/>
              <a:ext cx="576000" cy="576000"/>
            </a:xfrm>
            <a:prstGeom prst="ellipse">
              <a:avLst/>
            </a:prstGeom>
            <a:solidFill>
              <a:srgbClr val="C9CBF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12EBB8EF-C5C2-6726-00B1-FBE3195A7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0979" y="1010353"/>
              <a:ext cx="380481" cy="443049"/>
            </a:xfrm>
            <a:prstGeom prst="rect">
              <a:avLst/>
            </a:prstGeom>
          </p:spPr>
        </p:pic>
      </p:grpSp>
      <p:pic>
        <p:nvPicPr>
          <p:cNvPr id="60" name="Graphic 59">
            <a:extLst>
              <a:ext uri="{FF2B5EF4-FFF2-40B4-BE49-F238E27FC236}">
                <a16:creationId xmlns:a16="http://schemas.microsoft.com/office/drawing/2014/main" id="{391639AF-DB7F-768F-5D40-4D0E30381D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3549" y="2168208"/>
            <a:ext cx="449704" cy="449704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6FBE3E40-CCE7-1492-CCAD-134E242F8C77}"/>
              </a:ext>
            </a:extLst>
          </p:cNvPr>
          <p:cNvGrpSpPr/>
          <p:nvPr/>
        </p:nvGrpSpPr>
        <p:grpSpPr>
          <a:xfrm>
            <a:off x="6492017" y="2068910"/>
            <a:ext cx="5116212" cy="1012660"/>
            <a:chOff x="6400679" y="1939603"/>
            <a:chExt cx="5116212" cy="1012660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E8FDBCF-C69C-E34F-37E5-47B8E20C7B84}"/>
                </a:ext>
              </a:extLst>
            </p:cNvPr>
            <p:cNvSpPr txBox="1"/>
            <p:nvPr/>
          </p:nvSpPr>
          <p:spPr>
            <a:xfrm>
              <a:off x="6400679" y="1939603"/>
              <a:ext cx="2355575" cy="330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14000"/>
                </a:lnSpc>
                <a:spcAft>
                  <a:spcPts val="200"/>
                </a:spcAft>
                <a:defRPr sz="1400" kern="100">
                  <a:latin typeface="Poppins Light" panose="00000400000000000000" pitchFamily="2" charset="0"/>
                  <a:cs typeface="Poppins Light" panose="00000400000000000000" pitchFamily="2" charset="0"/>
                </a:defRPr>
              </a:lvl1pPr>
            </a:lstStyle>
            <a:p>
              <a:r>
                <a:rPr lang="en-IN" dirty="0">
                  <a:solidFill>
                    <a:srgbClr val="464AEA"/>
                  </a:solidFill>
                </a:rPr>
                <a:t>Strong Financial Profile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49AD2FD-6F26-11AC-4D81-A773F14FBD76}"/>
                </a:ext>
              </a:extLst>
            </p:cNvPr>
            <p:cNvSpPr txBox="1"/>
            <p:nvPr/>
          </p:nvSpPr>
          <p:spPr>
            <a:xfrm>
              <a:off x="6400679" y="2229886"/>
              <a:ext cx="5116212" cy="7223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14000"/>
                </a:lnSpc>
                <a:spcAft>
                  <a:spcPts val="2200"/>
                </a:spcAft>
                <a:defRPr sz="1000" kern="100">
                  <a:solidFill>
                    <a:schemeClr val="tx1">
                      <a:lumMod val="75000"/>
                      <a:lumOff val="25000"/>
                    </a:schemeClr>
                  </a:solidFill>
                  <a:latin typeface="Poppins Light" panose="00000400000000000000" pitchFamily="2" charset="0"/>
                  <a:cs typeface="Poppins Light" panose="00000400000000000000" pitchFamily="2" charset="0"/>
                </a:defRPr>
              </a:lvl1pPr>
            </a:lstStyle>
            <a:p>
              <a:pPr>
                <a:spcAft>
                  <a:spcPts val="600"/>
                </a:spcAft>
              </a:pPr>
              <a:r>
                <a:rPr lang="en-IN" sz="1100" dirty="0"/>
                <a:t>Company has delivered positive EBITDA margin over four years. </a:t>
              </a:r>
            </a:p>
            <a:p>
              <a:pPr>
                <a:spcAft>
                  <a:spcPts val="600"/>
                </a:spcAft>
              </a:pPr>
              <a:r>
                <a:rPr lang="en-IN" sz="1050" dirty="0"/>
                <a:t>Growth is powered by strong product-market fit. With consistent renewal rates, our model demonstrates long-term customer stickiness.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EDF807B-EB04-BAB7-D340-CB51284933F1}"/>
              </a:ext>
            </a:extLst>
          </p:cNvPr>
          <p:cNvGrpSpPr/>
          <p:nvPr/>
        </p:nvGrpSpPr>
        <p:grpSpPr>
          <a:xfrm>
            <a:off x="5738937" y="2096975"/>
            <a:ext cx="576000" cy="576000"/>
            <a:chOff x="5756084" y="1967668"/>
            <a:chExt cx="576000" cy="57600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4B10ACFD-48FA-85D0-8204-D41E87E0BDEA}"/>
                </a:ext>
              </a:extLst>
            </p:cNvPr>
            <p:cNvSpPr/>
            <p:nvPr/>
          </p:nvSpPr>
          <p:spPr>
            <a:xfrm>
              <a:off x="5756084" y="1967668"/>
              <a:ext cx="576000" cy="576000"/>
            </a:xfrm>
            <a:prstGeom prst="ellipse">
              <a:avLst/>
            </a:prstGeom>
            <a:solidFill>
              <a:srgbClr val="C9CBF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64" name="Graphic 63">
              <a:extLst>
                <a:ext uri="{FF2B5EF4-FFF2-40B4-BE49-F238E27FC236}">
                  <a16:creationId xmlns:a16="http://schemas.microsoft.com/office/drawing/2014/main" id="{67056580-AB6E-108C-2C51-7C30CF07A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850283" y="2079452"/>
              <a:ext cx="406752" cy="325068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899569C-58CC-51E1-39BD-16A8994D4802}"/>
              </a:ext>
            </a:extLst>
          </p:cNvPr>
          <p:cNvGrpSpPr/>
          <p:nvPr/>
        </p:nvGrpSpPr>
        <p:grpSpPr>
          <a:xfrm>
            <a:off x="6492017" y="3320532"/>
            <a:ext cx="4948553" cy="933017"/>
            <a:chOff x="6306042" y="3320532"/>
            <a:chExt cx="4948553" cy="933017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CD047B0-C37C-E9CE-FF3B-637D0516378C}"/>
                </a:ext>
              </a:extLst>
            </p:cNvPr>
            <p:cNvSpPr txBox="1"/>
            <p:nvPr/>
          </p:nvSpPr>
          <p:spPr>
            <a:xfrm>
              <a:off x="6306042" y="3320532"/>
              <a:ext cx="4776702" cy="330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14000"/>
                </a:lnSpc>
                <a:spcAft>
                  <a:spcPts val="200"/>
                </a:spcAft>
                <a:defRPr sz="1400" kern="100">
                  <a:latin typeface="Poppins Light" panose="00000400000000000000" pitchFamily="2" charset="0"/>
                  <a:cs typeface="Poppins Light" panose="00000400000000000000" pitchFamily="2" charset="0"/>
                </a:defRPr>
              </a:lvl1pPr>
            </a:lstStyle>
            <a:p>
              <a:r>
                <a:rPr lang="en-IN" dirty="0">
                  <a:solidFill>
                    <a:srgbClr val="464AEA"/>
                  </a:solidFill>
                </a:rPr>
                <a:t>Clear Roadmap to Future Growth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2F86936-9E38-6910-3422-5D37694DC124}"/>
                </a:ext>
              </a:extLst>
            </p:cNvPr>
            <p:cNvSpPr txBox="1"/>
            <p:nvPr/>
          </p:nvSpPr>
          <p:spPr>
            <a:xfrm>
              <a:off x="6306043" y="3590932"/>
              <a:ext cx="4948552" cy="662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14000"/>
                </a:lnSpc>
                <a:spcAft>
                  <a:spcPts val="2200"/>
                </a:spcAft>
                <a:defRPr sz="1000" kern="100">
                  <a:solidFill>
                    <a:schemeClr val="tx1">
                      <a:lumMod val="75000"/>
                      <a:lumOff val="25000"/>
                    </a:schemeClr>
                  </a:solidFill>
                  <a:latin typeface="Poppins Light" panose="00000400000000000000" pitchFamily="2" charset="0"/>
                  <a:cs typeface="Poppins Light" panose="00000400000000000000" pitchFamily="2" charset="0"/>
                </a:defRPr>
              </a:lvl1pPr>
            </a:lstStyle>
            <a:p>
              <a:r>
                <a:rPr lang="en-US" sz="1100" dirty="0"/>
                <a:t>Among the leading players in India (K–5) and scaling rapidly; strong presence in LatAm Caribbean (K-11); planning to enter Spanish-speaking LatAm in FY27.</a:t>
              </a:r>
              <a:endParaRPr lang="en-IN" sz="1100" strike="sngStrike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C454289-C97E-2C39-93F7-DD8A1D32736B}"/>
              </a:ext>
            </a:extLst>
          </p:cNvPr>
          <p:cNvGrpSpPr/>
          <p:nvPr/>
        </p:nvGrpSpPr>
        <p:grpSpPr>
          <a:xfrm>
            <a:off x="5738937" y="3381134"/>
            <a:ext cx="576000" cy="576000"/>
            <a:chOff x="5661447" y="3381134"/>
            <a:chExt cx="576000" cy="57600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10D85011-11D3-6F48-D64A-A3CE393CB039}"/>
                </a:ext>
              </a:extLst>
            </p:cNvPr>
            <p:cNvSpPr/>
            <p:nvPr/>
          </p:nvSpPr>
          <p:spPr>
            <a:xfrm>
              <a:off x="5661447" y="3381134"/>
              <a:ext cx="576000" cy="576000"/>
            </a:xfrm>
            <a:prstGeom prst="ellipse">
              <a:avLst/>
            </a:prstGeom>
            <a:solidFill>
              <a:srgbClr val="C9CBF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66" name="Graphic 65">
              <a:extLst>
                <a:ext uri="{FF2B5EF4-FFF2-40B4-BE49-F238E27FC236}">
                  <a16:creationId xmlns:a16="http://schemas.microsoft.com/office/drawing/2014/main" id="{61426BF4-19ED-FFEC-FB0D-ECEE0705479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737563" y="3481804"/>
              <a:ext cx="440141" cy="382445"/>
            </a:xfrm>
            <a:prstGeom prst="rect">
              <a:avLst/>
            </a:prstGeom>
          </p:spPr>
        </p:pic>
      </p:grpSp>
      <p:pic>
        <p:nvPicPr>
          <p:cNvPr id="78" name="Graphic 77">
            <a:extLst>
              <a:ext uri="{FF2B5EF4-FFF2-40B4-BE49-F238E27FC236}">
                <a16:creationId xmlns:a16="http://schemas.microsoft.com/office/drawing/2014/main" id="{64EDDDF0-F6AC-8E5D-608A-2B39A2ED146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4827" y="3582625"/>
            <a:ext cx="356634" cy="376447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61E00521-141D-3ED7-0236-275BE200468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1299" y="5198658"/>
            <a:ext cx="359839" cy="3598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C5BE0A-1584-D848-00D2-EF2942458764}"/>
              </a:ext>
            </a:extLst>
          </p:cNvPr>
          <p:cNvSpPr txBox="1"/>
          <p:nvPr/>
        </p:nvSpPr>
        <p:spPr>
          <a:xfrm>
            <a:off x="1040913" y="5358124"/>
            <a:ext cx="4073529" cy="662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  <a:spcAft>
                <a:spcPts val="2200"/>
              </a:spcAft>
            </a:pPr>
            <a:r>
              <a:rPr lang="en-IN" sz="11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Plug-and-play platform enables fast, low-cost regional scaling across B2B, B2B2C, B2G, and direct-to-parent models.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EFB452-F650-4645-23AA-775F93ED0243}"/>
              </a:ext>
            </a:extLst>
          </p:cNvPr>
          <p:cNvSpPr txBox="1"/>
          <p:nvPr/>
        </p:nvSpPr>
        <p:spPr>
          <a:xfrm>
            <a:off x="1040913" y="5067663"/>
            <a:ext cx="3789637" cy="330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lang="en-US" sz="1400" kern="100" dirty="0">
                <a:solidFill>
                  <a:srgbClr val="464AE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Modular &amp; Scalable Architecture </a:t>
            </a:r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E7C29066-20FF-3AE5-3FB9-8C6BDE2A899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33574" y="4543875"/>
            <a:ext cx="406314" cy="355722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DCAC8E3D-850D-FC68-DD99-A3FA3EA819BB}"/>
              </a:ext>
            </a:extLst>
          </p:cNvPr>
          <p:cNvGrpSpPr/>
          <p:nvPr/>
        </p:nvGrpSpPr>
        <p:grpSpPr>
          <a:xfrm>
            <a:off x="6492017" y="4396245"/>
            <a:ext cx="4948553" cy="1985062"/>
            <a:chOff x="6306041" y="4396245"/>
            <a:chExt cx="4948553" cy="198506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ED06C64-AC44-17D2-8DFA-191C192CED76}"/>
                </a:ext>
              </a:extLst>
            </p:cNvPr>
            <p:cNvSpPr txBox="1"/>
            <p:nvPr/>
          </p:nvSpPr>
          <p:spPr>
            <a:xfrm>
              <a:off x="6306042" y="4396245"/>
              <a:ext cx="4404358" cy="330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14000"/>
                </a:lnSpc>
                <a:spcAft>
                  <a:spcPts val="200"/>
                </a:spcAft>
                <a:defRPr sz="1400" kern="100">
                  <a:latin typeface="Poppins Light" panose="00000400000000000000" pitchFamily="2" charset="0"/>
                  <a:cs typeface="Poppins Light" panose="00000400000000000000" pitchFamily="2" charset="0"/>
                </a:defRPr>
              </a:lvl1pPr>
            </a:lstStyle>
            <a:p>
              <a:pPr>
                <a:lnSpc>
                  <a:spcPct val="114000"/>
                </a:lnSpc>
                <a:spcAft>
                  <a:spcPts val="200"/>
                </a:spcAft>
              </a:pPr>
              <a:r>
                <a:rPr lang="en-IN" sz="1400" kern="100" dirty="0">
                  <a:solidFill>
                    <a:srgbClr val="464AEA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Proven Team, Scalable Execution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8D76C8A-0460-7D05-B356-232BE6FCE015}"/>
                </a:ext>
              </a:extLst>
            </p:cNvPr>
            <p:cNvSpPr txBox="1"/>
            <p:nvPr/>
          </p:nvSpPr>
          <p:spPr>
            <a:xfrm>
              <a:off x="6306041" y="4676738"/>
              <a:ext cx="4948553" cy="1704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14000"/>
                </a:lnSpc>
                <a:spcAft>
                  <a:spcPts val="2200"/>
                </a:spcAft>
                <a:defRPr sz="1000" kern="100">
                  <a:solidFill>
                    <a:schemeClr val="tx1">
                      <a:lumMod val="75000"/>
                      <a:lumOff val="25000"/>
                    </a:schemeClr>
                  </a:solidFill>
                  <a:latin typeface="Poppins Light" panose="00000400000000000000" pitchFamily="2" charset="0"/>
                  <a:cs typeface="Poppins Light" panose="00000400000000000000" pitchFamily="2" charset="0"/>
                </a:defRPr>
              </a:lvl1pPr>
            </a:lstStyle>
            <a:p>
              <a:pPr>
                <a:spcAft>
                  <a:spcPts val="600"/>
                </a:spcAft>
              </a:pPr>
              <a:r>
                <a:rPr lang="en-IN" sz="1100" dirty="0"/>
                <a:t>Raspberry is led by a seasoned team with deep expertise in edtech, enterprise SaaS, content design and delivery, and scaled B2B/B2G operations. </a:t>
              </a:r>
            </a:p>
            <a:p>
              <a:r>
                <a:rPr lang="en-IN" sz="1100" dirty="0"/>
                <a:t>Team has executed in complex, fragmented, and infrastructure-poor markets—converting pilots into multi-year national rollouts while consistently delivering measurable outcomes. This operational maturity, coupled with a sharp execution mindset, positions them to lead the next wave of global expansion.</a:t>
              </a:r>
              <a:endParaRPr lang="en-US" sz="1100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DA9FCBD-1AFF-C7D9-70D0-445EA08D3308}"/>
              </a:ext>
            </a:extLst>
          </p:cNvPr>
          <p:cNvSpPr txBox="1"/>
          <p:nvPr/>
        </p:nvSpPr>
        <p:spPr>
          <a:xfrm>
            <a:off x="302421" y="6551081"/>
            <a:ext cx="17331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Poppins Light" panose="00000400000000000000" pitchFamily="2" charset="0"/>
                <a:cs typeface="Poppins Light" panose="00000400000000000000" pitchFamily="2" charset="0"/>
              </a:rPr>
              <a:t>1) Excluding hardware revenue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CC6443F-5B02-2A20-0C45-081A4AB11FBC}"/>
              </a:ext>
            </a:extLst>
          </p:cNvPr>
          <p:cNvGrpSpPr/>
          <p:nvPr/>
        </p:nvGrpSpPr>
        <p:grpSpPr>
          <a:xfrm>
            <a:off x="6492017" y="880214"/>
            <a:ext cx="4948553" cy="1151721"/>
            <a:chOff x="6442701" y="880214"/>
            <a:chExt cx="4948553" cy="11517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3963585-217C-EA4E-1D2D-7DC836ED42C7}"/>
                </a:ext>
              </a:extLst>
            </p:cNvPr>
            <p:cNvSpPr txBox="1"/>
            <p:nvPr/>
          </p:nvSpPr>
          <p:spPr>
            <a:xfrm>
              <a:off x="6442701" y="880214"/>
              <a:ext cx="4470701" cy="328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IN" sz="1400" kern="100" dirty="0">
                  <a:solidFill>
                    <a:srgbClr val="464AEA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Strategic Moat and First-Mover Advantage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6A9986E-1ACE-6983-822A-366CCAB5A76F}"/>
                </a:ext>
              </a:extLst>
            </p:cNvPr>
            <p:cNvSpPr txBox="1"/>
            <p:nvPr/>
          </p:nvSpPr>
          <p:spPr>
            <a:xfrm>
              <a:off x="6442701" y="1176316"/>
              <a:ext cx="4948553" cy="855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14000"/>
                </a:lnSpc>
                <a:spcAft>
                  <a:spcPts val="2200"/>
                </a:spcAft>
                <a:defRPr sz="1000" kern="100">
                  <a:solidFill>
                    <a:schemeClr val="tx1">
                      <a:lumMod val="75000"/>
                      <a:lumOff val="25000"/>
                    </a:schemeClr>
                  </a:solidFill>
                  <a:latin typeface="Poppins Light" panose="00000400000000000000" pitchFamily="2" charset="0"/>
                  <a:cs typeface="Poppins Light" panose="00000400000000000000" pitchFamily="2" charset="0"/>
                </a:defRPr>
              </a:lvl1pPr>
            </a:lstStyle>
            <a:p>
              <a:r>
                <a:rPr lang="en-IN" sz="1100" dirty="0"/>
                <a:t>First digital provider in LatAm Caribbean region and early mover in Indian market, with localized content, proprietary tech, and deep regional partnerships—building a moat against global edtech and local print incumbents.</a:t>
              </a:r>
            </a:p>
          </p:txBody>
        </p:sp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31F03279-75EC-1515-47DE-4B1B68FAC7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19153" y="1009517"/>
            <a:ext cx="413229" cy="36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063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>
            <a:extLst>
              <a:ext uri="{FF2B5EF4-FFF2-40B4-BE49-F238E27FC236}">
                <a16:creationId xmlns:a16="http://schemas.microsoft.com/office/drawing/2014/main" id="{391DC479-46C0-6C7E-3ED3-CE39E0FAE508}"/>
              </a:ext>
            </a:extLst>
          </p:cNvPr>
          <p:cNvGrpSpPr/>
          <p:nvPr/>
        </p:nvGrpSpPr>
        <p:grpSpPr>
          <a:xfrm rot="20450276" flipH="1">
            <a:off x="6931250" y="1797684"/>
            <a:ext cx="4899945" cy="2407211"/>
            <a:chOff x="6629898" y="3075953"/>
            <a:chExt cx="4899945" cy="2407211"/>
          </a:xfrm>
        </p:grpSpPr>
        <p:grpSp>
          <p:nvGrpSpPr>
            <p:cNvPr id="97" name="Graphic 33">
              <a:extLst>
                <a:ext uri="{FF2B5EF4-FFF2-40B4-BE49-F238E27FC236}">
                  <a16:creationId xmlns:a16="http://schemas.microsoft.com/office/drawing/2014/main" id="{3840EA43-E444-97F4-88DF-9E85B924B13B}"/>
                </a:ext>
              </a:extLst>
            </p:cNvPr>
            <p:cNvGrpSpPr/>
            <p:nvPr/>
          </p:nvGrpSpPr>
          <p:grpSpPr>
            <a:xfrm rot="19514790" flipH="1">
              <a:off x="6825700" y="3075953"/>
              <a:ext cx="511532" cy="449588"/>
              <a:chOff x="9724877" y="3239918"/>
              <a:chExt cx="757028" cy="665356"/>
            </a:xfrm>
          </p:grpSpPr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4D53626E-89B0-FFE3-0543-2A1EAEFEA649}"/>
                  </a:ext>
                </a:extLst>
              </p:cNvPr>
              <p:cNvSpPr/>
              <p:nvPr/>
            </p:nvSpPr>
            <p:spPr>
              <a:xfrm>
                <a:off x="9950499" y="3659768"/>
                <a:ext cx="285272" cy="245505"/>
              </a:xfrm>
              <a:custGeom>
                <a:avLst/>
                <a:gdLst>
                  <a:gd name="connsiteX0" fmla="*/ 285272 w 285272"/>
                  <a:gd name="connsiteY0" fmla="*/ 80370 h 245505"/>
                  <a:gd name="connsiteX1" fmla="*/ 125788 w 285272"/>
                  <a:gd name="connsiteY1" fmla="*/ 245506 h 245505"/>
                  <a:gd name="connsiteX2" fmla="*/ 0 w 285272"/>
                  <a:gd name="connsiteY2" fmla="*/ 0 h 245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5272" h="245505">
                    <a:moveTo>
                      <a:pt x="285272" y="80370"/>
                    </a:moveTo>
                    <a:lnTo>
                      <a:pt x="125788" y="245506"/>
                    </a:lnTo>
                    <a:cubicBezTo>
                      <a:pt x="125788" y="245506"/>
                      <a:pt x="32441" y="60696"/>
                      <a:pt x="0" y="0"/>
                    </a:cubicBezTo>
                  </a:path>
                </a:pathLst>
              </a:custGeom>
              <a:solidFill>
                <a:srgbClr val="E71F5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E7003A85-0F08-6343-DD1F-9C4F7DDEFC2C}"/>
                  </a:ext>
                </a:extLst>
              </p:cNvPr>
              <p:cNvSpPr/>
              <p:nvPr/>
            </p:nvSpPr>
            <p:spPr>
              <a:xfrm>
                <a:off x="9941081" y="3239918"/>
                <a:ext cx="466314" cy="503987"/>
              </a:xfrm>
              <a:custGeom>
                <a:avLst/>
                <a:gdLst>
                  <a:gd name="connsiteX0" fmla="*/ 466314 w 466314"/>
                  <a:gd name="connsiteY0" fmla="*/ 0 h 503987"/>
                  <a:gd name="connsiteX1" fmla="*/ 292388 w 466314"/>
                  <a:gd name="connsiteY1" fmla="*/ 503988 h 503987"/>
                  <a:gd name="connsiteX2" fmla="*/ 0 w 466314"/>
                  <a:gd name="connsiteY2" fmla="*/ 420688 h 503987"/>
                  <a:gd name="connsiteX3" fmla="*/ 466314 w 466314"/>
                  <a:gd name="connsiteY3" fmla="*/ 0 h 503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6314" h="503987">
                    <a:moveTo>
                      <a:pt x="466314" y="0"/>
                    </a:moveTo>
                    <a:lnTo>
                      <a:pt x="292388" y="503988"/>
                    </a:lnTo>
                    <a:lnTo>
                      <a:pt x="0" y="420688"/>
                    </a:lnTo>
                    <a:lnTo>
                      <a:pt x="466314" y="0"/>
                    </a:lnTo>
                    <a:close/>
                  </a:path>
                </a:pathLst>
              </a:custGeom>
              <a:solidFill>
                <a:srgbClr val="E71F5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90097DFA-D064-581E-F00E-79B1D963C6F1}"/>
                  </a:ext>
                </a:extLst>
              </p:cNvPr>
              <p:cNvSpPr/>
              <p:nvPr/>
            </p:nvSpPr>
            <p:spPr>
              <a:xfrm>
                <a:off x="9724877" y="3239918"/>
                <a:ext cx="682518" cy="424036"/>
              </a:xfrm>
              <a:custGeom>
                <a:avLst/>
                <a:gdLst>
                  <a:gd name="connsiteX0" fmla="*/ 209 w 682518"/>
                  <a:gd name="connsiteY0" fmla="*/ 390967 h 424036"/>
                  <a:gd name="connsiteX1" fmla="*/ 228762 w 682518"/>
                  <a:gd name="connsiteY1" fmla="*/ 424036 h 424036"/>
                  <a:gd name="connsiteX2" fmla="*/ 682519 w 682518"/>
                  <a:gd name="connsiteY2" fmla="*/ 0 h 424036"/>
                  <a:gd name="connsiteX3" fmla="*/ 0 w 682518"/>
                  <a:gd name="connsiteY3" fmla="*/ 390967 h 4240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2518" h="424036">
                    <a:moveTo>
                      <a:pt x="209" y="390967"/>
                    </a:moveTo>
                    <a:lnTo>
                      <a:pt x="228762" y="424036"/>
                    </a:lnTo>
                    <a:cubicBezTo>
                      <a:pt x="382386" y="282970"/>
                      <a:pt x="528685" y="140857"/>
                      <a:pt x="682519" y="0"/>
                    </a:cubicBezTo>
                    <a:lnTo>
                      <a:pt x="0" y="390967"/>
                    </a:lnTo>
                    <a:close/>
                  </a:path>
                </a:pathLst>
              </a:custGeom>
              <a:solidFill>
                <a:srgbClr val="F05C8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3AD623D0-23F4-928B-AB1A-043F674AE0A7}"/>
                  </a:ext>
                </a:extLst>
              </p:cNvPr>
              <p:cNvSpPr/>
              <p:nvPr/>
            </p:nvSpPr>
            <p:spPr>
              <a:xfrm>
                <a:off x="10076078" y="3239918"/>
                <a:ext cx="405827" cy="665356"/>
              </a:xfrm>
              <a:custGeom>
                <a:avLst/>
                <a:gdLst>
                  <a:gd name="connsiteX0" fmla="*/ 0 w 405827"/>
                  <a:gd name="connsiteY0" fmla="*/ 665356 h 665356"/>
                  <a:gd name="connsiteX1" fmla="*/ 7953 w 405827"/>
                  <a:gd name="connsiteY1" fmla="*/ 468617 h 665356"/>
                  <a:gd name="connsiteX2" fmla="*/ 331318 w 405827"/>
                  <a:gd name="connsiteY2" fmla="*/ 0 h 665356"/>
                  <a:gd name="connsiteX3" fmla="*/ 405827 w 405827"/>
                  <a:gd name="connsiteY3" fmla="*/ 551289 h 665356"/>
                  <a:gd name="connsiteX4" fmla="*/ 7953 w 405827"/>
                  <a:gd name="connsiteY4" fmla="*/ 468617 h 66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5827" h="665356">
                    <a:moveTo>
                      <a:pt x="0" y="665356"/>
                    </a:moveTo>
                    <a:lnTo>
                      <a:pt x="7953" y="468617"/>
                    </a:lnTo>
                    <a:lnTo>
                      <a:pt x="331318" y="0"/>
                    </a:lnTo>
                    <a:lnTo>
                      <a:pt x="405827" y="551289"/>
                    </a:lnTo>
                    <a:lnTo>
                      <a:pt x="7953" y="468617"/>
                    </a:lnTo>
                  </a:path>
                </a:pathLst>
              </a:custGeom>
              <a:solidFill>
                <a:srgbClr val="F05C8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41F71C4B-B7D7-1E7A-4B25-3093E4745E81}"/>
                  </a:ext>
                </a:extLst>
              </p:cNvPr>
              <p:cNvSpPr/>
              <p:nvPr/>
            </p:nvSpPr>
            <p:spPr>
              <a:xfrm>
                <a:off x="10080892" y="3714604"/>
                <a:ext cx="12348" cy="161368"/>
              </a:xfrm>
              <a:custGeom>
                <a:avLst/>
                <a:gdLst>
                  <a:gd name="connsiteX0" fmla="*/ 0 w 12348"/>
                  <a:gd name="connsiteY0" fmla="*/ 161368 h 161368"/>
                  <a:gd name="connsiteX1" fmla="*/ 12348 w 12348"/>
                  <a:gd name="connsiteY1" fmla="*/ 0 h 161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348" h="161368">
                    <a:moveTo>
                      <a:pt x="0" y="161368"/>
                    </a:moveTo>
                    <a:lnTo>
                      <a:pt x="12348" y="0"/>
                    </a:lnTo>
                  </a:path>
                </a:pathLst>
              </a:custGeom>
              <a:noFill/>
              <a:ln w="20869" cap="rnd">
                <a:solidFill>
                  <a:srgbClr val="F05C8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</p:grpSp>
        <p:grpSp>
          <p:nvGrpSpPr>
            <p:cNvPr id="98" name="Graphic 51">
              <a:extLst>
                <a:ext uri="{FF2B5EF4-FFF2-40B4-BE49-F238E27FC236}">
                  <a16:creationId xmlns:a16="http://schemas.microsoft.com/office/drawing/2014/main" id="{98F5B717-E19C-20CC-9DD1-B96C7812BE8A}"/>
                </a:ext>
              </a:extLst>
            </p:cNvPr>
            <p:cNvGrpSpPr/>
            <p:nvPr/>
          </p:nvGrpSpPr>
          <p:grpSpPr>
            <a:xfrm rot="13125718">
              <a:off x="6629898" y="4619377"/>
              <a:ext cx="4899945" cy="863787"/>
              <a:chOff x="10127740" y="2218950"/>
              <a:chExt cx="4899945" cy="863787"/>
            </a:xfrm>
            <a:noFill/>
          </p:grpSpPr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1CE13A5F-1B54-C1C0-2A1D-68BAF8D38BA3}"/>
                  </a:ext>
                </a:extLst>
              </p:cNvPr>
              <p:cNvSpPr/>
              <p:nvPr/>
            </p:nvSpPr>
            <p:spPr>
              <a:xfrm>
                <a:off x="10127740" y="3019246"/>
                <a:ext cx="27146" cy="8667"/>
              </a:xfrm>
              <a:custGeom>
                <a:avLst/>
                <a:gdLst>
                  <a:gd name="connsiteX0" fmla="*/ 0 w 27146"/>
                  <a:gd name="connsiteY0" fmla="*/ 0 h 8667"/>
                  <a:gd name="connsiteX1" fmla="*/ 27146 w 27146"/>
                  <a:gd name="connsiteY1" fmla="*/ 8668 h 8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146" h="8667">
                    <a:moveTo>
                      <a:pt x="0" y="0"/>
                    </a:moveTo>
                    <a:cubicBezTo>
                      <a:pt x="0" y="0"/>
                      <a:pt x="9716" y="3429"/>
                      <a:pt x="27146" y="8668"/>
                    </a:cubicBezTo>
                  </a:path>
                </a:pathLst>
              </a:custGeom>
              <a:noFill/>
              <a:ln w="9525" cap="flat">
                <a:solidFill>
                  <a:srgbClr val="C9CBF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63AB0D12-88DE-300F-2F01-2B9C9ABCEADB}"/>
                  </a:ext>
                </a:extLst>
              </p:cNvPr>
              <p:cNvSpPr/>
              <p:nvPr/>
            </p:nvSpPr>
            <p:spPr>
              <a:xfrm>
                <a:off x="10154886" y="3027914"/>
                <a:ext cx="45720" cy="12763"/>
              </a:xfrm>
              <a:custGeom>
                <a:avLst/>
                <a:gdLst>
                  <a:gd name="connsiteX0" fmla="*/ 0 w 45720"/>
                  <a:gd name="connsiteY0" fmla="*/ 0 h 12763"/>
                  <a:gd name="connsiteX1" fmla="*/ 45720 w 45720"/>
                  <a:gd name="connsiteY1" fmla="*/ 12763 h 12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5720" h="12763">
                    <a:moveTo>
                      <a:pt x="0" y="0"/>
                    </a:moveTo>
                    <a:cubicBezTo>
                      <a:pt x="11906" y="3619"/>
                      <a:pt x="27337" y="8001"/>
                      <a:pt x="45720" y="12763"/>
                    </a:cubicBezTo>
                  </a:path>
                </a:pathLst>
              </a:custGeom>
              <a:noFill/>
              <a:ln w="9525" cap="flat">
                <a:solidFill>
                  <a:srgbClr val="C9CBFB"/>
                </a:solidFill>
                <a:custDash>
                  <a:ds d="0" sp="0"/>
                  <a:ds d="0" sp="0"/>
                  <a:ds d="0" sp="447750"/>
                  <a:ds d="0" sp="0"/>
                </a:custDash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F61150AA-8DB0-7313-7AC0-BAD951E2AC1D}"/>
                  </a:ext>
                </a:extLst>
              </p:cNvPr>
              <p:cNvSpPr/>
              <p:nvPr/>
            </p:nvSpPr>
            <p:spPr>
              <a:xfrm>
                <a:off x="10209845" y="2218950"/>
                <a:ext cx="4792979" cy="863787"/>
              </a:xfrm>
              <a:custGeom>
                <a:avLst/>
                <a:gdLst>
                  <a:gd name="connsiteX0" fmla="*/ 0 w 4792979"/>
                  <a:gd name="connsiteY0" fmla="*/ 824109 h 863787"/>
                  <a:gd name="connsiteX1" fmla="*/ 752666 w 4792979"/>
                  <a:gd name="connsiteY1" fmla="*/ 611416 h 863787"/>
                  <a:gd name="connsiteX2" fmla="*/ 638366 w 4792979"/>
                  <a:gd name="connsiteY2" fmla="*/ 308235 h 863787"/>
                  <a:gd name="connsiteX3" fmla="*/ 548926 w 4792979"/>
                  <a:gd name="connsiteY3" fmla="*/ 504450 h 863787"/>
                  <a:gd name="connsiteX4" fmla="*/ 1380077 w 4792979"/>
                  <a:gd name="connsiteY4" fmla="*/ 457111 h 863787"/>
                  <a:gd name="connsiteX5" fmla="*/ 2551748 w 4792979"/>
                  <a:gd name="connsiteY5" fmla="*/ 20009 h 863787"/>
                  <a:gd name="connsiteX6" fmla="*/ 4792980 w 4792979"/>
                  <a:gd name="connsiteY6" fmla="*/ 516261 h 863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92979" h="863787">
                    <a:moveTo>
                      <a:pt x="0" y="824109"/>
                    </a:moveTo>
                    <a:cubicBezTo>
                      <a:pt x="182404" y="870115"/>
                      <a:pt x="615791" y="940029"/>
                      <a:pt x="752666" y="611416"/>
                    </a:cubicBezTo>
                    <a:cubicBezTo>
                      <a:pt x="848773" y="380911"/>
                      <a:pt x="732377" y="291567"/>
                      <a:pt x="638366" y="308235"/>
                    </a:cubicBezTo>
                    <a:cubicBezTo>
                      <a:pt x="562166" y="321761"/>
                      <a:pt x="509111" y="409962"/>
                      <a:pt x="548926" y="504450"/>
                    </a:cubicBezTo>
                    <a:cubicBezTo>
                      <a:pt x="740664" y="959745"/>
                      <a:pt x="1240346" y="557505"/>
                      <a:pt x="1380077" y="457111"/>
                    </a:cubicBezTo>
                    <a:cubicBezTo>
                      <a:pt x="1691831" y="233369"/>
                      <a:pt x="2153698" y="-82861"/>
                      <a:pt x="2551748" y="20009"/>
                    </a:cubicBezTo>
                    <a:cubicBezTo>
                      <a:pt x="3121628" y="167360"/>
                      <a:pt x="4070414" y="912215"/>
                      <a:pt x="4792980" y="516261"/>
                    </a:cubicBezTo>
                  </a:path>
                </a:pathLst>
              </a:custGeom>
              <a:noFill/>
              <a:ln w="9525" cap="flat">
                <a:solidFill>
                  <a:srgbClr val="C9CBFB"/>
                </a:solidFill>
                <a:custDash>
                  <a:ds d="0" sp="0"/>
                  <a:ds d="0" sp="0"/>
                  <a:ds d="0" sp="0"/>
                  <a:ds d="449250" sp="0"/>
                  <a:ds d="0" sp="447750"/>
                  <a:ds d="0" sp="0"/>
                </a:custDash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4260074C-21C7-8BFF-BFCA-E0540C08BDF2}"/>
                  </a:ext>
                </a:extLst>
              </p:cNvPr>
              <p:cNvSpPr/>
              <p:nvPr/>
            </p:nvSpPr>
            <p:spPr>
              <a:xfrm>
                <a:off x="15002825" y="2721019"/>
                <a:ext cx="24860" cy="14096"/>
              </a:xfrm>
              <a:custGeom>
                <a:avLst/>
                <a:gdLst>
                  <a:gd name="connsiteX0" fmla="*/ 0 w 24860"/>
                  <a:gd name="connsiteY0" fmla="*/ 14097 h 14096"/>
                  <a:gd name="connsiteX1" fmla="*/ 24860 w 24860"/>
                  <a:gd name="connsiteY1" fmla="*/ 0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860" h="14096">
                    <a:moveTo>
                      <a:pt x="0" y="14097"/>
                    </a:moveTo>
                    <a:cubicBezTo>
                      <a:pt x="8287" y="9525"/>
                      <a:pt x="16573" y="4858"/>
                      <a:pt x="24860" y="0"/>
                    </a:cubicBezTo>
                  </a:path>
                </a:pathLst>
              </a:custGeom>
              <a:noFill/>
              <a:ln w="9525" cap="flat">
                <a:solidFill>
                  <a:srgbClr val="C9CBF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</p:grp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54D5031-605D-C959-9BEE-D89CBB2A9CFB}"/>
              </a:ext>
            </a:extLst>
          </p:cNvPr>
          <p:cNvGrpSpPr/>
          <p:nvPr/>
        </p:nvGrpSpPr>
        <p:grpSpPr>
          <a:xfrm flipH="1">
            <a:off x="6147788" y="2600014"/>
            <a:ext cx="1176228" cy="1086353"/>
            <a:chOff x="8198" y="1650222"/>
            <a:chExt cx="1047996" cy="967920"/>
          </a:xfrm>
        </p:grpSpPr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7E9AB7F-EAD1-8C7C-9456-4CD37BEB2830}"/>
                </a:ext>
              </a:extLst>
            </p:cNvPr>
            <p:cNvSpPr/>
            <p:nvPr/>
          </p:nvSpPr>
          <p:spPr>
            <a:xfrm flipH="1">
              <a:off x="8198" y="2178792"/>
              <a:ext cx="734764" cy="439350"/>
            </a:xfrm>
            <a:custGeom>
              <a:avLst/>
              <a:gdLst>
                <a:gd name="connsiteX0" fmla="*/ 734764 w 734764"/>
                <a:gd name="connsiteY0" fmla="*/ 432252 h 439350"/>
                <a:gd name="connsiteX1" fmla="*/ 0 w 734764"/>
                <a:gd name="connsiteY1" fmla="*/ 0 h 439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34764" h="439350">
                  <a:moveTo>
                    <a:pt x="734764" y="432252"/>
                  </a:moveTo>
                  <a:cubicBezTo>
                    <a:pt x="243082" y="504609"/>
                    <a:pt x="0" y="0"/>
                    <a:pt x="0" y="0"/>
                  </a:cubicBezTo>
                </a:path>
              </a:pathLst>
            </a:custGeom>
            <a:noFill/>
            <a:ln w="15638" cap="flat">
              <a:solidFill>
                <a:schemeClr val="bg1">
                  <a:alpha val="28000"/>
                </a:schemeClr>
              </a:solidFill>
              <a:custDash>
                <a:ds d="0" sp="0"/>
                <a:ds d="225000" sp="375000"/>
              </a:custDash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grpSp>
          <p:nvGrpSpPr>
            <p:cNvPr id="85" name="Graphic 45">
              <a:extLst>
                <a:ext uri="{FF2B5EF4-FFF2-40B4-BE49-F238E27FC236}">
                  <a16:creationId xmlns:a16="http://schemas.microsoft.com/office/drawing/2014/main" id="{6DE2B59D-4FF9-18F4-8BAE-2EFF8745B277}"/>
                </a:ext>
              </a:extLst>
            </p:cNvPr>
            <p:cNvGrpSpPr/>
            <p:nvPr/>
          </p:nvGrpSpPr>
          <p:grpSpPr>
            <a:xfrm flipH="1">
              <a:off x="486007" y="1650222"/>
              <a:ext cx="570187" cy="501140"/>
              <a:chOff x="0" y="1650222"/>
              <a:chExt cx="570187" cy="501140"/>
            </a:xfrm>
          </p:grpSpPr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7D8753E7-9F66-3F2E-F9DE-C3E77DD5DAC3}"/>
                  </a:ext>
                </a:extLst>
              </p:cNvPr>
              <p:cNvSpPr/>
              <p:nvPr/>
            </p:nvSpPr>
            <p:spPr>
              <a:xfrm>
                <a:off x="185543" y="1966449"/>
                <a:ext cx="214864" cy="184912"/>
              </a:xfrm>
              <a:custGeom>
                <a:avLst/>
                <a:gdLst>
                  <a:gd name="connsiteX0" fmla="*/ 0 w 214864"/>
                  <a:gd name="connsiteY0" fmla="*/ 60534 h 184912"/>
                  <a:gd name="connsiteX1" fmla="*/ 120122 w 214864"/>
                  <a:gd name="connsiteY1" fmla="*/ 184913 h 184912"/>
                  <a:gd name="connsiteX2" fmla="*/ 214865 w 214864"/>
                  <a:gd name="connsiteY2" fmla="*/ 0 h 184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4864" h="184912">
                    <a:moveTo>
                      <a:pt x="0" y="60534"/>
                    </a:moveTo>
                    <a:lnTo>
                      <a:pt x="120122" y="184913"/>
                    </a:lnTo>
                    <a:cubicBezTo>
                      <a:pt x="120122" y="184913"/>
                      <a:pt x="190430" y="45716"/>
                      <a:pt x="214865" y="0"/>
                    </a:cubicBezTo>
                  </a:path>
                </a:pathLst>
              </a:custGeom>
              <a:solidFill>
                <a:srgbClr val="53A2D7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78069870-5E1B-371C-0450-2B1A5F25BF6F}"/>
                  </a:ext>
                </a:extLst>
              </p:cNvPr>
              <p:cNvSpPr/>
              <p:nvPr/>
            </p:nvSpPr>
            <p:spPr>
              <a:xfrm>
                <a:off x="56277" y="1650222"/>
                <a:ext cx="351223" cy="379599"/>
              </a:xfrm>
              <a:custGeom>
                <a:avLst/>
                <a:gdLst>
                  <a:gd name="connsiteX0" fmla="*/ 0 w 351223"/>
                  <a:gd name="connsiteY0" fmla="*/ 0 h 379599"/>
                  <a:gd name="connsiteX1" fmla="*/ 131000 w 351223"/>
                  <a:gd name="connsiteY1" fmla="*/ 379599 h 379599"/>
                  <a:gd name="connsiteX2" fmla="*/ 351224 w 351223"/>
                  <a:gd name="connsiteY2" fmla="*/ 316858 h 379599"/>
                  <a:gd name="connsiteX3" fmla="*/ 0 w 351223"/>
                  <a:gd name="connsiteY3" fmla="*/ 0 h 379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1223" h="379599">
                    <a:moveTo>
                      <a:pt x="0" y="0"/>
                    </a:moveTo>
                    <a:lnTo>
                      <a:pt x="131000" y="379599"/>
                    </a:lnTo>
                    <a:lnTo>
                      <a:pt x="351224" y="31685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3A2D7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E02D3773-24D7-F5B6-A523-F52B8C9A771E}"/>
                  </a:ext>
                </a:extLst>
              </p:cNvPr>
              <p:cNvSpPr/>
              <p:nvPr/>
            </p:nvSpPr>
            <p:spPr>
              <a:xfrm>
                <a:off x="56120" y="1650222"/>
                <a:ext cx="514066" cy="319380"/>
              </a:xfrm>
              <a:custGeom>
                <a:avLst/>
                <a:gdLst>
                  <a:gd name="connsiteX0" fmla="*/ 514067 w 514066"/>
                  <a:gd name="connsiteY0" fmla="*/ 294473 h 319380"/>
                  <a:gd name="connsiteX1" fmla="*/ 341923 w 514066"/>
                  <a:gd name="connsiteY1" fmla="*/ 319381 h 319380"/>
                  <a:gd name="connsiteX2" fmla="*/ 0 w 514066"/>
                  <a:gd name="connsiteY2" fmla="*/ 0 h 319380"/>
                  <a:gd name="connsiteX3" fmla="*/ 514067 w 514066"/>
                  <a:gd name="connsiteY3" fmla="*/ 294473 h 319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4066" h="319380">
                    <a:moveTo>
                      <a:pt x="514067" y="294473"/>
                    </a:moveTo>
                    <a:lnTo>
                      <a:pt x="341923" y="319381"/>
                    </a:lnTo>
                    <a:cubicBezTo>
                      <a:pt x="226215" y="213131"/>
                      <a:pt x="115866" y="106092"/>
                      <a:pt x="0" y="0"/>
                    </a:cubicBezTo>
                    <a:lnTo>
                      <a:pt x="514067" y="294473"/>
                    </a:lnTo>
                    <a:close/>
                  </a:path>
                </a:pathLst>
              </a:custGeom>
              <a:solidFill>
                <a:srgbClr val="7BB5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C31BB5D8-DA71-927C-F3B7-F87241225410}"/>
                  </a:ext>
                </a:extLst>
              </p:cNvPr>
              <p:cNvSpPr/>
              <p:nvPr/>
            </p:nvSpPr>
            <p:spPr>
              <a:xfrm>
                <a:off x="0" y="1650222"/>
                <a:ext cx="305665" cy="501140"/>
              </a:xfrm>
              <a:custGeom>
                <a:avLst/>
                <a:gdLst>
                  <a:gd name="connsiteX0" fmla="*/ 305666 w 305665"/>
                  <a:gd name="connsiteY0" fmla="*/ 501141 h 501140"/>
                  <a:gd name="connsiteX1" fmla="*/ 299675 w 305665"/>
                  <a:gd name="connsiteY1" fmla="*/ 352958 h 501140"/>
                  <a:gd name="connsiteX2" fmla="*/ 56120 w 305665"/>
                  <a:gd name="connsiteY2" fmla="*/ 0 h 501140"/>
                  <a:gd name="connsiteX3" fmla="*/ 0 w 305665"/>
                  <a:gd name="connsiteY3" fmla="*/ 415226 h 501140"/>
                  <a:gd name="connsiteX4" fmla="*/ 299675 w 305665"/>
                  <a:gd name="connsiteY4" fmla="*/ 352958 h 50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5665" h="501140">
                    <a:moveTo>
                      <a:pt x="305666" y="501141"/>
                    </a:moveTo>
                    <a:lnTo>
                      <a:pt x="299675" y="352958"/>
                    </a:lnTo>
                    <a:lnTo>
                      <a:pt x="56120" y="0"/>
                    </a:lnTo>
                    <a:lnTo>
                      <a:pt x="0" y="415226"/>
                    </a:lnTo>
                    <a:lnTo>
                      <a:pt x="299675" y="352958"/>
                    </a:lnTo>
                  </a:path>
                </a:pathLst>
              </a:custGeom>
              <a:solidFill>
                <a:srgbClr val="7BB5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505B315F-D071-3C6B-5F43-F90BA89B38AA}"/>
                  </a:ext>
                </a:extLst>
              </p:cNvPr>
              <p:cNvSpPr/>
              <p:nvPr/>
            </p:nvSpPr>
            <p:spPr>
              <a:xfrm>
                <a:off x="292739" y="2007751"/>
                <a:ext cx="9300" cy="121541"/>
              </a:xfrm>
              <a:custGeom>
                <a:avLst/>
                <a:gdLst>
                  <a:gd name="connsiteX0" fmla="*/ 9301 w 9300"/>
                  <a:gd name="connsiteY0" fmla="*/ 121541 h 121541"/>
                  <a:gd name="connsiteX1" fmla="*/ 0 w 9300"/>
                  <a:gd name="connsiteY1" fmla="*/ 0 h 1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00" h="121541">
                    <a:moveTo>
                      <a:pt x="9301" y="121541"/>
                    </a:moveTo>
                    <a:lnTo>
                      <a:pt x="0" y="0"/>
                    </a:lnTo>
                  </a:path>
                </a:pathLst>
              </a:custGeom>
              <a:noFill/>
              <a:ln w="15638" cap="flat">
                <a:solidFill>
                  <a:srgbClr val="7BB5E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</p:grpSp>
      </p:grpSp>
      <p:grpSp>
        <p:nvGrpSpPr>
          <p:cNvPr id="91" name="Graphic 51">
            <a:extLst>
              <a:ext uri="{FF2B5EF4-FFF2-40B4-BE49-F238E27FC236}">
                <a16:creationId xmlns:a16="http://schemas.microsoft.com/office/drawing/2014/main" id="{5FAB2058-4697-4F5A-A689-16C915403B61}"/>
              </a:ext>
            </a:extLst>
          </p:cNvPr>
          <p:cNvGrpSpPr/>
          <p:nvPr/>
        </p:nvGrpSpPr>
        <p:grpSpPr>
          <a:xfrm rot="1900259">
            <a:off x="6377100" y="3673280"/>
            <a:ext cx="4899945" cy="863787"/>
            <a:chOff x="10127740" y="2218950"/>
            <a:chExt cx="4899945" cy="863787"/>
          </a:xfrm>
          <a:noFill/>
        </p:grpSpPr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2A570927-7D58-EC45-6725-4A1FA22FA882}"/>
                </a:ext>
              </a:extLst>
            </p:cNvPr>
            <p:cNvSpPr/>
            <p:nvPr/>
          </p:nvSpPr>
          <p:spPr>
            <a:xfrm>
              <a:off x="10127740" y="3019246"/>
              <a:ext cx="27146" cy="8667"/>
            </a:xfrm>
            <a:custGeom>
              <a:avLst/>
              <a:gdLst>
                <a:gd name="connsiteX0" fmla="*/ 0 w 27146"/>
                <a:gd name="connsiteY0" fmla="*/ 0 h 8667"/>
                <a:gd name="connsiteX1" fmla="*/ 27146 w 27146"/>
                <a:gd name="connsiteY1" fmla="*/ 8668 h 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146" h="8667">
                  <a:moveTo>
                    <a:pt x="0" y="0"/>
                  </a:moveTo>
                  <a:cubicBezTo>
                    <a:pt x="0" y="0"/>
                    <a:pt x="9716" y="3429"/>
                    <a:pt x="27146" y="8668"/>
                  </a:cubicBezTo>
                </a:path>
              </a:pathLst>
            </a:custGeom>
            <a:noFill/>
            <a:ln w="9525" cap="flat">
              <a:solidFill>
                <a:srgbClr val="C9CBF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207001FF-A828-7674-EC38-50FD9B4B2166}"/>
                </a:ext>
              </a:extLst>
            </p:cNvPr>
            <p:cNvSpPr/>
            <p:nvPr/>
          </p:nvSpPr>
          <p:spPr>
            <a:xfrm>
              <a:off x="10154886" y="3027914"/>
              <a:ext cx="45720" cy="12763"/>
            </a:xfrm>
            <a:custGeom>
              <a:avLst/>
              <a:gdLst>
                <a:gd name="connsiteX0" fmla="*/ 0 w 45720"/>
                <a:gd name="connsiteY0" fmla="*/ 0 h 12763"/>
                <a:gd name="connsiteX1" fmla="*/ 45720 w 45720"/>
                <a:gd name="connsiteY1" fmla="*/ 12763 h 1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720" h="12763">
                  <a:moveTo>
                    <a:pt x="0" y="0"/>
                  </a:moveTo>
                  <a:cubicBezTo>
                    <a:pt x="11906" y="3619"/>
                    <a:pt x="27337" y="8001"/>
                    <a:pt x="45720" y="12763"/>
                  </a:cubicBezTo>
                </a:path>
              </a:pathLst>
            </a:custGeom>
            <a:noFill/>
            <a:ln w="9525" cap="flat">
              <a:solidFill>
                <a:srgbClr val="C9CBFB"/>
              </a:solidFill>
              <a:custDash>
                <a:ds d="0" sp="0"/>
                <a:ds d="0" sp="0"/>
                <a:ds d="0" sp="447750"/>
                <a:ds d="0" sp="0"/>
              </a:custDash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9C9D0DE9-C4F3-FB5C-D899-307C174033F8}"/>
                </a:ext>
              </a:extLst>
            </p:cNvPr>
            <p:cNvSpPr/>
            <p:nvPr/>
          </p:nvSpPr>
          <p:spPr>
            <a:xfrm>
              <a:off x="10209845" y="2218950"/>
              <a:ext cx="4792979" cy="863787"/>
            </a:xfrm>
            <a:custGeom>
              <a:avLst/>
              <a:gdLst>
                <a:gd name="connsiteX0" fmla="*/ 0 w 4792979"/>
                <a:gd name="connsiteY0" fmla="*/ 824109 h 863787"/>
                <a:gd name="connsiteX1" fmla="*/ 752666 w 4792979"/>
                <a:gd name="connsiteY1" fmla="*/ 611416 h 863787"/>
                <a:gd name="connsiteX2" fmla="*/ 638366 w 4792979"/>
                <a:gd name="connsiteY2" fmla="*/ 308235 h 863787"/>
                <a:gd name="connsiteX3" fmla="*/ 548926 w 4792979"/>
                <a:gd name="connsiteY3" fmla="*/ 504450 h 863787"/>
                <a:gd name="connsiteX4" fmla="*/ 1380077 w 4792979"/>
                <a:gd name="connsiteY4" fmla="*/ 457111 h 863787"/>
                <a:gd name="connsiteX5" fmla="*/ 2551748 w 4792979"/>
                <a:gd name="connsiteY5" fmla="*/ 20009 h 863787"/>
                <a:gd name="connsiteX6" fmla="*/ 4792980 w 4792979"/>
                <a:gd name="connsiteY6" fmla="*/ 516261 h 86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92979" h="863787">
                  <a:moveTo>
                    <a:pt x="0" y="824109"/>
                  </a:moveTo>
                  <a:cubicBezTo>
                    <a:pt x="182404" y="870115"/>
                    <a:pt x="615791" y="940029"/>
                    <a:pt x="752666" y="611416"/>
                  </a:cubicBezTo>
                  <a:cubicBezTo>
                    <a:pt x="848773" y="380911"/>
                    <a:pt x="732377" y="291567"/>
                    <a:pt x="638366" y="308235"/>
                  </a:cubicBezTo>
                  <a:cubicBezTo>
                    <a:pt x="562166" y="321761"/>
                    <a:pt x="509111" y="409962"/>
                    <a:pt x="548926" y="504450"/>
                  </a:cubicBezTo>
                  <a:cubicBezTo>
                    <a:pt x="740664" y="959745"/>
                    <a:pt x="1240346" y="557505"/>
                    <a:pt x="1380077" y="457111"/>
                  </a:cubicBezTo>
                  <a:cubicBezTo>
                    <a:pt x="1691831" y="233369"/>
                    <a:pt x="2153698" y="-82861"/>
                    <a:pt x="2551748" y="20009"/>
                  </a:cubicBezTo>
                  <a:cubicBezTo>
                    <a:pt x="3121628" y="167360"/>
                    <a:pt x="4070414" y="912215"/>
                    <a:pt x="4792980" y="516261"/>
                  </a:cubicBezTo>
                </a:path>
              </a:pathLst>
            </a:custGeom>
            <a:noFill/>
            <a:ln w="9525" cap="flat">
              <a:solidFill>
                <a:srgbClr val="C9CBFB"/>
              </a:solidFill>
              <a:custDash>
                <a:ds d="0" sp="0"/>
                <a:ds d="0" sp="0"/>
                <a:ds d="0" sp="0"/>
                <a:ds d="449250" sp="0"/>
                <a:ds d="0" sp="447750"/>
                <a:ds d="0" sp="0"/>
              </a:custDash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73F14FC7-EE7B-1CF4-F395-5459893A5CA0}"/>
                </a:ext>
              </a:extLst>
            </p:cNvPr>
            <p:cNvSpPr/>
            <p:nvPr/>
          </p:nvSpPr>
          <p:spPr>
            <a:xfrm>
              <a:off x="15002825" y="2721019"/>
              <a:ext cx="24860" cy="14096"/>
            </a:xfrm>
            <a:custGeom>
              <a:avLst/>
              <a:gdLst>
                <a:gd name="connsiteX0" fmla="*/ 0 w 24860"/>
                <a:gd name="connsiteY0" fmla="*/ 14097 h 14096"/>
                <a:gd name="connsiteX1" fmla="*/ 24860 w 24860"/>
                <a:gd name="connsiteY1" fmla="*/ 0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860" h="14096">
                  <a:moveTo>
                    <a:pt x="0" y="14097"/>
                  </a:moveTo>
                  <a:cubicBezTo>
                    <a:pt x="8287" y="9525"/>
                    <a:pt x="16573" y="4858"/>
                    <a:pt x="24860" y="0"/>
                  </a:cubicBezTo>
                </a:path>
              </a:pathLst>
            </a:custGeom>
            <a:noFill/>
            <a:ln w="9525" cap="flat">
              <a:solidFill>
                <a:srgbClr val="C9CBF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A5967338-4157-2093-00FF-3090C2342A9C}"/>
              </a:ext>
            </a:extLst>
          </p:cNvPr>
          <p:cNvSpPr/>
          <p:nvPr/>
        </p:nvSpPr>
        <p:spPr>
          <a:xfrm>
            <a:off x="334305" y="311642"/>
            <a:ext cx="57616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5259F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Business Value - Key Highlights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FC7449-8FE4-8452-FBDD-3155A550BA5A}"/>
              </a:ext>
            </a:extLst>
          </p:cNvPr>
          <p:cNvSpPr txBox="1"/>
          <p:nvPr/>
        </p:nvSpPr>
        <p:spPr>
          <a:xfrm>
            <a:off x="3679120" y="5500618"/>
            <a:ext cx="2493447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  <a:spcAft>
                <a:spcPts val="2200"/>
              </a:spcAft>
            </a:pPr>
            <a:r>
              <a:rPr lang="en-US" sz="1400" kern="100" dirty="0">
                <a:latin typeface="Poppins Medium" panose="00000600000000000000" pitchFamily="2" charset="0"/>
                <a:cs typeface="Poppins Medium" panose="00000600000000000000" pitchFamily="2" charset="0"/>
              </a:rPr>
              <a:t>Strategic control  </a:t>
            </a:r>
            <a:br>
              <a:rPr lang="en-US" sz="1400" kern="100" dirty="0">
                <a:solidFill>
                  <a:srgbClr val="5960F2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1200" kern="100" dirty="0">
                <a:latin typeface="Poppins Light" panose="00000400000000000000" pitchFamily="2" charset="0"/>
                <a:cs typeface="Poppins Light" panose="00000400000000000000" pitchFamily="2" charset="0"/>
              </a:rPr>
              <a:t>Prime asset in a rapidly </a:t>
            </a:r>
            <a:br>
              <a:rPr lang="en-US" sz="1200" kern="100" dirty="0"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1200" kern="100" dirty="0">
                <a:latin typeface="Poppins Light" panose="00000400000000000000" pitchFamily="2" charset="0"/>
                <a:cs typeface="Poppins Light" panose="00000400000000000000" pitchFamily="2" charset="0"/>
              </a:rPr>
              <a:t>consolidating sector</a:t>
            </a:r>
            <a:endParaRPr lang="en-IN" sz="1200" kern="1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F1EBC8-6E7A-55B4-8647-C16FF7D2C8B4}"/>
              </a:ext>
            </a:extLst>
          </p:cNvPr>
          <p:cNvSpPr txBox="1"/>
          <p:nvPr/>
        </p:nvSpPr>
        <p:spPr>
          <a:xfrm>
            <a:off x="719694" y="935806"/>
            <a:ext cx="2191732" cy="964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kern="100" dirty="0">
                <a:latin typeface="Poppins Medium" panose="00000600000000000000" pitchFamily="2" charset="0"/>
                <a:cs typeface="Poppins Medium" panose="00000600000000000000" pitchFamily="2" charset="0"/>
              </a:rPr>
              <a:t>Immediate revenue &amp; </a:t>
            </a:r>
          </a:p>
          <a:p>
            <a:pPr>
              <a:lnSpc>
                <a:spcPct val="110000"/>
              </a:lnSpc>
            </a:pPr>
            <a:r>
              <a:rPr lang="en-US" sz="1400" kern="100" dirty="0">
                <a:latin typeface="Poppins Medium" panose="00000600000000000000" pitchFamily="2" charset="0"/>
                <a:cs typeface="Poppins Medium" panose="00000600000000000000" pitchFamily="2" charset="0"/>
              </a:rPr>
              <a:t>EBITDA accretion </a:t>
            </a:r>
          </a:p>
          <a:p>
            <a:pPr>
              <a:lnSpc>
                <a:spcPct val="110000"/>
              </a:lnSpc>
            </a:pPr>
            <a:r>
              <a:rPr lang="en-US" sz="1200" kern="100" dirty="0">
                <a:latin typeface="Poppins Light" panose="00000400000000000000" pitchFamily="2" charset="0"/>
                <a:cs typeface="Poppins Light" panose="00000400000000000000" pitchFamily="2" charset="0"/>
              </a:rPr>
              <a:t>Profitable, cash-positive </a:t>
            </a:r>
          </a:p>
          <a:p>
            <a:pPr>
              <a:lnSpc>
                <a:spcPct val="110000"/>
              </a:lnSpc>
            </a:pPr>
            <a:r>
              <a:rPr lang="en-US" sz="1200" kern="100" dirty="0">
                <a:latin typeface="Poppins Light" panose="00000400000000000000" pitchFamily="2" charset="0"/>
                <a:cs typeface="Poppins Light" panose="00000400000000000000" pitchFamily="2" charset="0"/>
              </a:rPr>
              <a:t>business</a:t>
            </a:r>
            <a:endParaRPr lang="en-IN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AF536D-AA60-AD3A-E0D4-752ECD1F0C17}"/>
              </a:ext>
            </a:extLst>
          </p:cNvPr>
          <p:cNvSpPr txBox="1"/>
          <p:nvPr/>
        </p:nvSpPr>
        <p:spPr>
          <a:xfrm>
            <a:off x="719694" y="2082671"/>
            <a:ext cx="2040903" cy="964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kern="100" dirty="0">
                <a:solidFill>
                  <a:srgbClr val="5960F2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⁠</a:t>
            </a:r>
            <a:r>
              <a:rPr lang="en-US" sz="1400" kern="100" dirty="0">
                <a:latin typeface="Poppins Medium" panose="00000600000000000000" pitchFamily="2" charset="0"/>
                <a:cs typeface="Poppins Medium" panose="00000600000000000000" pitchFamily="2" charset="0"/>
              </a:rPr>
              <a:t>Proven product-market fit </a:t>
            </a:r>
          </a:p>
          <a:p>
            <a:pPr>
              <a:lnSpc>
                <a:spcPct val="110000"/>
              </a:lnSpc>
            </a:pPr>
            <a:r>
              <a:rPr lang="en-US" sz="1200" kern="100" dirty="0">
                <a:latin typeface="Poppins Light" panose="00000400000000000000" pitchFamily="2" charset="0"/>
                <a:cs typeface="Poppins Light" panose="00000400000000000000" pitchFamily="2" charset="0"/>
              </a:rPr>
              <a:t>Risk mitigated with validated adoption</a:t>
            </a:r>
            <a:endParaRPr lang="en-IN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BCEC40-61CE-AF13-526E-B7D0DF81C925}"/>
              </a:ext>
            </a:extLst>
          </p:cNvPr>
          <p:cNvSpPr txBox="1"/>
          <p:nvPr/>
        </p:nvSpPr>
        <p:spPr>
          <a:xfrm>
            <a:off x="719694" y="3226444"/>
            <a:ext cx="2040903" cy="96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kern="100" dirty="0">
                <a:latin typeface="Poppins Medium" panose="00000600000000000000" pitchFamily="2" charset="0"/>
                <a:cs typeface="Poppins Medium" panose="00000600000000000000" pitchFamily="2" charset="0"/>
              </a:rPr>
              <a:t>Scalable infrastructure  </a:t>
            </a:r>
            <a:br>
              <a:rPr lang="en-US" sz="1200" kern="100" dirty="0">
                <a:solidFill>
                  <a:srgbClr val="5960F2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1200" kern="100" dirty="0">
                <a:latin typeface="Poppins Light" panose="00000400000000000000" pitchFamily="2" charset="0"/>
                <a:cs typeface="Poppins Light" panose="00000400000000000000" pitchFamily="2" charset="0"/>
              </a:rPr>
              <a:t>Built to expand across</a:t>
            </a:r>
          </a:p>
          <a:p>
            <a:pPr>
              <a:lnSpc>
                <a:spcPct val="110000"/>
              </a:lnSpc>
            </a:pPr>
            <a:r>
              <a:rPr lang="en-US" sz="1200" kern="100" dirty="0">
                <a:latin typeface="Poppins Light" panose="00000400000000000000" pitchFamily="2" charset="0"/>
                <a:cs typeface="Poppins Light" panose="00000400000000000000" pitchFamily="2" charset="0"/>
              </a:rPr>
              <a:t>markets</a:t>
            </a:r>
            <a:endParaRPr lang="en-IN" sz="1200" kern="1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B6C79F-AE07-5011-A477-F4054C6C34DD}"/>
              </a:ext>
            </a:extLst>
          </p:cNvPr>
          <p:cNvSpPr txBox="1"/>
          <p:nvPr/>
        </p:nvSpPr>
        <p:spPr>
          <a:xfrm>
            <a:off x="719694" y="4353832"/>
            <a:ext cx="2135171" cy="96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kern="100" dirty="0">
                <a:solidFill>
                  <a:srgbClr val="5960F2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⁠</a:t>
            </a:r>
            <a:r>
              <a:rPr lang="en-US" sz="1400" kern="100" dirty="0">
                <a:latin typeface="Poppins Medium" panose="00000600000000000000" pitchFamily="2" charset="0"/>
                <a:cs typeface="Poppins Medium" panose="00000600000000000000" pitchFamily="2" charset="0"/>
              </a:rPr>
              <a:t>Experienced leadership </a:t>
            </a:r>
          </a:p>
          <a:p>
            <a:pPr>
              <a:lnSpc>
                <a:spcPct val="110000"/>
              </a:lnSpc>
            </a:pPr>
            <a:r>
              <a:rPr lang="en-US" sz="1200" kern="100" dirty="0">
                <a:latin typeface="Poppins Light" panose="00000400000000000000" pitchFamily="2" charset="0"/>
                <a:cs typeface="Poppins Light" panose="00000400000000000000" pitchFamily="2" charset="0"/>
              </a:rPr>
              <a:t>Execution-ready and transition-capable</a:t>
            </a:r>
            <a:endParaRPr lang="en-IN" sz="1200" kern="1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0B6D29-9552-68FB-E07D-0584508016B9}"/>
              </a:ext>
            </a:extLst>
          </p:cNvPr>
          <p:cNvSpPr txBox="1"/>
          <p:nvPr/>
        </p:nvSpPr>
        <p:spPr>
          <a:xfrm>
            <a:off x="719694" y="5494544"/>
            <a:ext cx="2323707" cy="727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kern="100" dirty="0">
                <a:latin typeface="Poppins Medium" panose="00000600000000000000" pitchFamily="2" charset="0"/>
                <a:cs typeface="Poppins Medium" panose="00000600000000000000" pitchFamily="2" charset="0"/>
              </a:rPr>
              <a:t>Strategic synergies  </a:t>
            </a:r>
          </a:p>
          <a:p>
            <a:pPr>
              <a:lnSpc>
                <a:spcPct val="110000"/>
              </a:lnSpc>
            </a:pPr>
            <a:r>
              <a:rPr lang="en-US" sz="1200" kern="100" dirty="0">
                <a:latin typeface="Poppins Light" panose="00000400000000000000" pitchFamily="2" charset="0"/>
                <a:cs typeface="Poppins Light" panose="00000400000000000000" pitchFamily="2" charset="0"/>
              </a:rPr>
              <a:t>Ideal bolt-on for EdTech, publishing, or test-prep firm</a:t>
            </a:r>
            <a:endParaRPr lang="en-IN" sz="1200" kern="1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88187C-DF7A-5FFB-35B1-8F32FDD7CEAD}"/>
              </a:ext>
            </a:extLst>
          </p:cNvPr>
          <p:cNvSpPr txBox="1"/>
          <p:nvPr/>
        </p:nvSpPr>
        <p:spPr>
          <a:xfrm>
            <a:off x="3679119" y="935806"/>
            <a:ext cx="2190205" cy="934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kern="100" dirty="0">
                <a:latin typeface="Poppins Medium" panose="00000600000000000000" pitchFamily="2" charset="0"/>
                <a:cs typeface="Poppins Medium" panose="00000600000000000000" pitchFamily="2" charset="0"/>
              </a:rPr>
              <a:t>Ready market access </a:t>
            </a:r>
            <a:br>
              <a:rPr lang="en-US" sz="1400" kern="100" dirty="0">
                <a:solidFill>
                  <a:srgbClr val="5960F2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1200" kern="100" dirty="0">
                <a:latin typeface="Poppins Light" panose="00000400000000000000" pitchFamily="2" charset="0"/>
                <a:cs typeface="Poppins Light" panose="00000400000000000000" pitchFamily="2" charset="0"/>
              </a:rPr>
              <a:t>Strong India presence + Caribbean business and international pilots</a:t>
            </a:r>
            <a:endParaRPr lang="en-IN" sz="1200" kern="1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252587-3E4C-DDAC-AE85-092C66F40AE4}"/>
              </a:ext>
            </a:extLst>
          </p:cNvPr>
          <p:cNvSpPr txBox="1"/>
          <p:nvPr/>
        </p:nvSpPr>
        <p:spPr>
          <a:xfrm>
            <a:off x="3679120" y="2082671"/>
            <a:ext cx="1915591" cy="96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kern="100" dirty="0">
                <a:latin typeface="Poppins Medium" panose="00000600000000000000" pitchFamily="2" charset="0"/>
                <a:cs typeface="Poppins Medium" panose="00000600000000000000" pitchFamily="2" charset="0"/>
              </a:rPr>
              <a:t>Engaged user base &amp; rich data</a:t>
            </a:r>
            <a:br>
              <a:rPr lang="en-US" sz="1400" kern="100" dirty="0">
                <a:solidFill>
                  <a:srgbClr val="5960F2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1200" kern="100" dirty="0">
                <a:latin typeface="Poppins Light" panose="00000400000000000000" pitchFamily="2" charset="0"/>
                <a:cs typeface="Poppins Light" panose="00000400000000000000" pitchFamily="2" charset="0"/>
              </a:rPr>
              <a:t>Fuel for retention and personalization</a:t>
            </a:r>
            <a:endParaRPr lang="en-IN" sz="1200" kern="1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B6D2C2-693B-42CA-7D90-0F29D8AEA274}"/>
              </a:ext>
            </a:extLst>
          </p:cNvPr>
          <p:cNvSpPr txBox="1"/>
          <p:nvPr/>
        </p:nvSpPr>
        <p:spPr>
          <a:xfrm>
            <a:off x="3679120" y="3226444"/>
            <a:ext cx="2040903" cy="1168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kern="100" dirty="0">
                <a:latin typeface="Poppins Medium" panose="00000600000000000000" pitchFamily="2" charset="0"/>
                <a:cs typeface="Poppins Medium" panose="00000600000000000000" pitchFamily="2" charset="0"/>
              </a:rPr>
              <a:t>Established </a:t>
            </a:r>
            <a:br>
              <a:rPr lang="en-US" sz="1400" kern="100" dirty="0"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US" sz="1400" kern="100" dirty="0">
                <a:latin typeface="Poppins Medium" panose="00000600000000000000" pitchFamily="2" charset="0"/>
                <a:cs typeface="Poppins Medium" panose="00000600000000000000" pitchFamily="2" charset="0"/>
              </a:rPr>
              <a:t>brand </a:t>
            </a:r>
            <a:br>
              <a:rPr lang="en-US" sz="1400" kern="100" dirty="0">
                <a:solidFill>
                  <a:srgbClr val="5960F2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1200" kern="100" dirty="0">
                <a:latin typeface="Poppins Light" panose="00000400000000000000" pitchFamily="2" charset="0"/>
                <a:cs typeface="Poppins Light" panose="00000400000000000000" pitchFamily="2" charset="0"/>
              </a:rPr>
              <a:t>Trusted name with massive upside</a:t>
            </a:r>
            <a:br>
              <a:rPr lang="en-US" sz="1400" kern="100" dirty="0">
                <a:solidFill>
                  <a:srgbClr val="5960F2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</a:br>
            <a:endParaRPr lang="en-IN" sz="1200" kern="1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38815D-1B40-D2F9-6BBF-CCEB3356517B}"/>
              </a:ext>
            </a:extLst>
          </p:cNvPr>
          <p:cNvSpPr txBox="1"/>
          <p:nvPr/>
        </p:nvSpPr>
        <p:spPr>
          <a:xfrm>
            <a:off x="3679120" y="4353832"/>
            <a:ext cx="2040903" cy="1168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kern="100" dirty="0">
                <a:latin typeface="Poppins Light" panose="00000400000000000000" pitchFamily="2" charset="0"/>
                <a:cs typeface="Poppins Light" panose="00000400000000000000" pitchFamily="2" charset="0"/>
              </a:rPr>
              <a:t>⁠</a:t>
            </a:r>
            <a:r>
              <a:rPr lang="en-US" sz="1400" kern="100" dirty="0">
                <a:latin typeface="Poppins Medium" panose="00000600000000000000" pitchFamily="2" charset="0"/>
                <a:cs typeface="Poppins Medium" panose="00000600000000000000" pitchFamily="2" charset="0"/>
              </a:rPr>
              <a:t>Monetization pathways </a:t>
            </a:r>
          </a:p>
          <a:p>
            <a:pPr>
              <a:lnSpc>
                <a:spcPct val="110000"/>
              </a:lnSpc>
            </a:pPr>
            <a:r>
              <a:rPr lang="en-US" sz="1200" kern="100" dirty="0">
                <a:latin typeface="Poppins Light" panose="00000400000000000000" pitchFamily="2" charset="0"/>
                <a:cs typeface="Poppins Light" panose="00000400000000000000" pitchFamily="2" charset="0"/>
              </a:rPr>
              <a:t>Tutoring, test prep, certifications, AI learning</a:t>
            </a:r>
            <a:br>
              <a:rPr lang="en-US" sz="1200" kern="100" dirty="0">
                <a:latin typeface="Poppins Light" panose="00000400000000000000" pitchFamily="2" charset="0"/>
                <a:cs typeface="Poppins Light" panose="00000400000000000000" pitchFamily="2" charset="0"/>
              </a:rPr>
            </a:br>
            <a:endParaRPr lang="en-IN" sz="1200" kern="1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446C90-DE84-7E80-9D9E-ED1D9DAFFFE4}"/>
              </a:ext>
            </a:extLst>
          </p:cNvPr>
          <p:cNvSpPr/>
          <p:nvPr/>
        </p:nvSpPr>
        <p:spPr>
          <a:xfrm>
            <a:off x="543160" y="1071521"/>
            <a:ext cx="45719" cy="180000"/>
          </a:xfrm>
          <a:prstGeom prst="rect">
            <a:avLst/>
          </a:prstGeom>
          <a:solidFill>
            <a:srgbClr val="5960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859510-4AEC-B03C-31DB-471933F60C12}"/>
              </a:ext>
            </a:extLst>
          </p:cNvPr>
          <p:cNvSpPr/>
          <p:nvPr/>
        </p:nvSpPr>
        <p:spPr>
          <a:xfrm>
            <a:off x="543160" y="2211687"/>
            <a:ext cx="45719" cy="180000"/>
          </a:xfrm>
          <a:prstGeom prst="rect">
            <a:avLst/>
          </a:prstGeom>
          <a:solidFill>
            <a:srgbClr val="5960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C7448C-4381-C137-59A0-819402F945E7}"/>
              </a:ext>
            </a:extLst>
          </p:cNvPr>
          <p:cNvSpPr/>
          <p:nvPr/>
        </p:nvSpPr>
        <p:spPr>
          <a:xfrm>
            <a:off x="543160" y="3350595"/>
            <a:ext cx="45719" cy="180000"/>
          </a:xfrm>
          <a:prstGeom prst="rect">
            <a:avLst/>
          </a:prstGeom>
          <a:solidFill>
            <a:srgbClr val="5960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374C0A-F7B8-5B9B-5E04-75CC2A4146BA}"/>
              </a:ext>
            </a:extLst>
          </p:cNvPr>
          <p:cNvSpPr/>
          <p:nvPr/>
        </p:nvSpPr>
        <p:spPr>
          <a:xfrm>
            <a:off x="543160" y="4482303"/>
            <a:ext cx="45719" cy="180000"/>
          </a:xfrm>
          <a:prstGeom prst="rect">
            <a:avLst/>
          </a:prstGeom>
          <a:solidFill>
            <a:srgbClr val="5960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1A0FA3F-C4DC-3BB8-018C-CA8A02BEED30}"/>
              </a:ext>
            </a:extLst>
          </p:cNvPr>
          <p:cNvSpPr/>
          <p:nvPr/>
        </p:nvSpPr>
        <p:spPr>
          <a:xfrm>
            <a:off x="543160" y="5561956"/>
            <a:ext cx="45719" cy="180000"/>
          </a:xfrm>
          <a:prstGeom prst="rect">
            <a:avLst/>
          </a:prstGeom>
          <a:solidFill>
            <a:srgbClr val="5960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9E36CEB-5839-5725-9F19-E682323D3D1A}"/>
              </a:ext>
            </a:extLst>
          </p:cNvPr>
          <p:cNvSpPr/>
          <p:nvPr/>
        </p:nvSpPr>
        <p:spPr>
          <a:xfrm>
            <a:off x="3537407" y="1071521"/>
            <a:ext cx="45719" cy="180000"/>
          </a:xfrm>
          <a:prstGeom prst="rect">
            <a:avLst/>
          </a:prstGeom>
          <a:solidFill>
            <a:srgbClr val="5960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4128E9D-DFED-4FA7-9C0C-EC2AFC120475}"/>
              </a:ext>
            </a:extLst>
          </p:cNvPr>
          <p:cNvSpPr/>
          <p:nvPr/>
        </p:nvSpPr>
        <p:spPr>
          <a:xfrm>
            <a:off x="3537407" y="2211687"/>
            <a:ext cx="45719" cy="180000"/>
          </a:xfrm>
          <a:prstGeom prst="rect">
            <a:avLst/>
          </a:prstGeom>
          <a:solidFill>
            <a:srgbClr val="5960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E57FA05-9B7A-BB8A-159F-363D1589A756}"/>
              </a:ext>
            </a:extLst>
          </p:cNvPr>
          <p:cNvSpPr/>
          <p:nvPr/>
        </p:nvSpPr>
        <p:spPr>
          <a:xfrm>
            <a:off x="3537407" y="3350595"/>
            <a:ext cx="45719" cy="180000"/>
          </a:xfrm>
          <a:prstGeom prst="rect">
            <a:avLst/>
          </a:prstGeom>
          <a:solidFill>
            <a:srgbClr val="5960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2CF7D24-2037-C430-1D30-268BB794782A}"/>
              </a:ext>
            </a:extLst>
          </p:cNvPr>
          <p:cNvSpPr/>
          <p:nvPr/>
        </p:nvSpPr>
        <p:spPr>
          <a:xfrm>
            <a:off x="3537407" y="4482303"/>
            <a:ext cx="45719" cy="180000"/>
          </a:xfrm>
          <a:prstGeom prst="rect">
            <a:avLst/>
          </a:prstGeom>
          <a:solidFill>
            <a:srgbClr val="5960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D29CACB-FC57-422E-89B8-151FCE2567E5}"/>
              </a:ext>
            </a:extLst>
          </p:cNvPr>
          <p:cNvSpPr/>
          <p:nvPr/>
        </p:nvSpPr>
        <p:spPr>
          <a:xfrm>
            <a:off x="3537407" y="5561956"/>
            <a:ext cx="45719" cy="180000"/>
          </a:xfrm>
          <a:prstGeom prst="rect">
            <a:avLst/>
          </a:prstGeom>
          <a:solidFill>
            <a:srgbClr val="5960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2" name="Graphic 81">
            <a:extLst>
              <a:ext uri="{FF2B5EF4-FFF2-40B4-BE49-F238E27FC236}">
                <a16:creationId xmlns:a16="http://schemas.microsoft.com/office/drawing/2014/main" id="{48AD7DC9-BF2E-83E3-20DF-62BF7FF6FF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6210" y="1690420"/>
            <a:ext cx="576967" cy="699436"/>
          </a:xfrm>
          <a:prstGeom prst="rect">
            <a:avLst/>
          </a:prstGeom>
        </p:spPr>
      </p:pic>
      <p:pic>
        <p:nvPicPr>
          <p:cNvPr id="108" name="Graphic 107">
            <a:extLst>
              <a:ext uri="{FF2B5EF4-FFF2-40B4-BE49-F238E27FC236}">
                <a16:creationId xmlns:a16="http://schemas.microsoft.com/office/drawing/2014/main" id="{05CA6EB8-D90A-B7DE-9C98-2891FF7E39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96745" y="3330097"/>
            <a:ext cx="891588" cy="712540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E30C1ADE-52E1-0A5E-F32E-BAF5F45905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76130" y="5050114"/>
            <a:ext cx="547886" cy="479667"/>
          </a:xfrm>
          <a:prstGeom prst="rect">
            <a:avLst/>
          </a:prstGeom>
        </p:spPr>
      </p:pic>
      <p:pic>
        <p:nvPicPr>
          <p:cNvPr id="110" name="Graphic 109">
            <a:extLst>
              <a:ext uri="{FF2B5EF4-FFF2-40B4-BE49-F238E27FC236}">
                <a16:creationId xmlns:a16="http://schemas.microsoft.com/office/drawing/2014/main" id="{983E976E-5B1A-C9BE-BFC8-4C6F0939968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780068" y="4878759"/>
            <a:ext cx="722674" cy="722674"/>
          </a:xfrm>
          <a:prstGeom prst="rect">
            <a:avLst/>
          </a:prstGeom>
        </p:spPr>
      </p:pic>
      <p:pic>
        <p:nvPicPr>
          <p:cNvPr id="111" name="Graphic 110">
            <a:extLst>
              <a:ext uri="{FF2B5EF4-FFF2-40B4-BE49-F238E27FC236}">
                <a16:creationId xmlns:a16="http://schemas.microsoft.com/office/drawing/2014/main" id="{6EA9676D-511B-82B5-2282-D642BB36401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54015" y="624868"/>
            <a:ext cx="545345" cy="574400"/>
          </a:xfrm>
          <a:prstGeom prst="rect">
            <a:avLst/>
          </a:pr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036090BA-3C44-B67C-3F83-15E22BEC95B5}"/>
              </a:ext>
            </a:extLst>
          </p:cNvPr>
          <p:cNvGrpSpPr/>
          <p:nvPr/>
        </p:nvGrpSpPr>
        <p:grpSpPr>
          <a:xfrm>
            <a:off x="7290362" y="2220476"/>
            <a:ext cx="3803818" cy="3949526"/>
            <a:chOff x="-7659911" y="2082671"/>
            <a:chExt cx="3803818" cy="3949526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18B3FE0-2191-79D1-CC2E-A6EE4C4CF58A}"/>
                </a:ext>
              </a:extLst>
            </p:cNvPr>
            <p:cNvSpPr/>
            <p:nvPr/>
          </p:nvSpPr>
          <p:spPr>
            <a:xfrm>
              <a:off x="-7591332" y="5953994"/>
              <a:ext cx="3735239" cy="78203"/>
            </a:xfrm>
            <a:custGeom>
              <a:avLst/>
              <a:gdLst>
                <a:gd name="connsiteX0" fmla="*/ 3735240 w 3735239"/>
                <a:gd name="connsiteY0" fmla="*/ 14216 h 78203"/>
                <a:gd name="connsiteX1" fmla="*/ 1838943 w 3735239"/>
                <a:gd name="connsiteY1" fmla="*/ 73038 h 78203"/>
                <a:gd name="connsiteX2" fmla="*/ 0 w 3735239"/>
                <a:gd name="connsiteY2" fmla="*/ 59383 h 78203"/>
                <a:gd name="connsiteX3" fmla="*/ 1838246 w 3735239"/>
                <a:gd name="connsiteY3" fmla="*/ 7501 h 78203"/>
                <a:gd name="connsiteX4" fmla="*/ 3735240 w 3735239"/>
                <a:gd name="connsiteY4" fmla="*/ 14216 h 7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5239" h="78203">
                  <a:moveTo>
                    <a:pt x="3735240" y="14216"/>
                  </a:moveTo>
                  <a:cubicBezTo>
                    <a:pt x="3735439" y="32323"/>
                    <a:pt x="2854357" y="62492"/>
                    <a:pt x="1838943" y="73038"/>
                  </a:cubicBezTo>
                  <a:cubicBezTo>
                    <a:pt x="823504" y="83584"/>
                    <a:pt x="199" y="77465"/>
                    <a:pt x="0" y="59383"/>
                  </a:cubicBezTo>
                  <a:cubicBezTo>
                    <a:pt x="-199" y="41277"/>
                    <a:pt x="822832" y="18047"/>
                    <a:pt x="1838246" y="7501"/>
                  </a:cubicBezTo>
                  <a:cubicBezTo>
                    <a:pt x="2853661" y="-3045"/>
                    <a:pt x="3735041" y="-3890"/>
                    <a:pt x="3735240" y="14216"/>
                  </a:cubicBezTo>
                  <a:close/>
                </a:path>
              </a:pathLst>
            </a:custGeom>
            <a:solidFill>
              <a:srgbClr val="32323F">
                <a:alpha val="8000"/>
              </a:srgbClr>
            </a:solidFill>
            <a:ln w="2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7267AAB-D878-3519-2192-34CD6E103103}"/>
                </a:ext>
              </a:extLst>
            </p:cNvPr>
            <p:cNvSpPr/>
            <p:nvPr/>
          </p:nvSpPr>
          <p:spPr>
            <a:xfrm>
              <a:off x="-6981502" y="3550925"/>
              <a:ext cx="2315062" cy="2315012"/>
            </a:xfrm>
            <a:custGeom>
              <a:avLst/>
              <a:gdLst>
                <a:gd name="connsiteX0" fmla="*/ 2314963 w 2315062"/>
                <a:gd name="connsiteY0" fmla="*/ 1157556 h 2315012"/>
                <a:gd name="connsiteX1" fmla="*/ 2157326 w 2315062"/>
                <a:gd name="connsiteY1" fmla="*/ 1740998 h 2315012"/>
                <a:gd name="connsiteX2" fmla="*/ 1812181 w 2315062"/>
                <a:gd name="connsiteY2" fmla="*/ 2112258 h 2315012"/>
                <a:gd name="connsiteX3" fmla="*/ 1725801 w 2315062"/>
                <a:gd name="connsiteY3" fmla="*/ 2166131 h 2315012"/>
                <a:gd name="connsiteX4" fmla="*/ 1460469 w 2315062"/>
                <a:gd name="connsiteY4" fmla="*/ 2274969 h 2315012"/>
                <a:gd name="connsiteX5" fmla="*/ 1421595 w 2315062"/>
                <a:gd name="connsiteY5" fmla="*/ 2284769 h 2315012"/>
                <a:gd name="connsiteX6" fmla="*/ 1349069 w 2315062"/>
                <a:gd name="connsiteY6" fmla="*/ 2299244 h 2315012"/>
                <a:gd name="connsiteX7" fmla="*/ 1314497 w 2315062"/>
                <a:gd name="connsiteY7" fmla="*/ 2304442 h 2315012"/>
                <a:gd name="connsiteX8" fmla="*/ 1303330 w 2315062"/>
                <a:gd name="connsiteY8" fmla="*/ 2305910 h 2315012"/>
                <a:gd name="connsiteX9" fmla="*/ 1287462 w 2315062"/>
                <a:gd name="connsiteY9" fmla="*/ 2307775 h 2315012"/>
                <a:gd name="connsiteX10" fmla="*/ 1268360 w 2315062"/>
                <a:gd name="connsiteY10" fmla="*/ 2309765 h 2315012"/>
                <a:gd name="connsiteX11" fmla="*/ 1204415 w 2315062"/>
                <a:gd name="connsiteY11" fmla="*/ 2314068 h 2315012"/>
                <a:gd name="connsiteX12" fmla="*/ 1157531 w 2315062"/>
                <a:gd name="connsiteY12" fmla="*/ 2315013 h 2315012"/>
                <a:gd name="connsiteX13" fmla="*/ 0 w 2315062"/>
                <a:gd name="connsiteY13" fmla="*/ 1157531 h 2315012"/>
                <a:gd name="connsiteX14" fmla="*/ 2189 w 2315062"/>
                <a:gd name="connsiteY14" fmla="*/ 1086423 h 2315012"/>
                <a:gd name="connsiteX15" fmla="*/ 2189 w 2315062"/>
                <a:gd name="connsiteY15" fmla="*/ 1086423 h 2315012"/>
                <a:gd name="connsiteX16" fmla="*/ 31811 w 2315062"/>
                <a:gd name="connsiteY16" fmla="*/ 887101 h 2315012"/>
                <a:gd name="connsiteX17" fmla="*/ 31811 w 2315062"/>
                <a:gd name="connsiteY17" fmla="*/ 887101 h 2315012"/>
                <a:gd name="connsiteX18" fmla="*/ 44346 w 2315062"/>
                <a:gd name="connsiteY18" fmla="*/ 839198 h 2315012"/>
                <a:gd name="connsiteX19" fmla="*/ 81530 w 2315062"/>
                <a:gd name="connsiteY19" fmla="*/ 730060 h 2315012"/>
                <a:gd name="connsiteX20" fmla="*/ 89414 w 2315062"/>
                <a:gd name="connsiteY20" fmla="*/ 710785 h 2315012"/>
                <a:gd name="connsiteX21" fmla="*/ 106178 w 2315062"/>
                <a:gd name="connsiteY21" fmla="*/ 672681 h 2315012"/>
                <a:gd name="connsiteX22" fmla="*/ 133785 w 2315062"/>
                <a:gd name="connsiteY22" fmla="*/ 616944 h 2315012"/>
                <a:gd name="connsiteX23" fmla="*/ 197432 w 2315062"/>
                <a:gd name="connsiteY23" fmla="*/ 510791 h 2315012"/>
                <a:gd name="connsiteX24" fmla="*/ 197457 w 2315062"/>
                <a:gd name="connsiteY24" fmla="*/ 510766 h 2315012"/>
                <a:gd name="connsiteX25" fmla="*/ 209122 w 2315062"/>
                <a:gd name="connsiteY25" fmla="*/ 493829 h 2315012"/>
                <a:gd name="connsiteX26" fmla="*/ 209370 w 2315062"/>
                <a:gd name="connsiteY26" fmla="*/ 493480 h 2315012"/>
                <a:gd name="connsiteX27" fmla="*/ 242325 w 2315062"/>
                <a:gd name="connsiteY27" fmla="*/ 448860 h 2315012"/>
                <a:gd name="connsiteX28" fmla="*/ 249439 w 2315062"/>
                <a:gd name="connsiteY28" fmla="*/ 439782 h 2315012"/>
                <a:gd name="connsiteX29" fmla="*/ 341216 w 2315062"/>
                <a:gd name="connsiteY29" fmla="*/ 336938 h 2315012"/>
                <a:gd name="connsiteX30" fmla="*/ 393645 w 2315062"/>
                <a:gd name="connsiteY30" fmla="*/ 287891 h 2315012"/>
                <a:gd name="connsiteX31" fmla="*/ 393794 w 2315062"/>
                <a:gd name="connsiteY31" fmla="*/ 287791 h 2315012"/>
                <a:gd name="connsiteX32" fmla="*/ 548397 w 2315062"/>
                <a:gd name="connsiteY32" fmla="*/ 173082 h 2315012"/>
                <a:gd name="connsiteX33" fmla="*/ 557252 w 2315062"/>
                <a:gd name="connsiteY33" fmla="*/ 167636 h 2315012"/>
                <a:gd name="connsiteX34" fmla="*/ 598962 w 2315062"/>
                <a:gd name="connsiteY34" fmla="*/ 143485 h 2315012"/>
                <a:gd name="connsiteX35" fmla="*/ 642114 w 2315062"/>
                <a:gd name="connsiteY35" fmla="*/ 120802 h 2315012"/>
                <a:gd name="connsiteX36" fmla="*/ 1157531 w 2315062"/>
                <a:gd name="connsiteY36" fmla="*/ 0 h 2315012"/>
                <a:gd name="connsiteX37" fmla="*/ 1344343 w 2315062"/>
                <a:gd name="connsiteY37" fmla="*/ 15022 h 2315012"/>
                <a:gd name="connsiteX38" fmla="*/ 1587489 w 2315062"/>
                <a:gd name="connsiteY38" fmla="*/ 82524 h 2315012"/>
                <a:gd name="connsiteX39" fmla="*/ 1648276 w 2315062"/>
                <a:gd name="connsiteY39" fmla="*/ 108938 h 2315012"/>
                <a:gd name="connsiteX40" fmla="*/ 1653449 w 2315062"/>
                <a:gd name="connsiteY40" fmla="*/ 111351 h 2315012"/>
                <a:gd name="connsiteX41" fmla="*/ 1673620 w 2315062"/>
                <a:gd name="connsiteY41" fmla="*/ 121150 h 2315012"/>
                <a:gd name="connsiteX42" fmla="*/ 1782683 w 2315062"/>
                <a:gd name="connsiteY42" fmla="*/ 183205 h 2315012"/>
                <a:gd name="connsiteX43" fmla="*/ 1850110 w 2315062"/>
                <a:gd name="connsiteY43" fmla="*/ 230014 h 2315012"/>
                <a:gd name="connsiteX44" fmla="*/ 1852523 w 2315062"/>
                <a:gd name="connsiteY44" fmla="*/ 231780 h 2315012"/>
                <a:gd name="connsiteX45" fmla="*/ 1981334 w 2315062"/>
                <a:gd name="connsiteY45" fmla="*/ 344399 h 2315012"/>
                <a:gd name="connsiteX46" fmla="*/ 2130514 w 2315062"/>
                <a:gd name="connsiteY46" fmla="*/ 530315 h 2315012"/>
                <a:gd name="connsiteX47" fmla="*/ 2165086 w 2315062"/>
                <a:gd name="connsiteY47" fmla="*/ 587396 h 2315012"/>
                <a:gd name="connsiteX48" fmla="*/ 2314093 w 2315062"/>
                <a:gd name="connsiteY48" fmla="*/ 1110300 h 2315012"/>
                <a:gd name="connsiteX49" fmla="*/ 2315063 w 2315062"/>
                <a:gd name="connsiteY49" fmla="*/ 1157531 h 2315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315062" h="2315012">
                  <a:moveTo>
                    <a:pt x="2314963" y="1157556"/>
                  </a:moveTo>
                  <a:cubicBezTo>
                    <a:pt x="2314963" y="1370309"/>
                    <a:pt x="2257535" y="1569731"/>
                    <a:pt x="2157326" y="1740998"/>
                  </a:cubicBezTo>
                  <a:cubicBezTo>
                    <a:pt x="2070947" y="1888736"/>
                    <a:pt x="1952756" y="2015607"/>
                    <a:pt x="1812181" y="2112258"/>
                  </a:cubicBezTo>
                  <a:cubicBezTo>
                    <a:pt x="1784250" y="2131410"/>
                    <a:pt x="1755423" y="2149417"/>
                    <a:pt x="1725801" y="2166131"/>
                  </a:cubicBezTo>
                  <a:cubicBezTo>
                    <a:pt x="1643128" y="2212815"/>
                    <a:pt x="1554161" y="2249625"/>
                    <a:pt x="1460469" y="2274969"/>
                  </a:cubicBezTo>
                  <a:cubicBezTo>
                    <a:pt x="1447586" y="2278476"/>
                    <a:pt x="1434628" y="2281710"/>
                    <a:pt x="1421595" y="2284769"/>
                  </a:cubicBezTo>
                  <a:cubicBezTo>
                    <a:pt x="1397693" y="2290340"/>
                    <a:pt x="1373493" y="2295165"/>
                    <a:pt x="1349069" y="2299244"/>
                  </a:cubicBezTo>
                  <a:cubicBezTo>
                    <a:pt x="1337578" y="2301159"/>
                    <a:pt x="1326062" y="2302925"/>
                    <a:pt x="1314497" y="2304442"/>
                  </a:cubicBezTo>
                  <a:cubicBezTo>
                    <a:pt x="1310766" y="2304940"/>
                    <a:pt x="1307036" y="2305462"/>
                    <a:pt x="1303330" y="2305910"/>
                  </a:cubicBezTo>
                  <a:cubicBezTo>
                    <a:pt x="1298057" y="2306556"/>
                    <a:pt x="1292759" y="2307228"/>
                    <a:pt x="1287462" y="2307775"/>
                  </a:cubicBezTo>
                  <a:cubicBezTo>
                    <a:pt x="1281119" y="2308496"/>
                    <a:pt x="1274727" y="2309168"/>
                    <a:pt x="1268360" y="2309765"/>
                  </a:cubicBezTo>
                  <a:cubicBezTo>
                    <a:pt x="1247194" y="2311780"/>
                    <a:pt x="1225904" y="2313247"/>
                    <a:pt x="1204415" y="2314068"/>
                  </a:cubicBezTo>
                  <a:cubicBezTo>
                    <a:pt x="1188870" y="2314665"/>
                    <a:pt x="1173225" y="2315013"/>
                    <a:pt x="1157531" y="2315013"/>
                  </a:cubicBezTo>
                  <a:cubicBezTo>
                    <a:pt x="518278" y="2315013"/>
                    <a:pt x="0" y="1796810"/>
                    <a:pt x="0" y="1157531"/>
                  </a:cubicBezTo>
                  <a:cubicBezTo>
                    <a:pt x="0" y="1133630"/>
                    <a:pt x="746" y="1109902"/>
                    <a:pt x="2189" y="1086423"/>
                  </a:cubicBezTo>
                  <a:lnTo>
                    <a:pt x="2189" y="1086423"/>
                  </a:lnTo>
                  <a:cubicBezTo>
                    <a:pt x="6317" y="1018225"/>
                    <a:pt x="16366" y="951643"/>
                    <a:pt x="31811" y="887101"/>
                  </a:cubicBezTo>
                  <a:lnTo>
                    <a:pt x="31811" y="887101"/>
                  </a:lnTo>
                  <a:cubicBezTo>
                    <a:pt x="35666" y="870984"/>
                    <a:pt x="39845" y="855041"/>
                    <a:pt x="44346" y="839198"/>
                  </a:cubicBezTo>
                  <a:cubicBezTo>
                    <a:pt x="54967" y="802014"/>
                    <a:pt x="67402" y="765602"/>
                    <a:pt x="81530" y="730060"/>
                  </a:cubicBezTo>
                  <a:cubicBezTo>
                    <a:pt x="84116" y="723594"/>
                    <a:pt x="86728" y="717152"/>
                    <a:pt x="89414" y="710785"/>
                  </a:cubicBezTo>
                  <a:cubicBezTo>
                    <a:pt x="94761" y="697926"/>
                    <a:pt x="100357" y="685266"/>
                    <a:pt x="106178" y="672681"/>
                  </a:cubicBezTo>
                  <a:cubicBezTo>
                    <a:pt x="114883" y="653829"/>
                    <a:pt x="124060" y="635249"/>
                    <a:pt x="133785" y="616944"/>
                  </a:cubicBezTo>
                  <a:cubicBezTo>
                    <a:pt x="153160" y="580357"/>
                    <a:pt x="174376" y="544940"/>
                    <a:pt x="197432" y="510791"/>
                  </a:cubicBezTo>
                  <a:cubicBezTo>
                    <a:pt x="197432" y="510791"/>
                    <a:pt x="197457" y="510791"/>
                    <a:pt x="197457" y="510766"/>
                  </a:cubicBezTo>
                  <a:cubicBezTo>
                    <a:pt x="201287" y="505120"/>
                    <a:pt x="205192" y="499475"/>
                    <a:pt x="209122" y="493829"/>
                  </a:cubicBezTo>
                  <a:cubicBezTo>
                    <a:pt x="209196" y="493704"/>
                    <a:pt x="209296" y="493605"/>
                    <a:pt x="209370" y="493480"/>
                  </a:cubicBezTo>
                  <a:cubicBezTo>
                    <a:pt x="219991" y="478358"/>
                    <a:pt x="230984" y="463435"/>
                    <a:pt x="242325" y="448860"/>
                  </a:cubicBezTo>
                  <a:cubicBezTo>
                    <a:pt x="244663" y="445826"/>
                    <a:pt x="247051" y="442767"/>
                    <a:pt x="249439" y="439782"/>
                  </a:cubicBezTo>
                  <a:cubicBezTo>
                    <a:pt x="277942" y="403693"/>
                    <a:pt x="308609" y="369346"/>
                    <a:pt x="341216" y="336938"/>
                  </a:cubicBezTo>
                  <a:cubicBezTo>
                    <a:pt x="358203" y="320050"/>
                    <a:pt x="375688" y="303709"/>
                    <a:pt x="393645" y="287891"/>
                  </a:cubicBezTo>
                  <a:cubicBezTo>
                    <a:pt x="393695" y="287866"/>
                    <a:pt x="393745" y="287816"/>
                    <a:pt x="393794" y="287791"/>
                  </a:cubicBezTo>
                  <a:cubicBezTo>
                    <a:pt x="441971" y="245385"/>
                    <a:pt x="493655" y="207008"/>
                    <a:pt x="548397" y="173082"/>
                  </a:cubicBezTo>
                  <a:cubicBezTo>
                    <a:pt x="551332" y="171242"/>
                    <a:pt x="554267" y="169426"/>
                    <a:pt x="557252" y="167636"/>
                  </a:cubicBezTo>
                  <a:cubicBezTo>
                    <a:pt x="570981" y="159304"/>
                    <a:pt x="584909" y="151245"/>
                    <a:pt x="598962" y="143485"/>
                  </a:cubicBezTo>
                  <a:cubicBezTo>
                    <a:pt x="613188" y="135601"/>
                    <a:pt x="627614" y="128040"/>
                    <a:pt x="642114" y="120802"/>
                  </a:cubicBezTo>
                  <a:cubicBezTo>
                    <a:pt x="797339" y="43501"/>
                    <a:pt x="972386" y="0"/>
                    <a:pt x="1157531" y="0"/>
                  </a:cubicBezTo>
                  <a:cubicBezTo>
                    <a:pt x="1221104" y="0"/>
                    <a:pt x="1283582" y="5124"/>
                    <a:pt x="1344343" y="15022"/>
                  </a:cubicBezTo>
                  <a:cubicBezTo>
                    <a:pt x="1428808" y="28702"/>
                    <a:pt x="1510238" y="51534"/>
                    <a:pt x="1587489" y="82524"/>
                  </a:cubicBezTo>
                  <a:cubicBezTo>
                    <a:pt x="1608058" y="90732"/>
                    <a:pt x="1628354" y="99537"/>
                    <a:pt x="1648276" y="108938"/>
                  </a:cubicBezTo>
                  <a:cubicBezTo>
                    <a:pt x="1649992" y="109734"/>
                    <a:pt x="1651783" y="110555"/>
                    <a:pt x="1653449" y="111351"/>
                  </a:cubicBezTo>
                  <a:cubicBezTo>
                    <a:pt x="1660264" y="114534"/>
                    <a:pt x="1666955" y="117817"/>
                    <a:pt x="1673620" y="121150"/>
                  </a:cubicBezTo>
                  <a:cubicBezTo>
                    <a:pt x="1711152" y="139879"/>
                    <a:pt x="1747614" y="160622"/>
                    <a:pt x="1782683" y="183205"/>
                  </a:cubicBezTo>
                  <a:cubicBezTo>
                    <a:pt x="1805739" y="198029"/>
                    <a:pt x="1828248" y="213648"/>
                    <a:pt x="1850110" y="230014"/>
                  </a:cubicBezTo>
                  <a:cubicBezTo>
                    <a:pt x="1850906" y="230611"/>
                    <a:pt x="1851727" y="231183"/>
                    <a:pt x="1852523" y="231780"/>
                  </a:cubicBezTo>
                  <a:cubicBezTo>
                    <a:pt x="1898212" y="266128"/>
                    <a:pt x="1941265" y="303808"/>
                    <a:pt x="1981334" y="344399"/>
                  </a:cubicBezTo>
                  <a:cubicBezTo>
                    <a:pt x="2037171" y="400957"/>
                    <a:pt x="2087237" y="463261"/>
                    <a:pt x="2130514" y="530315"/>
                  </a:cubicBezTo>
                  <a:cubicBezTo>
                    <a:pt x="2142602" y="548969"/>
                    <a:pt x="2154118" y="567996"/>
                    <a:pt x="2165086" y="587396"/>
                  </a:cubicBezTo>
                  <a:cubicBezTo>
                    <a:pt x="2253256" y="742845"/>
                    <a:pt x="2306482" y="920678"/>
                    <a:pt x="2314093" y="1110300"/>
                  </a:cubicBezTo>
                  <a:cubicBezTo>
                    <a:pt x="2314690" y="1125969"/>
                    <a:pt x="2315063" y="1141738"/>
                    <a:pt x="2315063" y="1157531"/>
                  </a:cubicBezTo>
                  <a:close/>
                </a:path>
              </a:pathLst>
            </a:custGeom>
            <a:gradFill>
              <a:gsLst>
                <a:gs pos="0">
                  <a:srgbClr val="8A8CF2"/>
                </a:gs>
                <a:gs pos="99000">
                  <a:srgbClr val="464AEA"/>
                </a:gs>
              </a:gsLst>
              <a:lin ang="0" scaled="1"/>
            </a:gradFill>
            <a:ln w="2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64" name="Graphic 1">
              <a:extLst>
                <a:ext uri="{FF2B5EF4-FFF2-40B4-BE49-F238E27FC236}">
                  <a16:creationId xmlns:a16="http://schemas.microsoft.com/office/drawing/2014/main" id="{382A8683-63A8-2E9E-6BF1-46CB0921E4E7}"/>
                </a:ext>
              </a:extLst>
            </p:cNvPr>
            <p:cNvGrpSpPr/>
            <p:nvPr/>
          </p:nvGrpSpPr>
          <p:grpSpPr>
            <a:xfrm>
              <a:off x="-6979363" y="3659888"/>
              <a:ext cx="2312824" cy="2205129"/>
              <a:chOff x="-6979363" y="3659888"/>
              <a:chExt cx="2312824" cy="2205129"/>
            </a:xfrm>
            <a:solidFill>
              <a:srgbClr val="B7B9F7">
                <a:alpha val="45000"/>
              </a:srgbClr>
            </a:solidFill>
          </p:grpSpPr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A7C1DC6-7C13-FA93-703A-5ED935A57829}"/>
                  </a:ext>
                </a:extLst>
              </p:cNvPr>
              <p:cNvSpPr/>
              <p:nvPr/>
            </p:nvSpPr>
            <p:spPr>
              <a:xfrm>
                <a:off x="-6979363" y="3694458"/>
                <a:ext cx="1592386" cy="2170559"/>
              </a:xfrm>
              <a:custGeom>
                <a:avLst/>
                <a:gdLst>
                  <a:gd name="connsiteX0" fmla="*/ 1453505 w 1592386"/>
                  <a:gd name="connsiteY0" fmla="*/ 1776516 h 2170559"/>
                  <a:gd name="connsiteX1" fmla="*/ 1451043 w 1592386"/>
                  <a:gd name="connsiteY1" fmla="*/ 1911893 h 2170559"/>
                  <a:gd name="connsiteX2" fmla="*/ 1359938 w 1592386"/>
                  <a:gd name="connsiteY2" fmla="*/ 2039883 h 2170559"/>
                  <a:gd name="connsiteX3" fmla="*/ 1352576 w 1592386"/>
                  <a:gd name="connsiteY3" fmla="*/ 2148200 h 2170559"/>
                  <a:gd name="connsiteX4" fmla="*/ 1346905 w 1592386"/>
                  <a:gd name="connsiteY4" fmla="*/ 2155711 h 2170559"/>
                  <a:gd name="connsiteX5" fmla="*/ 1312333 w 1592386"/>
                  <a:gd name="connsiteY5" fmla="*/ 2160934 h 2170559"/>
                  <a:gd name="connsiteX6" fmla="*/ 1301166 w 1592386"/>
                  <a:gd name="connsiteY6" fmla="*/ 2162401 h 2170559"/>
                  <a:gd name="connsiteX7" fmla="*/ 1285298 w 1592386"/>
                  <a:gd name="connsiteY7" fmla="*/ 2164291 h 2170559"/>
                  <a:gd name="connsiteX8" fmla="*/ 1266171 w 1592386"/>
                  <a:gd name="connsiteY8" fmla="*/ 2166281 h 2170559"/>
                  <a:gd name="connsiteX9" fmla="*/ 1202251 w 1592386"/>
                  <a:gd name="connsiteY9" fmla="*/ 2170559 h 2170559"/>
                  <a:gd name="connsiteX10" fmla="*/ 1203669 w 1592386"/>
                  <a:gd name="connsiteY10" fmla="*/ 2134669 h 2170559"/>
                  <a:gd name="connsiteX11" fmla="*/ 1106395 w 1592386"/>
                  <a:gd name="connsiteY11" fmla="*/ 1943878 h 2170559"/>
                  <a:gd name="connsiteX12" fmla="*/ 1035013 w 1592386"/>
                  <a:gd name="connsiteY12" fmla="*/ 1719883 h 2170559"/>
                  <a:gd name="connsiteX13" fmla="*/ 897149 w 1592386"/>
                  <a:gd name="connsiteY13" fmla="*/ 1648476 h 2170559"/>
                  <a:gd name="connsiteX14" fmla="*/ 760553 w 1592386"/>
                  <a:gd name="connsiteY14" fmla="*/ 1530310 h 2170559"/>
                  <a:gd name="connsiteX15" fmla="*/ 776546 w 1592386"/>
                  <a:gd name="connsiteY15" fmla="*/ 1362949 h 2170559"/>
                  <a:gd name="connsiteX16" fmla="*/ 732249 w 1592386"/>
                  <a:gd name="connsiteY16" fmla="*/ 1296466 h 2170559"/>
                  <a:gd name="connsiteX17" fmla="*/ 594385 w 1592386"/>
                  <a:gd name="connsiteY17" fmla="*/ 1266944 h 2170559"/>
                  <a:gd name="connsiteX18" fmla="*/ 454034 w 1592386"/>
                  <a:gd name="connsiteY18" fmla="*/ 1205386 h 2170559"/>
                  <a:gd name="connsiteX19" fmla="*/ 264511 w 1592386"/>
                  <a:gd name="connsiteY19" fmla="*/ 1163527 h 2170559"/>
                  <a:gd name="connsiteX20" fmla="*/ 104486 w 1592386"/>
                  <a:gd name="connsiteY20" fmla="*/ 1003527 h 2170559"/>
                  <a:gd name="connsiteX21" fmla="*/ 173406 w 1592386"/>
                  <a:gd name="connsiteY21" fmla="*/ 1151240 h 2170559"/>
                  <a:gd name="connsiteX22" fmla="*/ 8481 w 1592386"/>
                  <a:gd name="connsiteY22" fmla="*/ 949356 h 2170559"/>
                  <a:gd name="connsiteX23" fmla="*/ 0 w 1592386"/>
                  <a:gd name="connsiteY23" fmla="*/ 942890 h 2170559"/>
                  <a:gd name="connsiteX24" fmla="*/ 0 w 1592386"/>
                  <a:gd name="connsiteY24" fmla="*/ 942890 h 2170559"/>
                  <a:gd name="connsiteX25" fmla="*/ 29647 w 1592386"/>
                  <a:gd name="connsiteY25" fmla="*/ 743567 h 2170559"/>
                  <a:gd name="connsiteX26" fmla="*/ 29647 w 1592386"/>
                  <a:gd name="connsiteY26" fmla="*/ 743567 h 2170559"/>
                  <a:gd name="connsiteX27" fmla="*/ 42182 w 1592386"/>
                  <a:gd name="connsiteY27" fmla="*/ 695664 h 2170559"/>
                  <a:gd name="connsiteX28" fmla="*/ 79341 w 1592386"/>
                  <a:gd name="connsiteY28" fmla="*/ 586527 h 2170559"/>
                  <a:gd name="connsiteX29" fmla="*/ 87225 w 1592386"/>
                  <a:gd name="connsiteY29" fmla="*/ 567251 h 2170559"/>
                  <a:gd name="connsiteX30" fmla="*/ 103989 w 1592386"/>
                  <a:gd name="connsiteY30" fmla="*/ 529173 h 2170559"/>
                  <a:gd name="connsiteX31" fmla="*/ 131596 w 1592386"/>
                  <a:gd name="connsiteY31" fmla="*/ 473435 h 2170559"/>
                  <a:gd name="connsiteX32" fmla="*/ 195243 w 1592386"/>
                  <a:gd name="connsiteY32" fmla="*/ 367307 h 2170559"/>
                  <a:gd name="connsiteX33" fmla="*/ 195268 w 1592386"/>
                  <a:gd name="connsiteY33" fmla="*/ 367283 h 2170559"/>
                  <a:gd name="connsiteX34" fmla="*/ 206933 w 1592386"/>
                  <a:gd name="connsiteY34" fmla="*/ 350345 h 2170559"/>
                  <a:gd name="connsiteX35" fmla="*/ 207182 w 1592386"/>
                  <a:gd name="connsiteY35" fmla="*/ 349972 h 2170559"/>
                  <a:gd name="connsiteX36" fmla="*/ 240137 w 1592386"/>
                  <a:gd name="connsiteY36" fmla="*/ 305352 h 2170559"/>
                  <a:gd name="connsiteX37" fmla="*/ 247250 w 1592386"/>
                  <a:gd name="connsiteY37" fmla="*/ 296274 h 2170559"/>
                  <a:gd name="connsiteX38" fmla="*/ 339027 w 1592386"/>
                  <a:gd name="connsiteY38" fmla="*/ 193429 h 2170559"/>
                  <a:gd name="connsiteX39" fmla="*/ 391481 w 1592386"/>
                  <a:gd name="connsiteY39" fmla="*/ 144357 h 2170559"/>
                  <a:gd name="connsiteX40" fmla="*/ 391606 w 1592386"/>
                  <a:gd name="connsiteY40" fmla="*/ 144282 h 2170559"/>
                  <a:gd name="connsiteX41" fmla="*/ 409762 w 1592386"/>
                  <a:gd name="connsiteY41" fmla="*/ 132070 h 2170559"/>
                  <a:gd name="connsiteX42" fmla="*/ 564838 w 1592386"/>
                  <a:gd name="connsiteY42" fmla="*/ 102573 h 2170559"/>
                  <a:gd name="connsiteX43" fmla="*/ 594385 w 1592386"/>
                  <a:gd name="connsiteY43" fmla="*/ 144407 h 2170559"/>
                  <a:gd name="connsiteX44" fmla="*/ 650993 w 1592386"/>
                  <a:gd name="connsiteY44" fmla="*/ 144407 h 2170559"/>
                  <a:gd name="connsiteX45" fmla="*/ 712551 w 1592386"/>
                  <a:gd name="connsiteY45" fmla="*/ 55764 h 2170559"/>
                  <a:gd name="connsiteX46" fmla="*/ 751973 w 1592386"/>
                  <a:gd name="connsiteY46" fmla="*/ 124708 h 2170559"/>
                  <a:gd name="connsiteX47" fmla="*/ 948857 w 1592386"/>
                  <a:gd name="connsiteY47" fmla="*/ 6543 h 2170559"/>
                  <a:gd name="connsiteX48" fmla="*/ 1037475 w 1592386"/>
                  <a:gd name="connsiteY48" fmla="*/ 104985 h 2170559"/>
                  <a:gd name="connsiteX49" fmla="*/ 968556 w 1592386"/>
                  <a:gd name="connsiteY49" fmla="*/ 181292 h 2170559"/>
                  <a:gd name="connsiteX50" fmla="*/ 875013 w 1592386"/>
                  <a:gd name="connsiteY50" fmla="*/ 168980 h 2170559"/>
                  <a:gd name="connsiteX51" fmla="*/ 751948 w 1592386"/>
                  <a:gd name="connsiteY51" fmla="*/ 218226 h 2170559"/>
                  <a:gd name="connsiteX52" fmla="*/ 660843 w 1592386"/>
                  <a:gd name="connsiteY52" fmla="*/ 370889 h 2170559"/>
                  <a:gd name="connsiteX53" fmla="*/ 796244 w 1592386"/>
                  <a:gd name="connsiteY53" fmla="*/ 338879 h 2170559"/>
                  <a:gd name="connsiteX54" fmla="*/ 882400 w 1592386"/>
                  <a:gd name="connsiteY54" fmla="*/ 228100 h 2170559"/>
                  <a:gd name="connsiteX55" fmla="*/ 951320 w 1592386"/>
                  <a:gd name="connsiteY55" fmla="*/ 247774 h 2170559"/>
                  <a:gd name="connsiteX56" fmla="*/ 1030064 w 1592386"/>
                  <a:gd name="connsiteY56" fmla="*/ 257623 h 2170559"/>
                  <a:gd name="connsiteX57" fmla="*/ 1077643 w 1592386"/>
                  <a:gd name="connsiteY57" fmla="*/ 443888 h 2170559"/>
                  <a:gd name="connsiteX58" fmla="*/ 790947 w 1592386"/>
                  <a:gd name="connsiteY58" fmla="*/ 673653 h 2170559"/>
                  <a:gd name="connsiteX59" fmla="*/ 734662 w 1592386"/>
                  <a:gd name="connsiteY59" fmla="*/ 791819 h 2170559"/>
                  <a:gd name="connsiteX60" fmla="*/ 668205 w 1592386"/>
                  <a:gd name="connsiteY60" fmla="*/ 946919 h 2170559"/>
                  <a:gd name="connsiteX61" fmla="*/ 596823 w 1592386"/>
                  <a:gd name="connsiteY61" fmla="*/ 905060 h 2170559"/>
                  <a:gd name="connsiteX62" fmla="*/ 409737 w 1592386"/>
                  <a:gd name="connsiteY62" fmla="*/ 976442 h 2170559"/>
                  <a:gd name="connsiteX63" fmla="*/ 431898 w 1592386"/>
                  <a:gd name="connsiteY63" fmla="*/ 1146316 h 2170559"/>
                  <a:gd name="connsiteX64" fmla="*/ 522978 w 1592386"/>
                  <a:gd name="connsiteY64" fmla="*/ 1104456 h 2170559"/>
                  <a:gd name="connsiteX65" fmla="*/ 564813 w 1592386"/>
                  <a:gd name="connsiteY65" fmla="*/ 1158627 h 2170559"/>
                  <a:gd name="connsiteX66" fmla="*/ 660843 w 1592386"/>
                  <a:gd name="connsiteY66" fmla="*/ 1227572 h 2170559"/>
                  <a:gd name="connsiteX67" fmla="*/ 739611 w 1592386"/>
                  <a:gd name="connsiteY67" fmla="*/ 1252170 h 2170559"/>
                  <a:gd name="connsiteX68" fmla="*/ 983280 w 1592386"/>
                  <a:gd name="connsiteY68" fmla="*/ 1170963 h 2170559"/>
                  <a:gd name="connsiteX69" fmla="*/ 1204862 w 1592386"/>
                  <a:gd name="connsiteY69" fmla="*/ 1205411 h 2170559"/>
                  <a:gd name="connsiteX70" fmla="*/ 1347626 w 1592386"/>
                  <a:gd name="connsiteY70" fmla="*/ 1281717 h 2170559"/>
                  <a:gd name="connsiteX71" fmla="*/ 1576571 w 1592386"/>
                  <a:gd name="connsiteY71" fmla="*/ 1348150 h 2170559"/>
                  <a:gd name="connsiteX72" fmla="*/ 1564234 w 1592386"/>
                  <a:gd name="connsiteY72" fmla="*/ 1591868 h 2170559"/>
                  <a:gd name="connsiteX73" fmla="*/ 1453480 w 1592386"/>
                  <a:gd name="connsiteY73" fmla="*/ 1776516 h 21705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</a:cxnLst>
                <a:rect l="l" t="t" r="r" b="b"/>
                <a:pathLst>
                  <a:path w="1592386" h="2170559">
                    <a:moveTo>
                      <a:pt x="1453505" y="1776516"/>
                    </a:moveTo>
                    <a:cubicBezTo>
                      <a:pt x="1468279" y="1845411"/>
                      <a:pt x="1470741" y="1892219"/>
                      <a:pt x="1451043" y="1911893"/>
                    </a:cubicBezTo>
                    <a:cubicBezTo>
                      <a:pt x="1431345" y="1931591"/>
                      <a:pt x="1347651" y="2002973"/>
                      <a:pt x="1359938" y="2039883"/>
                    </a:cubicBezTo>
                    <a:cubicBezTo>
                      <a:pt x="1372249" y="2076843"/>
                      <a:pt x="1367300" y="2128501"/>
                      <a:pt x="1352576" y="2148200"/>
                    </a:cubicBezTo>
                    <a:cubicBezTo>
                      <a:pt x="1350909" y="2150413"/>
                      <a:pt x="1349019" y="2152950"/>
                      <a:pt x="1346905" y="2155711"/>
                    </a:cubicBezTo>
                    <a:cubicBezTo>
                      <a:pt x="1335439" y="2157626"/>
                      <a:pt x="1323899" y="2159367"/>
                      <a:pt x="1312333" y="2160934"/>
                    </a:cubicBezTo>
                    <a:cubicBezTo>
                      <a:pt x="1308627" y="2161431"/>
                      <a:pt x="1304897" y="2161929"/>
                      <a:pt x="1301166" y="2162401"/>
                    </a:cubicBezTo>
                    <a:cubicBezTo>
                      <a:pt x="1295893" y="2163048"/>
                      <a:pt x="1290570" y="2163719"/>
                      <a:pt x="1285298" y="2164291"/>
                    </a:cubicBezTo>
                    <a:cubicBezTo>
                      <a:pt x="1278955" y="2164988"/>
                      <a:pt x="1272563" y="2165684"/>
                      <a:pt x="1266171" y="2166281"/>
                    </a:cubicBezTo>
                    <a:cubicBezTo>
                      <a:pt x="1245030" y="2168271"/>
                      <a:pt x="1223740" y="2169739"/>
                      <a:pt x="1202251" y="2170559"/>
                    </a:cubicBezTo>
                    <a:cubicBezTo>
                      <a:pt x="1202400" y="2159118"/>
                      <a:pt x="1203320" y="2146782"/>
                      <a:pt x="1203669" y="2134669"/>
                    </a:cubicBezTo>
                    <a:cubicBezTo>
                      <a:pt x="1204663" y="2096168"/>
                      <a:pt x="1113782" y="2005436"/>
                      <a:pt x="1106395" y="1943878"/>
                    </a:cubicBezTo>
                    <a:cubicBezTo>
                      <a:pt x="1099033" y="1882320"/>
                      <a:pt x="1103958" y="1742019"/>
                      <a:pt x="1035013" y="1719883"/>
                    </a:cubicBezTo>
                    <a:cubicBezTo>
                      <a:pt x="966094" y="1697697"/>
                      <a:pt x="912545" y="1676556"/>
                      <a:pt x="897149" y="1648476"/>
                    </a:cubicBezTo>
                    <a:cubicBezTo>
                      <a:pt x="876232" y="1610348"/>
                      <a:pt x="786395" y="1623878"/>
                      <a:pt x="760553" y="1530310"/>
                    </a:cubicBezTo>
                    <a:cubicBezTo>
                      <a:pt x="725086" y="1401922"/>
                      <a:pt x="801169" y="1387547"/>
                      <a:pt x="776546" y="1362949"/>
                    </a:cubicBezTo>
                    <a:cubicBezTo>
                      <a:pt x="751948" y="1338301"/>
                      <a:pt x="779033" y="1296466"/>
                      <a:pt x="732249" y="1296466"/>
                    </a:cubicBezTo>
                    <a:cubicBezTo>
                      <a:pt x="685465" y="1296466"/>
                      <a:pt x="621471" y="1303853"/>
                      <a:pt x="594385" y="1266944"/>
                    </a:cubicBezTo>
                    <a:cubicBezTo>
                      <a:pt x="567300" y="1229984"/>
                      <a:pt x="493456" y="1200461"/>
                      <a:pt x="454034" y="1205386"/>
                    </a:cubicBezTo>
                    <a:cubicBezTo>
                      <a:pt x="414637" y="1210261"/>
                      <a:pt x="333456" y="1229984"/>
                      <a:pt x="264511" y="1163527"/>
                    </a:cubicBezTo>
                    <a:cubicBezTo>
                      <a:pt x="195567" y="1097070"/>
                      <a:pt x="104486" y="971517"/>
                      <a:pt x="104486" y="1003527"/>
                    </a:cubicBezTo>
                    <a:cubicBezTo>
                      <a:pt x="104486" y="1035537"/>
                      <a:pt x="220215" y="1168426"/>
                      <a:pt x="173406" y="1151240"/>
                    </a:cubicBezTo>
                    <a:cubicBezTo>
                      <a:pt x="126647" y="1133954"/>
                      <a:pt x="70014" y="959230"/>
                      <a:pt x="8481" y="949356"/>
                    </a:cubicBezTo>
                    <a:cubicBezTo>
                      <a:pt x="5148" y="948809"/>
                      <a:pt x="2338" y="946620"/>
                      <a:pt x="0" y="942890"/>
                    </a:cubicBezTo>
                    <a:lnTo>
                      <a:pt x="0" y="942890"/>
                    </a:lnTo>
                    <a:cubicBezTo>
                      <a:pt x="4129" y="874691"/>
                      <a:pt x="14177" y="808085"/>
                      <a:pt x="29647" y="743567"/>
                    </a:cubicBezTo>
                    <a:lnTo>
                      <a:pt x="29647" y="743567"/>
                    </a:lnTo>
                    <a:cubicBezTo>
                      <a:pt x="33477" y="727450"/>
                      <a:pt x="37681" y="711508"/>
                      <a:pt x="42182" y="695664"/>
                    </a:cubicBezTo>
                    <a:cubicBezTo>
                      <a:pt x="52803" y="658506"/>
                      <a:pt x="65239" y="622069"/>
                      <a:pt x="79341" y="586527"/>
                    </a:cubicBezTo>
                    <a:cubicBezTo>
                      <a:pt x="81928" y="580060"/>
                      <a:pt x="84539" y="573643"/>
                      <a:pt x="87225" y="567251"/>
                    </a:cubicBezTo>
                    <a:cubicBezTo>
                      <a:pt x="92573" y="554418"/>
                      <a:pt x="98169" y="541733"/>
                      <a:pt x="103989" y="529173"/>
                    </a:cubicBezTo>
                    <a:cubicBezTo>
                      <a:pt x="112719" y="510295"/>
                      <a:pt x="121921" y="491716"/>
                      <a:pt x="131596" y="473435"/>
                    </a:cubicBezTo>
                    <a:cubicBezTo>
                      <a:pt x="150972" y="436849"/>
                      <a:pt x="172237" y="401431"/>
                      <a:pt x="195243" y="367307"/>
                    </a:cubicBezTo>
                    <a:cubicBezTo>
                      <a:pt x="195243" y="367307"/>
                      <a:pt x="195268" y="367307"/>
                      <a:pt x="195268" y="367283"/>
                    </a:cubicBezTo>
                    <a:cubicBezTo>
                      <a:pt x="199098" y="361612"/>
                      <a:pt x="203003" y="355966"/>
                      <a:pt x="206933" y="350345"/>
                    </a:cubicBezTo>
                    <a:cubicBezTo>
                      <a:pt x="207008" y="350220"/>
                      <a:pt x="207107" y="350121"/>
                      <a:pt x="207182" y="349972"/>
                    </a:cubicBezTo>
                    <a:cubicBezTo>
                      <a:pt x="217827" y="334850"/>
                      <a:pt x="228795" y="319952"/>
                      <a:pt x="240137" y="305352"/>
                    </a:cubicBezTo>
                    <a:cubicBezTo>
                      <a:pt x="242475" y="302318"/>
                      <a:pt x="244838" y="299283"/>
                      <a:pt x="247250" y="296274"/>
                    </a:cubicBezTo>
                    <a:cubicBezTo>
                      <a:pt x="275753" y="260185"/>
                      <a:pt x="306445" y="225837"/>
                      <a:pt x="339027" y="193429"/>
                    </a:cubicBezTo>
                    <a:cubicBezTo>
                      <a:pt x="355989" y="176516"/>
                      <a:pt x="373474" y="160151"/>
                      <a:pt x="391481" y="144357"/>
                    </a:cubicBezTo>
                    <a:lnTo>
                      <a:pt x="391606" y="144282"/>
                    </a:lnTo>
                    <a:lnTo>
                      <a:pt x="409762" y="132070"/>
                    </a:lnTo>
                    <a:cubicBezTo>
                      <a:pt x="466395" y="134533"/>
                      <a:pt x="530365" y="102573"/>
                      <a:pt x="564838" y="102573"/>
                    </a:cubicBezTo>
                    <a:cubicBezTo>
                      <a:pt x="599310" y="102573"/>
                      <a:pt x="564838" y="114859"/>
                      <a:pt x="594385" y="144407"/>
                    </a:cubicBezTo>
                    <a:cubicBezTo>
                      <a:pt x="623908" y="173929"/>
                      <a:pt x="641144" y="171492"/>
                      <a:pt x="650993" y="144407"/>
                    </a:cubicBezTo>
                    <a:cubicBezTo>
                      <a:pt x="660843" y="117322"/>
                      <a:pt x="685465" y="9005"/>
                      <a:pt x="712551" y="55764"/>
                    </a:cubicBezTo>
                    <a:cubicBezTo>
                      <a:pt x="739636" y="102573"/>
                      <a:pt x="719938" y="166568"/>
                      <a:pt x="751973" y="124708"/>
                    </a:cubicBezTo>
                    <a:cubicBezTo>
                      <a:pt x="783933" y="82874"/>
                      <a:pt x="882425" y="-27905"/>
                      <a:pt x="948857" y="6543"/>
                    </a:cubicBezTo>
                    <a:cubicBezTo>
                      <a:pt x="1015315" y="41015"/>
                      <a:pt x="1052249" y="65613"/>
                      <a:pt x="1037475" y="104985"/>
                    </a:cubicBezTo>
                    <a:cubicBezTo>
                      <a:pt x="1022702" y="144407"/>
                      <a:pt x="1022702" y="188629"/>
                      <a:pt x="968556" y="181292"/>
                    </a:cubicBezTo>
                    <a:cubicBezTo>
                      <a:pt x="914385" y="173929"/>
                      <a:pt x="884862" y="200990"/>
                      <a:pt x="875013" y="168980"/>
                    </a:cubicBezTo>
                    <a:cubicBezTo>
                      <a:pt x="865164" y="136995"/>
                      <a:pt x="806093" y="173929"/>
                      <a:pt x="751948" y="218226"/>
                    </a:cubicBezTo>
                    <a:cubicBezTo>
                      <a:pt x="697777" y="262548"/>
                      <a:pt x="594385" y="358553"/>
                      <a:pt x="660843" y="370889"/>
                    </a:cubicBezTo>
                    <a:cubicBezTo>
                      <a:pt x="727300" y="383200"/>
                      <a:pt x="769134" y="405336"/>
                      <a:pt x="796244" y="338879"/>
                    </a:cubicBezTo>
                    <a:cubicBezTo>
                      <a:pt x="823330" y="272397"/>
                      <a:pt x="835641" y="215764"/>
                      <a:pt x="882400" y="228100"/>
                    </a:cubicBezTo>
                    <a:cubicBezTo>
                      <a:pt x="929159" y="240412"/>
                      <a:pt x="894712" y="260110"/>
                      <a:pt x="951320" y="247774"/>
                    </a:cubicBezTo>
                    <a:cubicBezTo>
                      <a:pt x="1007928" y="235462"/>
                      <a:pt x="995616" y="203477"/>
                      <a:pt x="1030064" y="257623"/>
                    </a:cubicBezTo>
                    <a:cubicBezTo>
                      <a:pt x="1064536" y="311769"/>
                      <a:pt x="1167281" y="362209"/>
                      <a:pt x="1077643" y="443888"/>
                    </a:cubicBezTo>
                    <a:cubicBezTo>
                      <a:pt x="966069" y="545638"/>
                      <a:pt x="811814" y="586651"/>
                      <a:pt x="790947" y="673653"/>
                    </a:cubicBezTo>
                    <a:cubicBezTo>
                      <a:pt x="779605" y="720735"/>
                      <a:pt x="803606" y="737623"/>
                      <a:pt x="734662" y="791819"/>
                    </a:cubicBezTo>
                    <a:cubicBezTo>
                      <a:pt x="665742" y="845964"/>
                      <a:pt x="700215" y="946919"/>
                      <a:pt x="668205" y="946919"/>
                    </a:cubicBezTo>
                    <a:cubicBezTo>
                      <a:pt x="636195" y="946919"/>
                      <a:pt x="638682" y="895210"/>
                      <a:pt x="596823" y="905060"/>
                    </a:cubicBezTo>
                    <a:cubicBezTo>
                      <a:pt x="554988" y="914909"/>
                      <a:pt x="431898" y="892748"/>
                      <a:pt x="409737" y="976442"/>
                    </a:cubicBezTo>
                    <a:cubicBezTo>
                      <a:pt x="387577" y="1060160"/>
                      <a:pt x="397426" y="1151265"/>
                      <a:pt x="431898" y="1146316"/>
                    </a:cubicBezTo>
                    <a:cubicBezTo>
                      <a:pt x="466370" y="1141366"/>
                      <a:pt x="500818" y="1067522"/>
                      <a:pt x="522978" y="1104456"/>
                    </a:cubicBezTo>
                    <a:cubicBezTo>
                      <a:pt x="545114" y="1141391"/>
                      <a:pt x="510642" y="1163552"/>
                      <a:pt x="564813" y="1158627"/>
                    </a:cubicBezTo>
                    <a:cubicBezTo>
                      <a:pt x="618958" y="1153678"/>
                      <a:pt x="638657" y="1183225"/>
                      <a:pt x="660843" y="1227572"/>
                    </a:cubicBezTo>
                    <a:cubicBezTo>
                      <a:pt x="683003" y="1271843"/>
                      <a:pt x="695290" y="1257069"/>
                      <a:pt x="739611" y="1252170"/>
                    </a:cubicBezTo>
                    <a:cubicBezTo>
                      <a:pt x="783908" y="1247245"/>
                      <a:pt x="870064" y="1153703"/>
                      <a:pt x="983280" y="1170963"/>
                    </a:cubicBezTo>
                    <a:cubicBezTo>
                      <a:pt x="1096546" y="1188150"/>
                      <a:pt x="1167928" y="1161064"/>
                      <a:pt x="1204862" y="1205411"/>
                    </a:cubicBezTo>
                    <a:cubicBezTo>
                      <a:pt x="1241772" y="1249707"/>
                      <a:pt x="1293480" y="1281717"/>
                      <a:pt x="1347626" y="1281717"/>
                    </a:cubicBezTo>
                    <a:cubicBezTo>
                      <a:pt x="1401772" y="1281717"/>
                      <a:pt x="1542099" y="1269381"/>
                      <a:pt x="1576571" y="1348150"/>
                    </a:cubicBezTo>
                    <a:cubicBezTo>
                      <a:pt x="1622733" y="1453730"/>
                      <a:pt x="1551923" y="1547572"/>
                      <a:pt x="1564234" y="1591868"/>
                    </a:cubicBezTo>
                    <a:cubicBezTo>
                      <a:pt x="1576571" y="1636165"/>
                      <a:pt x="1438707" y="1707571"/>
                      <a:pt x="1453480" y="1776516"/>
                    </a:cubicBezTo>
                    <a:close/>
                  </a:path>
                </a:pathLst>
              </a:custGeom>
              <a:grpFill/>
              <a:ln w="24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092AB73F-5328-4163-C0FA-7CBAB0287E11}"/>
                  </a:ext>
                </a:extLst>
              </p:cNvPr>
              <p:cNvSpPr/>
              <p:nvPr/>
            </p:nvSpPr>
            <p:spPr>
              <a:xfrm>
                <a:off x="-5623595" y="3659888"/>
                <a:ext cx="957056" cy="1632034"/>
              </a:xfrm>
              <a:custGeom>
                <a:avLst/>
                <a:gdLst>
                  <a:gd name="connsiteX0" fmla="*/ 957056 w 957056"/>
                  <a:gd name="connsiteY0" fmla="*/ 1048593 h 1632034"/>
                  <a:gd name="connsiteX1" fmla="*/ 799419 w 957056"/>
                  <a:gd name="connsiteY1" fmla="*/ 1632034 h 1632034"/>
                  <a:gd name="connsiteX2" fmla="*/ 713114 w 957056"/>
                  <a:gd name="connsiteY2" fmla="*/ 1523047 h 1632034"/>
                  <a:gd name="connsiteX3" fmla="*/ 661431 w 957056"/>
                  <a:gd name="connsiteY3" fmla="*/ 1267066 h 1632034"/>
                  <a:gd name="connsiteX4" fmla="*/ 560526 w 957056"/>
                  <a:gd name="connsiteY4" fmla="*/ 1109504 h 1632034"/>
                  <a:gd name="connsiteX5" fmla="*/ 464496 w 957056"/>
                  <a:gd name="connsiteY5" fmla="*/ 1079956 h 1632034"/>
                  <a:gd name="connsiteX6" fmla="*/ 146934 w 957056"/>
                  <a:gd name="connsiteY6" fmla="*/ 1114428 h 1632034"/>
                  <a:gd name="connsiteX7" fmla="*/ 887 w 957056"/>
                  <a:gd name="connsiteY7" fmla="*/ 895333 h 1632034"/>
                  <a:gd name="connsiteX8" fmla="*/ 66648 w 957056"/>
                  <a:gd name="connsiteY8" fmla="*/ 740258 h 1632034"/>
                  <a:gd name="connsiteX9" fmla="*/ 119848 w 957056"/>
                  <a:gd name="connsiteY9" fmla="*/ 558072 h 1632034"/>
                  <a:gd name="connsiteX10" fmla="*/ 68165 w 957056"/>
                  <a:gd name="connsiteY10" fmla="*/ 481791 h 1632034"/>
                  <a:gd name="connsiteX11" fmla="*/ 176481 w 957056"/>
                  <a:gd name="connsiteY11" fmla="*/ 417796 h 1632034"/>
                  <a:gd name="connsiteX12" fmla="*/ 146934 w 957056"/>
                  <a:gd name="connsiteY12" fmla="*/ 334052 h 1632034"/>
                  <a:gd name="connsiteX13" fmla="*/ 212595 w 957056"/>
                  <a:gd name="connsiteY13" fmla="*/ 282543 h 1632034"/>
                  <a:gd name="connsiteX14" fmla="*/ 294647 w 957056"/>
                  <a:gd name="connsiteY14" fmla="*/ 181464 h 1632034"/>
                  <a:gd name="connsiteX15" fmla="*/ 324170 w 957056"/>
                  <a:gd name="connsiteY15" fmla="*/ 112520 h 1632034"/>
                  <a:gd name="connsiteX16" fmla="*/ 225727 w 957056"/>
                  <a:gd name="connsiteY16" fmla="*/ 103914 h 1632034"/>
                  <a:gd name="connsiteX17" fmla="*/ 290294 w 957056"/>
                  <a:gd name="connsiteY17" fmla="*/ 0 h 1632034"/>
                  <a:gd name="connsiteX18" fmla="*/ 295468 w 957056"/>
                  <a:gd name="connsiteY18" fmla="*/ 2437 h 1632034"/>
                  <a:gd name="connsiteX19" fmla="*/ 315639 w 957056"/>
                  <a:gd name="connsiteY19" fmla="*/ 12237 h 1632034"/>
                  <a:gd name="connsiteX20" fmla="*/ 424701 w 957056"/>
                  <a:gd name="connsiteY20" fmla="*/ 74292 h 1632034"/>
                  <a:gd name="connsiteX21" fmla="*/ 417712 w 957056"/>
                  <a:gd name="connsiteY21" fmla="*/ 80510 h 1632034"/>
                  <a:gd name="connsiteX22" fmla="*/ 399258 w 957056"/>
                  <a:gd name="connsiteY22" fmla="*/ 132218 h 1632034"/>
                  <a:gd name="connsiteX23" fmla="*/ 354936 w 957056"/>
                  <a:gd name="connsiteY23" fmla="*/ 171615 h 1632034"/>
                  <a:gd name="connsiteX24" fmla="*/ 459547 w 957056"/>
                  <a:gd name="connsiteY24" fmla="*/ 139630 h 1632034"/>
                  <a:gd name="connsiteX25" fmla="*/ 494492 w 957056"/>
                  <a:gd name="connsiteY25" fmla="*/ 122866 h 1632034"/>
                  <a:gd name="connsiteX26" fmla="*/ 623302 w 957056"/>
                  <a:gd name="connsiteY26" fmla="*/ 235486 h 1632034"/>
                  <a:gd name="connsiteX27" fmla="*/ 772483 w 957056"/>
                  <a:gd name="connsiteY27" fmla="*/ 421377 h 1632034"/>
                  <a:gd name="connsiteX28" fmla="*/ 679886 w 957056"/>
                  <a:gd name="connsiteY28" fmla="*/ 394391 h 1632034"/>
                  <a:gd name="connsiteX29" fmla="*/ 623253 w 957056"/>
                  <a:gd name="connsiteY29" fmla="*/ 364893 h 1632034"/>
                  <a:gd name="connsiteX30" fmla="*/ 628128 w 957056"/>
                  <a:gd name="connsiteY30" fmla="*/ 405509 h 1632034"/>
                  <a:gd name="connsiteX31" fmla="*/ 617084 w 957056"/>
                  <a:gd name="connsiteY31" fmla="*/ 448587 h 1632034"/>
                  <a:gd name="connsiteX32" fmla="*/ 542046 w 957056"/>
                  <a:gd name="connsiteY32" fmla="*/ 369818 h 1632034"/>
                  <a:gd name="connsiteX33" fmla="*/ 441067 w 957056"/>
                  <a:gd name="connsiteY33" fmla="*/ 335371 h 1632034"/>
                  <a:gd name="connsiteX34" fmla="*/ 425099 w 957056"/>
                  <a:gd name="connsiteY34" fmla="*/ 350120 h 1632034"/>
                  <a:gd name="connsiteX35" fmla="*/ 523542 w 957056"/>
                  <a:gd name="connsiteY35" fmla="*/ 393197 h 1632034"/>
                  <a:gd name="connsiteX36" fmla="*/ 503843 w 957056"/>
                  <a:gd name="connsiteY36" fmla="*/ 406728 h 1632034"/>
                  <a:gd name="connsiteX37" fmla="*/ 489045 w 957056"/>
                  <a:gd name="connsiteY37" fmla="*/ 432594 h 1632034"/>
                  <a:gd name="connsiteX38" fmla="*/ 380778 w 957056"/>
                  <a:gd name="connsiteY38" fmla="*/ 375961 h 1632034"/>
                  <a:gd name="connsiteX39" fmla="*/ 282311 w 957056"/>
                  <a:gd name="connsiteY39" fmla="*/ 412896 h 1632034"/>
                  <a:gd name="connsiteX40" fmla="*/ 203592 w 957056"/>
                  <a:gd name="connsiteY40" fmla="*/ 533499 h 1632034"/>
                  <a:gd name="connsiteX41" fmla="*/ 210929 w 957056"/>
                  <a:gd name="connsiteY41" fmla="*/ 565509 h 1632034"/>
                  <a:gd name="connsiteX42" fmla="*/ 346281 w 957056"/>
                  <a:gd name="connsiteY42" fmla="*/ 486765 h 1632034"/>
                  <a:gd name="connsiteX43" fmla="*/ 432461 w 957056"/>
                  <a:gd name="connsiteY43" fmla="*/ 511363 h 1632034"/>
                  <a:gd name="connsiteX44" fmla="*/ 575225 w 957056"/>
                  <a:gd name="connsiteY44" fmla="*/ 548298 h 1632034"/>
                  <a:gd name="connsiteX45" fmla="*/ 622556 w 957056"/>
                  <a:gd name="connsiteY45" fmla="*/ 500594 h 1632034"/>
                  <a:gd name="connsiteX46" fmla="*/ 796758 w 957056"/>
                  <a:gd name="connsiteY46" fmla="*/ 486765 h 1632034"/>
                  <a:gd name="connsiteX47" fmla="*/ 807030 w 957056"/>
                  <a:gd name="connsiteY47" fmla="*/ 478483 h 1632034"/>
                  <a:gd name="connsiteX48" fmla="*/ 849884 w 957056"/>
                  <a:gd name="connsiteY48" fmla="*/ 561778 h 1632034"/>
                  <a:gd name="connsiteX49" fmla="*/ 956012 w 957056"/>
                  <a:gd name="connsiteY49" fmla="*/ 1001386 h 1632034"/>
                  <a:gd name="connsiteX50" fmla="*/ 956584 w 957056"/>
                  <a:gd name="connsiteY50" fmla="*/ 1019045 h 1632034"/>
                  <a:gd name="connsiteX51" fmla="*/ 956982 w 957056"/>
                  <a:gd name="connsiteY51" fmla="*/ 1048618 h 16320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957056" h="1632034">
                    <a:moveTo>
                      <a:pt x="957056" y="1048593"/>
                    </a:moveTo>
                    <a:cubicBezTo>
                      <a:pt x="957056" y="1261346"/>
                      <a:pt x="899628" y="1460768"/>
                      <a:pt x="799419" y="1632034"/>
                    </a:cubicBezTo>
                    <a:cubicBezTo>
                      <a:pt x="781860" y="1592041"/>
                      <a:pt x="752710" y="1543591"/>
                      <a:pt x="713114" y="1523047"/>
                    </a:cubicBezTo>
                    <a:cubicBezTo>
                      <a:pt x="646682" y="1488599"/>
                      <a:pt x="725451" y="1338424"/>
                      <a:pt x="661431" y="1267066"/>
                    </a:cubicBezTo>
                    <a:cubicBezTo>
                      <a:pt x="597436" y="1195635"/>
                      <a:pt x="553985" y="1225182"/>
                      <a:pt x="560526" y="1109504"/>
                    </a:cubicBezTo>
                    <a:cubicBezTo>
                      <a:pt x="562889" y="1068292"/>
                      <a:pt x="491606" y="1111966"/>
                      <a:pt x="464496" y="1079956"/>
                    </a:cubicBezTo>
                    <a:cubicBezTo>
                      <a:pt x="437411" y="1047996"/>
                      <a:pt x="314619" y="1179145"/>
                      <a:pt x="146934" y="1114428"/>
                    </a:cubicBezTo>
                    <a:cubicBezTo>
                      <a:pt x="17277" y="1064387"/>
                      <a:pt x="8299" y="964253"/>
                      <a:pt x="887" y="895333"/>
                    </a:cubicBezTo>
                    <a:cubicBezTo>
                      <a:pt x="-6500" y="826389"/>
                      <a:pt x="33742" y="789479"/>
                      <a:pt x="66648" y="740258"/>
                    </a:cubicBezTo>
                    <a:cubicBezTo>
                      <a:pt x="99628" y="690987"/>
                      <a:pt x="132160" y="580233"/>
                      <a:pt x="119848" y="558072"/>
                    </a:cubicBezTo>
                    <a:cubicBezTo>
                      <a:pt x="107587" y="535936"/>
                      <a:pt x="82939" y="533449"/>
                      <a:pt x="68165" y="481791"/>
                    </a:cubicBezTo>
                    <a:cubicBezTo>
                      <a:pt x="53416" y="430082"/>
                      <a:pt x="151883" y="425158"/>
                      <a:pt x="176481" y="417796"/>
                    </a:cubicBezTo>
                    <a:cubicBezTo>
                      <a:pt x="201104" y="410384"/>
                      <a:pt x="138975" y="366809"/>
                      <a:pt x="146934" y="334052"/>
                    </a:cubicBezTo>
                    <a:cubicBezTo>
                      <a:pt x="154346" y="303435"/>
                      <a:pt x="175685" y="294879"/>
                      <a:pt x="212595" y="282543"/>
                    </a:cubicBezTo>
                    <a:cubicBezTo>
                      <a:pt x="249530" y="270231"/>
                      <a:pt x="294647" y="198700"/>
                      <a:pt x="294647" y="181464"/>
                    </a:cubicBezTo>
                    <a:cubicBezTo>
                      <a:pt x="294647" y="164228"/>
                      <a:pt x="337924" y="128313"/>
                      <a:pt x="324170" y="112520"/>
                    </a:cubicBezTo>
                    <a:cubicBezTo>
                      <a:pt x="299572" y="84241"/>
                      <a:pt x="250500" y="158060"/>
                      <a:pt x="225727" y="103914"/>
                    </a:cubicBezTo>
                    <a:cubicBezTo>
                      <a:pt x="210630" y="70909"/>
                      <a:pt x="253285" y="33328"/>
                      <a:pt x="290294" y="0"/>
                    </a:cubicBezTo>
                    <a:cubicBezTo>
                      <a:pt x="292011" y="796"/>
                      <a:pt x="293801" y="1617"/>
                      <a:pt x="295468" y="2437"/>
                    </a:cubicBezTo>
                    <a:cubicBezTo>
                      <a:pt x="302258" y="5621"/>
                      <a:pt x="308948" y="8904"/>
                      <a:pt x="315639" y="12237"/>
                    </a:cubicBezTo>
                    <a:cubicBezTo>
                      <a:pt x="353170" y="30965"/>
                      <a:pt x="389607" y="51708"/>
                      <a:pt x="424701" y="74292"/>
                    </a:cubicBezTo>
                    <a:cubicBezTo>
                      <a:pt x="422562" y="76779"/>
                      <a:pt x="420200" y="78868"/>
                      <a:pt x="417712" y="80510"/>
                    </a:cubicBezTo>
                    <a:cubicBezTo>
                      <a:pt x="393089" y="96552"/>
                      <a:pt x="417712" y="106376"/>
                      <a:pt x="399258" y="132218"/>
                    </a:cubicBezTo>
                    <a:cubicBezTo>
                      <a:pt x="380778" y="158060"/>
                      <a:pt x="359836" y="156816"/>
                      <a:pt x="354936" y="171615"/>
                    </a:cubicBezTo>
                    <a:cubicBezTo>
                      <a:pt x="350061" y="186414"/>
                      <a:pt x="437386" y="147017"/>
                      <a:pt x="459547" y="139630"/>
                    </a:cubicBezTo>
                    <a:cubicBezTo>
                      <a:pt x="466287" y="137416"/>
                      <a:pt x="479419" y="130875"/>
                      <a:pt x="494492" y="122866"/>
                    </a:cubicBezTo>
                    <a:cubicBezTo>
                      <a:pt x="540206" y="157214"/>
                      <a:pt x="583234" y="194895"/>
                      <a:pt x="623302" y="235486"/>
                    </a:cubicBezTo>
                    <a:cubicBezTo>
                      <a:pt x="679115" y="292044"/>
                      <a:pt x="729206" y="354348"/>
                      <a:pt x="772483" y="421377"/>
                    </a:cubicBezTo>
                    <a:cubicBezTo>
                      <a:pt x="742761" y="417845"/>
                      <a:pt x="702419" y="402450"/>
                      <a:pt x="679886" y="394391"/>
                    </a:cubicBezTo>
                    <a:cubicBezTo>
                      <a:pt x="645413" y="382080"/>
                      <a:pt x="634296" y="351338"/>
                      <a:pt x="623253" y="364893"/>
                    </a:cubicBezTo>
                    <a:cubicBezTo>
                      <a:pt x="612160" y="378424"/>
                      <a:pt x="610941" y="393173"/>
                      <a:pt x="628128" y="405509"/>
                    </a:cubicBezTo>
                    <a:cubicBezTo>
                      <a:pt x="645413" y="417821"/>
                      <a:pt x="626909" y="439956"/>
                      <a:pt x="617084" y="448587"/>
                    </a:cubicBezTo>
                    <a:cubicBezTo>
                      <a:pt x="607235" y="457193"/>
                      <a:pt x="560476" y="389492"/>
                      <a:pt x="542046" y="369818"/>
                    </a:cubicBezTo>
                    <a:cubicBezTo>
                      <a:pt x="523542" y="350120"/>
                      <a:pt x="468128" y="342733"/>
                      <a:pt x="441067" y="335371"/>
                    </a:cubicBezTo>
                    <a:cubicBezTo>
                      <a:pt x="414007" y="327959"/>
                      <a:pt x="416469" y="336565"/>
                      <a:pt x="425099" y="350120"/>
                    </a:cubicBezTo>
                    <a:cubicBezTo>
                      <a:pt x="433730" y="363675"/>
                      <a:pt x="517374" y="382105"/>
                      <a:pt x="523542" y="393197"/>
                    </a:cubicBezTo>
                    <a:cubicBezTo>
                      <a:pt x="529710" y="404315"/>
                      <a:pt x="503843" y="392004"/>
                      <a:pt x="503843" y="406728"/>
                    </a:cubicBezTo>
                    <a:cubicBezTo>
                      <a:pt x="511205" y="414115"/>
                      <a:pt x="503843" y="457193"/>
                      <a:pt x="489045" y="432594"/>
                    </a:cubicBezTo>
                    <a:cubicBezTo>
                      <a:pt x="474296" y="407971"/>
                      <a:pt x="402963" y="380886"/>
                      <a:pt x="380778" y="375961"/>
                    </a:cubicBezTo>
                    <a:cubicBezTo>
                      <a:pt x="358617" y="371062"/>
                      <a:pt x="324145" y="383373"/>
                      <a:pt x="282311" y="412896"/>
                    </a:cubicBezTo>
                    <a:cubicBezTo>
                      <a:pt x="240452" y="442419"/>
                      <a:pt x="230602" y="516288"/>
                      <a:pt x="203592" y="533499"/>
                    </a:cubicBezTo>
                    <a:cubicBezTo>
                      <a:pt x="176456" y="550735"/>
                      <a:pt x="178919" y="563072"/>
                      <a:pt x="210929" y="565509"/>
                    </a:cubicBezTo>
                    <a:cubicBezTo>
                      <a:pt x="242939" y="567971"/>
                      <a:pt x="329119" y="506414"/>
                      <a:pt x="346281" y="486765"/>
                    </a:cubicBezTo>
                    <a:cubicBezTo>
                      <a:pt x="363567" y="467067"/>
                      <a:pt x="420175" y="484278"/>
                      <a:pt x="432461" y="511363"/>
                    </a:cubicBezTo>
                    <a:cubicBezTo>
                      <a:pt x="444798" y="538449"/>
                      <a:pt x="503843" y="538449"/>
                      <a:pt x="575225" y="548298"/>
                    </a:cubicBezTo>
                    <a:cubicBezTo>
                      <a:pt x="646632" y="558122"/>
                      <a:pt x="605022" y="518526"/>
                      <a:pt x="622556" y="500594"/>
                    </a:cubicBezTo>
                    <a:cubicBezTo>
                      <a:pt x="653745" y="468683"/>
                      <a:pt x="752486" y="526112"/>
                      <a:pt x="796758" y="486765"/>
                    </a:cubicBezTo>
                    <a:cubicBezTo>
                      <a:pt x="800414" y="483507"/>
                      <a:pt x="803847" y="480746"/>
                      <a:pt x="807030" y="478483"/>
                    </a:cubicBezTo>
                    <a:cubicBezTo>
                      <a:pt x="822401" y="505593"/>
                      <a:pt x="836727" y="533375"/>
                      <a:pt x="849884" y="561778"/>
                    </a:cubicBezTo>
                    <a:cubicBezTo>
                      <a:pt x="912362" y="696285"/>
                      <a:pt x="949769" y="844844"/>
                      <a:pt x="956012" y="1001386"/>
                    </a:cubicBezTo>
                    <a:cubicBezTo>
                      <a:pt x="956236" y="1007256"/>
                      <a:pt x="956435" y="1013151"/>
                      <a:pt x="956584" y="1019045"/>
                    </a:cubicBezTo>
                    <a:cubicBezTo>
                      <a:pt x="956857" y="1028870"/>
                      <a:pt x="956982" y="1038744"/>
                      <a:pt x="956982" y="1048618"/>
                    </a:cubicBezTo>
                    <a:close/>
                  </a:path>
                </a:pathLst>
              </a:custGeom>
              <a:grpFill/>
              <a:ln w="24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D6B0105-5CB8-762E-3A3A-C32F784CA43A}"/>
                </a:ext>
              </a:extLst>
            </p:cNvPr>
            <p:cNvSpPr/>
            <p:nvPr/>
          </p:nvSpPr>
          <p:spPr>
            <a:xfrm>
              <a:off x="-7659911" y="4160506"/>
              <a:ext cx="945807" cy="348922"/>
            </a:xfrm>
            <a:custGeom>
              <a:avLst/>
              <a:gdLst>
                <a:gd name="connsiteX0" fmla="*/ 382784 w 945807"/>
                <a:gd name="connsiteY0" fmla="*/ 346339 h 348922"/>
                <a:gd name="connsiteX1" fmla="*/ 56292 w 945807"/>
                <a:gd name="connsiteY1" fmla="*/ 317563 h 348922"/>
                <a:gd name="connsiteX2" fmla="*/ 10479 w 945807"/>
                <a:gd name="connsiteY2" fmla="*/ 293139 h 348922"/>
                <a:gd name="connsiteX3" fmla="*/ 16995 w 945807"/>
                <a:gd name="connsiteY3" fmla="*/ 211062 h 348922"/>
                <a:gd name="connsiteX4" fmla="*/ 89173 w 945807"/>
                <a:gd name="connsiteY4" fmla="*/ 186488 h 348922"/>
                <a:gd name="connsiteX5" fmla="*/ 138494 w 945807"/>
                <a:gd name="connsiteY5" fmla="*/ 188180 h 348922"/>
                <a:gd name="connsiteX6" fmla="*/ 184879 w 945807"/>
                <a:gd name="connsiteY6" fmla="*/ 141545 h 348922"/>
                <a:gd name="connsiteX7" fmla="*/ 236812 w 945807"/>
                <a:gd name="connsiteY7" fmla="*/ 107521 h 348922"/>
                <a:gd name="connsiteX8" fmla="*/ 278049 w 945807"/>
                <a:gd name="connsiteY8" fmla="*/ 131795 h 348922"/>
                <a:gd name="connsiteX9" fmla="*/ 319510 w 945807"/>
                <a:gd name="connsiteY9" fmla="*/ 125528 h 348922"/>
                <a:gd name="connsiteX10" fmla="*/ 399324 w 945807"/>
                <a:gd name="connsiteY10" fmla="*/ 0 h 348922"/>
                <a:gd name="connsiteX11" fmla="*/ 518957 w 945807"/>
                <a:gd name="connsiteY11" fmla="*/ 112221 h 348922"/>
                <a:gd name="connsiteX12" fmla="*/ 615409 w 945807"/>
                <a:gd name="connsiteY12" fmla="*/ 125379 h 348922"/>
                <a:gd name="connsiteX13" fmla="*/ 713280 w 945807"/>
                <a:gd name="connsiteY13" fmla="*/ 132368 h 348922"/>
                <a:gd name="connsiteX14" fmla="*/ 761158 w 945807"/>
                <a:gd name="connsiteY14" fmla="*/ 218896 h 348922"/>
                <a:gd name="connsiteX15" fmla="*/ 852039 w 945807"/>
                <a:gd name="connsiteY15" fmla="*/ 219294 h 348922"/>
                <a:gd name="connsiteX16" fmla="*/ 939041 w 945807"/>
                <a:gd name="connsiteY16" fmla="*/ 236157 h 348922"/>
                <a:gd name="connsiteX17" fmla="*/ 921805 w 945807"/>
                <a:gd name="connsiteY17" fmla="*/ 318010 h 348922"/>
                <a:gd name="connsiteX18" fmla="*/ 846791 w 945807"/>
                <a:gd name="connsiteY18" fmla="*/ 343330 h 348922"/>
                <a:gd name="connsiteX19" fmla="*/ 382734 w 945807"/>
                <a:gd name="connsiteY19" fmla="*/ 346339 h 348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45807" h="348922">
                  <a:moveTo>
                    <a:pt x="382784" y="346339"/>
                  </a:moveTo>
                  <a:cubicBezTo>
                    <a:pt x="271632" y="354224"/>
                    <a:pt x="165380" y="343902"/>
                    <a:pt x="56292" y="317563"/>
                  </a:cubicBezTo>
                  <a:cubicBezTo>
                    <a:pt x="39554" y="313533"/>
                    <a:pt x="21820" y="308111"/>
                    <a:pt x="10479" y="293139"/>
                  </a:cubicBezTo>
                  <a:cubicBezTo>
                    <a:pt x="-6683" y="270455"/>
                    <a:pt x="-1534" y="232228"/>
                    <a:pt x="16995" y="211062"/>
                  </a:cubicBezTo>
                  <a:cubicBezTo>
                    <a:pt x="35524" y="189871"/>
                    <a:pt x="63431" y="183529"/>
                    <a:pt x="89173" y="186488"/>
                  </a:cubicBezTo>
                  <a:cubicBezTo>
                    <a:pt x="105663" y="188379"/>
                    <a:pt x="122576" y="193577"/>
                    <a:pt x="138494" y="188180"/>
                  </a:cubicBezTo>
                  <a:cubicBezTo>
                    <a:pt x="158391" y="181439"/>
                    <a:pt x="171548" y="160124"/>
                    <a:pt x="184879" y="141545"/>
                  </a:cubicBezTo>
                  <a:cubicBezTo>
                    <a:pt x="198211" y="122991"/>
                    <a:pt x="216267" y="104611"/>
                    <a:pt x="236812" y="107521"/>
                  </a:cubicBezTo>
                  <a:cubicBezTo>
                    <a:pt x="252207" y="109709"/>
                    <a:pt x="264345" y="123289"/>
                    <a:pt x="278049" y="131795"/>
                  </a:cubicBezTo>
                  <a:cubicBezTo>
                    <a:pt x="291753" y="140302"/>
                    <a:pt x="311651" y="141197"/>
                    <a:pt x="319510" y="125528"/>
                  </a:cubicBezTo>
                  <a:cubicBezTo>
                    <a:pt x="336323" y="91976"/>
                    <a:pt x="312720" y="0"/>
                    <a:pt x="399324" y="0"/>
                  </a:cubicBezTo>
                  <a:cubicBezTo>
                    <a:pt x="524329" y="0"/>
                    <a:pt x="503909" y="92598"/>
                    <a:pt x="518957" y="112221"/>
                  </a:cubicBezTo>
                  <a:cubicBezTo>
                    <a:pt x="541764" y="141993"/>
                    <a:pt x="582380" y="135452"/>
                    <a:pt x="615409" y="125379"/>
                  </a:cubicBezTo>
                  <a:cubicBezTo>
                    <a:pt x="648439" y="115306"/>
                    <a:pt x="687811" y="105730"/>
                    <a:pt x="713280" y="132368"/>
                  </a:cubicBezTo>
                  <a:cubicBezTo>
                    <a:pt x="735391" y="155448"/>
                    <a:pt x="737654" y="197805"/>
                    <a:pt x="761158" y="218896"/>
                  </a:cubicBezTo>
                  <a:cubicBezTo>
                    <a:pt x="786179" y="241356"/>
                    <a:pt x="821721" y="229367"/>
                    <a:pt x="852039" y="219294"/>
                  </a:cubicBezTo>
                  <a:cubicBezTo>
                    <a:pt x="882358" y="209196"/>
                    <a:pt x="921431" y="205490"/>
                    <a:pt x="939041" y="236157"/>
                  </a:cubicBezTo>
                  <a:cubicBezTo>
                    <a:pt x="953790" y="261850"/>
                    <a:pt x="942796" y="299182"/>
                    <a:pt x="921805" y="318010"/>
                  </a:cubicBezTo>
                  <a:cubicBezTo>
                    <a:pt x="900838" y="336838"/>
                    <a:pt x="873155" y="341439"/>
                    <a:pt x="846791" y="343330"/>
                  </a:cubicBezTo>
                  <a:cubicBezTo>
                    <a:pt x="675549" y="355492"/>
                    <a:pt x="520101" y="336589"/>
                    <a:pt x="382734" y="346339"/>
                  </a:cubicBezTo>
                  <a:close/>
                </a:path>
              </a:pathLst>
            </a:custGeom>
            <a:solidFill>
              <a:srgbClr val="B7B9F7">
                <a:alpha val="58000"/>
              </a:srgbClr>
            </a:solidFill>
            <a:ln w="2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BF152DAF-74A2-13BE-E3C1-FF4F16408373}"/>
                </a:ext>
              </a:extLst>
            </p:cNvPr>
            <p:cNvSpPr/>
            <p:nvPr/>
          </p:nvSpPr>
          <p:spPr>
            <a:xfrm>
              <a:off x="-5215535" y="2999764"/>
              <a:ext cx="924469" cy="293905"/>
            </a:xfrm>
            <a:custGeom>
              <a:avLst/>
              <a:gdLst>
                <a:gd name="connsiteX0" fmla="*/ 106204 w 924469"/>
                <a:gd name="connsiteY0" fmla="*/ 148761 h 293905"/>
                <a:gd name="connsiteX1" fmla="*/ 98544 w 924469"/>
                <a:gd name="connsiteY1" fmla="*/ 281974 h 293905"/>
                <a:gd name="connsiteX2" fmla="*/ 690467 w 924469"/>
                <a:gd name="connsiteY2" fmla="*/ 292296 h 293905"/>
                <a:gd name="connsiteX3" fmla="*/ 924435 w 924469"/>
                <a:gd name="connsiteY3" fmla="*/ 208379 h 293905"/>
                <a:gd name="connsiteX4" fmla="*/ 800027 w 924469"/>
                <a:gd name="connsiteY4" fmla="*/ 123441 h 293905"/>
                <a:gd name="connsiteX5" fmla="*/ 623114 w 924469"/>
                <a:gd name="connsiteY5" fmla="*/ 78 h 293905"/>
                <a:gd name="connsiteX6" fmla="*/ 406133 w 924469"/>
                <a:gd name="connsiteY6" fmla="*/ 116378 h 293905"/>
                <a:gd name="connsiteX7" fmla="*/ 256330 w 924469"/>
                <a:gd name="connsiteY7" fmla="*/ 198256 h 293905"/>
                <a:gd name="connsiteX8" fmla="*/ 106204 w 924469"/>
                <a:gd name="connsiteY8" fmla="*/ 148736 h 293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4469" h="293905">
                  <a:moveTo>
                    <a:pt x="106204" y="148761"/>
                  </a:moveTo>
                  <a:cubicBezTo>
                    <a:pt x="41264" y="148761"/>
                    <a:pt x="-92173" y="263594"/>
                    <a:pt x="98544" y="281974"/>
                  </a:cubicBezTo>
                  <a:cubicBezTo>
                    <a:pt x="289260" y="300379"/>
                    <a:pt x="574888" y="291898"/>
                    <a:pt x="690467" y="292296"/>
                  </a:cubicBezTo>
                  <a:cubicBezTo>
                    <a:pt x="879144" y="292918"/>
                    <a:pt x="925928" y="285232"/>
                    <a:pt x="924435" y="208379"/>
                  </a:cubicBezTo>
                  <a:cubicBezTo>
                    <a:pt x="923565" y="163908"/>
                    <a:pt x="899489" y="135106"/>
                    <a:pt x="800027" y="123441"/>
                  </a:cubicBezTo>
                  <a:cubicBezTo>
                    <a:pt x="696560" y="111304"/>
                    <a:pt x="749413" y="-3404"/>
                    <a:pt x="623114" y="78"/>
                  </a:cubicBezTo>
                  <a:cubicBezTo>
                    <a:pt x="515544" y="3037"/>
                    <a:pt x="504575" y="153188"/>
                    <a:pt x="406133" y="116378"/>
                  </a:cubicBezTo>
                  <a:cubicBezTo>
                    <a:pt x="307691" y="79593"/>
                    <a:pt x="328309" y="179851"/>
                    <a:pt x="256330" y="198256"/>
                  </a:cubicBezTo>
                  <a:cubicBezTo>
                    <a:pt x="177213" y="218477"/>
                    <a:pt x="171120" y="148736"/>
                    <a:pt x="106204" y="148736"/>
                  </a:cubicBezTo>
                  <a:close/>
                </a:path>
              </a:pathLst>
            </a:custGeom>
            <a:solidFill>
              <a:srgbClr val="B7B9F7">
                <a:alpha val="53000"/>
              </a:srgbClr>
            </a:solidFill>
            <a:ln w="2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67" name="Graphic 1">
              <a:extLst>
                <a:ext uri="{FF2B5EF4-FFF2-40B4-BE49-F238E27FC236}">
                  <a16:creationId xmlns:a16="http://schemas.microsoft.com/office/drawing/2014/main" id="{EE9C3254-DC4E-B365-D249-F69DEED54E5C}"/>
                </a:ext>
              </a:extLst>
            </p:cNvPr>
            <p:cNvGrpSpPr/>
            <p:nvPr/>
          </p:nvGrpSpPr>
          <p:grpSpPr>
            <a:xfrm>
              <a:off x="-6478495" y="2082671"/>
              <a:ext cx="1026606" cy="1539813"/>
              <a:chOff x="-6478495" y="2082671"/>
              <a:chExt cx="1026606" cy="1539813"/>
            </a:xfrm>
          </p:grpSpPr>
          <p:grpSp>
            <p:nvGrpSpPr>
              <p:cNvPr id="68" name="Graphic 1">
                <a:extLst>
                  <a:ext uri="{FF2B5EF4-FFF2-40B4-BE49-F238E27FC236}">
                    <a16:creationId xmlns:a16="http://schemas.microsoft.com/office/drawing/2014/main" id="{2C3E1B66-A980-8AA9-D785-E6AAD8E67637}"/>
                  </a:ext>
                </a:extLst>
              </p:cNvPr>
              <p:cNvGrpSpPr/>
              <p:nvPr/>
            </p:nvGrpSpPr>
            <p:grpSpPr>
              <a:xfrm>
                <a:off x="-6361504" y="2763324"/>
                <a:ext cx="786054" cy="859159"/>
                <a:chOff x="-6361504" y="2763324"/>
                <a:chExt cx="786054" cy="859159"/>
              </a:xfrm>
            </p:grpSpPr>
            <p:sp>
              <p:nvSpPr>
                <p:cNvPr id="115" name="Freeform: Shape 114">
                  <a:extLst>
                    <a:ext uri="{FF2B5EF4-FFF2-40B4-BE49-F238E27FC236}">
                      <a16:creationId xmlns:a16="http://schemas.microsoft.com/office/drawing/2014/main" id="{B3A5F8CE-5CB3-C41C-CE8D-1E8B2CB3BC9D}"/>
                    </a:ext>
                  </a:extLst>
                </p:cNvPr>
                <p:cNvSpPr/>
                <p:nvPr/>
              </p:nvSpPr>
              <p:spPr>
                <a:xfrm>
                  <a:off x="-5941833" y="2947299"/>
                  <a:ext cx="366382" cy="675184"/>
                </a:xfrm>
                <a:custGeom>
                  <a:avLst/>
                  <a:gdLst>
                    <a:gd name="connsiteX0" fmla="*/ 692 w 366382"/>
                    <a:gd name="connsiteY0" fmla="*/ 643470 h 675184"/>
                    <a:gd name="connsiteX1" fmla="*/ 26036 w 366382"/>
                    <a:gd name="connsiteY1" fmla="*/ 378859 h 675184"/>
                    <a:gd name="connsiteX2" fmla="*/ 171461 w 366382"/>
                    <a:gd name="connsiteY2" fmla="*/ 114124 h 675184"/>
                    <a:gd name="connsiteX3" fmla="*/ 351732 w 366382"/>
                    <a:gd name="connsiteY3" fmla="*/ 24263 h 675184"/>
                    <a:gd name="connsiteX4" fmla="*/ 72695 w 366382"/>
                    <a:gd name="connsiteY4" fmla="*/ 392191 h 675184"/>
                    <a:gd name="connsiteX5" fmla="*/ 77545 w 366382"/>
                    <a:gd name="connsiteY5" fmla="*/ 660731 h 675184"/>
                    <a:gd name="connsiteX6" fmla="*/ 716 w 366382"/>
                    <a:gd name="connsiteY6" fmla="*/ 643470 h 6751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66382" h="675184">
                      <a:moveTo>
                        <a:pt x="692" y="643470"/>
                      </a:moveTo>
                      <a:cubicBezTo>
                        <a:pt x="23723" y="498070"/>
                        <a:pt x="7208" y="472750"/>
                        <a:pt x="26036" y="378859"/>
                      </a:cubicBezTo>
                      <a:cubicBezTo>
                        <a:pt x="45486" y="281835"/>
                        <a:pt x="85479" y="174563"/>
                        <a:pt x="171461" y="114124"/>
                      </a:cubicBezTo>
                      <a:cubicBezTo>
                        <a:pt x="257443" y="53686"/>
                        <a:pt x="415130" y="-46348"/>
                        <a:pt x="351732" y="24263"/>
                      </a:cubicBezTo>
                      <a:cubicBezTo>
                        <a:pt x="288309" y="94874"/>
                        <a:pt x="69238" y="316456"/>
                        <a:pt x="72695" y="392191"/>
                      </a:cubicBezTo>
                      <a:cubicBezTo>
                        <a:pt x="77098" y="488469"/>
                        <a:pt x="77545" y="660731"/>
                        <a:pt x="77545" y="660731"/>
                      </a:cubicBezTo>
                      <a:cubicBezTo>
                        <a:pt x="77545" y="660731"/>
                        <a:pt x="-8685" y="702764"/>
                        <a:pt x="716" y="643470"/>
                      </a:cubicBezTo>
                      <a:close/>
                    </a:path>
                  </a:pathLst>
                </a:custGeom>
                <a:solidFill>
                  <a:srgbClr val="419F81"/>
                </a:solidFill>
                <a:ln w="24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16" name="Freeform: Shape 115">
                  <a:extLst>
                    <a:ext uri="{FF2B5EF4-FFF2-40B4-BE49-F238E27FC236}">
                      <a16:creationId xmlns:a16="http://schemas.microsoft.com/office/drawing/2014/main" id="{3F847E1C-4A37-6CF0-5EE3-57575913E105}"/>
                    </a:ext>
                  </a:extLst>
                </p:cNvPr>
                <p:cNvSpPr/>
                <p:nvPr/>
              </p:nvSpPr>
              <p:spPr>
                <a:xfrm>
                  <a:off x="-6361504" y="2763336"/>
                  <a:ext cx="462147" cy="581724"/>
                </a:xfrm>
                <a:custGeom>
                  <a:avLst/>
                  <a:gdLst>
                    <a:gd name="connsiteX0" fmla="*/ 462148 w 462147"/>
                    <a:gd name="connsiteY0" fmla="*/ 549690 h 581724"/>
                    <a:gd name="connsiteX1" fmla="*/ 129165 w 462147"/>
                    <a:gd name="connsiteY1" fmla="*/ 54270 h 581724"/>
                    <a:gd name="connsiteX2" fmla="*/ 4234 w 462147"/>
                    <a:gd name="connsiteY2" fmla="*/ 2238 h 581724"/>
                    <a:gd name="connsiteX3" fmla="*/ 455034 w 462147"/>
                    <a:gd name="connsiteY3" fmla="*/ 581725 h 581724"/>
                    <a:gd name="connsiteX4" fmla="*/ 462148 w 462147"/>
                    <a:gd name="connsiteY4" fmla="*/ 549715 h 581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2147" h="581724">
                      <a:moveTo>
                        <a:pt x="462148" y="549690"/>
                      </a:moveTo>
                      <a:cubicBezTo>
                        <a:pt x="433172" y="264859"/>
                        <a:pt x="293940" y="125005"/>
                        <a:pt x="129165" y="54270"/>
                      </a:cubicBezTo>
                      <a:cubicBezTo>
                        <a:pt x="-35611" y="-16466"/>
                        <a:pt x="4234" y="2238"/>
                        <a:pt x="4234" y="2238"/>
                      </a:cubicBezTo>
                      <a:cubicBezTo>
                        <a:pt x="11098" y="142142"/>
                        <a:pt x="6746" y="365614"/>
                        <a:pt x="455034" y="581725"/>
                      </a:cubicBezTo>
                      <a:lnTo>
                        <a:pt x="462148" y="549715"/>
                      </a:lnTo>
                      <a:close/>
                    </a:path>
                  </a:pathLst>
                </a:custGeom>
                <a:solidFill>
                  <a:srgbClr val="419F81"/>
                </a:solidFill>
                <a:ln w="24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D10919E5-8D33-8B02-8112-E6D29C65D265}"/>
                    </a:ext>
                  </a:extLst>
                </p:cNvPr>
                <p:cNvSpPr/>
                <p:nvPr/>
              </p:nvSpPr>
              <p:spPr>
                <a:xfrm>
                  <a:off x="-6361474" y="2763324"/>
                  <a:ext cx="371335" cy="538484"/>
                </a:xfrm>
                <a:custGeom>
                  <a:avLst/>
                  <a:gdLst>
                    <a:gd name="connsiteX0" fmla="*/ 371335 w 371335"/>
                    <a:gd name="connsiteY0" fmla="*/ 538460 h 538484"/>
                    <a:gd name="connsiteX1" fmla="*/ 4228 w 371335"/>
                    <a:gd name="connsiteY1" fmla="*/ 2225 h 538484"/>
                    <a:gd name="connsiteX2" fmla="*/ 0 w 371335"/>
                    <a:gd name="connsiteY2" fmla="*/ 11 h 538484"/>
                    <a:gd name="connsiteX3" fmla="*/ 10645 w 371335"/>
                    <a:gd name="connsiteY3" fmla="*/ 4016 h 538484"/>
                    <a:gd name="connsiteX4" fmla="*/ 371335 w 371335"/>
                    <a:gd name="connsiteY4" fmla="*/ 538485 h 5384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335" h="538484">
                      <a:moveTo>
                        <a:pt x="371335" y="538460"/>
                      </a:moveTo>
                      <a:cubicBezTo>
                        <a:pt x="7238" y="336203"/>
                        <a:pt x="10620" y="132802"/>
                        <a:pt x="4228" y="2225"/>
                      </a:cubicBezTo>
                      <a:cubicBezTo>
                        <a:pt x="4228" y="2225"/>
                        <a:pt x="124" y="285"/>
                        <a:pt x="0" y="11"/>
                      </a:cubicBezTo>
                      <a:cubicBezTo>
                        <a:pt x="149" y="-113"/>
                        <a:pt x="2636" y="757"/>
                        <a:pt x="10645" y="4016"/>
                      </a:cubicBezTo>
                      <a:cubicBezTo>
                        <a:pt x="199596" y="123251"/>
                        <a:pt x="326392" y="397039"/>
                        <a:pt x="371335" y="538485"/>
                      </a:cubicBezTo>
                      <a:close/>
                    </a:path>
                  </a:pathLst>
                </a:custGeom>
                <a:solidFill>
                  <a:srgbClr val="1F1F39">
                    <a:alpha val="17000"/>
                  </a:srgbClr>
                </a:solidFill>
                <a:ln w="24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A8C37272-947E-5D6B-93E4-693C05F331E6}"/>
                  </a:ext>
                </a:extLst>
              </p:cNvPr>
              <p:cNvSpPr/>
              <p:nvPr/>
            </p:nvSpPr>
            <p:spPr>
              <a:xfrm>
                <a:off x="-5944479" y="2771276"/>
                <a:ext cx="76162" cy="541750"/>
              </a:xfrm>
              <a:custGeom>
                <a:avLst/>
                <a:gdLst>
                  <a:gd name="connsiteX0" fmla="*/ 27985 w 76162"/>
                  <a:gd name="connsiteY0" fmla="*/ 507402 h 541750"/>
                  <a:gd name="connsiteX1" fmla="*/ 39277 w 76162"/>
                  <a:gd name="connsiteY1" fmla="*/ 261023 h 541750"/>
                  <a:gd name="connsiteX2" fmla="*/ 850 w 76162"/>
                  <a:gd name="connsiteY2" fmla="*/ 100550 h 541750"/>
                  <a:gd name="connsiteX3" fmla="*/ 5377 w 76162"/>
                  <a:gd name="connsiteY3" fmla="*/ 1088 h 541750"/>
                  <a:gd name="connsiteX4" fmla="*/ 37014 w 76162"/>
                  <a:gd name="connsiteY4" fmla="*/ 14643 h 541750"/>
                  <a:gd name="connsiteX5" fmla="*/ 42660 w 76162"/>
                  <a:gd name="connsiteY5" fmla="*/ 138952 h 541750"/>
                  <a:gd name="connsiteX6" fmla="*/ 74670 w 76162"/>
                  <a:gd name="connsiteY6" fmla="*/ 248214 h 541750"/>
                  <a:gd name="connsiteX7" fmla="*/ 75416 w 76162"/>
                  <a:gd name="connsiteY7" fmla="*/ 518694 h 541750"/>
                  <a:gd name="connsiteX8" fmla="*/ 45097 w 76162"/>
                  <a:gd name="connsiteY8" fmla="*/ 541750 h 541750"/>
                  <a:gd name="connsiteX9" fmla="*/ 27936 w 76162"/>
                  <a:gd name="connsiteY9" fmla="*/ 507402 h 54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6162" h="541750">
                    <a:moveTo>
                      <a:pt x="27985" y="507402"/>
                    </a:moveTo>
                    <a:cubicBezTo>
                      <a:pt x="39277" y="410203"/>
                      <a:pt x="34775" y="326585"/>
                      <a:pt x="39277" y="261023"/>
                    </a:cubicBezTo>
                    <a:cubicBezTo>
                      <a:pt x="42709" y="211354"/>
                      <a:pt x="5377" y="151761"/>
                      <a:pt x="850" y="100550"/>
                    </a:cubicBezTo>
                    <a:cubicBezTo>
                      <a:pt x="-2557" y="61999"/>
                      <a:pt x="5377" y="1088"/>
                      <a:pt x="5377" y="1088"/>
                    </a:cubicBezTo>
                    <a:cubicBezTo>
                      <a:pt x="5377" y="1088"/>
                      <a:pt x="39277" y="-5702"/>
                      <a:pt x="37014" y="14643"/>
                    </a:cubicBezTo>
                    <a:cubicBezTo>
                      <a:pt x="34750" y="34988"/>
                      <a:pt x="32413" y="115523"/>
                      <a:pt x="42660" y="138952"/>
                    </a:cubicBezTo>
                    <a:cubicBezTo>
                      <a:pt x="53205" y="163053"/>
                      <a:pt x="69795" y="194342"/>
                      <a:pt x="74670" y="248214"/>
                    </a:cubicBezTo>
                    <a:cubicBezTo>
                      <a:pt x="78649" y="291913"/>
                      <a:pt x="73152" y="498349"/>
                      <a:pt x="75416" y="518694"/>
                    </a:cubicBezTo>
                    <a:cubicBezTo>
                      <a:pt x="77679" y="539039"/>
                      <a:pt x="45097" y="541750"/>
                      <a:pt x="45097" y="541750"/>
                    </a:cubicBezTo>
                    <a:lnTo>
                      <a:pt x="27936" y="507402"/>
                    </a:lnTo>
                    <a:close/>
                  </a:path>
                </a:pathLst>
              </a:custGeom>
              <a:solidFill>
                <a:srgbClr val="419F81"/>
              </a:solidFill>
              <a:ln w="24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C2351B65-E159-EEE3-B201-D3DEF44435C3}"/>
                  </a:ext>
                </a:extLst>
              </p:cNvPr>
              <p:cNvSpPr/>
              <p:nvPr/>
            </p:nvSpPr>
            <p:spPr>
              <a:xfrm>
                <a:off x="-6265220" y="2178228"/>
                <a:ext cx="705835" cy="705860"/>
              </a:xfrm>
              <a:custGeom>
                <a:avLst/>
                <a:gdLst>
                  <a:gd name="connsiteX0" fmla="*/ 705835 w 705835"/>
                  <a:gd name="connsiteY0" fmla="*/ 352930 h 705860"/>
                  <a:gd name="connsiteX1" fmla="*/ 352905 w 705835"/>
                  <a:gd name="connsiteY1" fmla="*/ 705860 h 705860"/>
                  <a:gd name="connsiteX2" fmla="*/ 3333 w 705835"/>
                  <a:gd name="connsiteY2" fmla="*/ 401679 h 705860"/>
                  <a:gd name="connsiteX3" fmla="*/ 0 w 705835"/>
                  <a:gd name="connsiteY3" fmla="*/ 352930 h 705860"/>
                  <a:gd name="connsiteX4" fmla="*/ 6268 w 705835"/>
                  <a:gd name="connsiteY4" fmla="*/ 286398 h 705860"/>
                  <a:gd name="connsiteX5" fmla="*/ 247275 w 705835"/>
                  <a:gd name="connsiteY5" fmla="*/ 16092 h 705860"/>
                  <a:gd name="connsiteX6" fmla="*/ 275480 w 705835"/>
                  <a:gd name="connsiteY6" fmla="*/ 8531 h 705860"/>
                  <a:gd name="connsiteX7" fmla="*/ 352905 w 705835"/>
                  <a:gd name="connsiteY7" fmla="*/ 0 h 705860"/>
                  <a:gd name="connsiteX8" fmla="*/ 705835 w 705835"/>
                  <a:gd name="connsiteY8" fmla="*/ 352905 h 705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05835" h="705860">
                    <a:moveTo>
                      <a:pt x="705835" y="352930"/>
                    </a:moveTo>
                    <a:cubicBezTo>
                      <a:pt x="705835" y="547850"/>
                      <a:pt x="547825" y="705860"/>
                      <a:pt x="352905" y="705860"/>
                    </a:cubicBezTo>
                    <a:cubicBezTo>
                      <a:pt x="174525" y="705860"/>
                      <a:pt x="27060" y="573543"/>
                      <a:pt x="3333" y="401679"/>
                    </a:cubicBezTo>
                    <a:cubicBezTo>
                      <a:pt x="1119" y="385736"/>
                      <a:pt x="0" y="369470"/>
                      <a:pt x="0" y="352930"/>
                    </a:cubicBezTo>
                    <a:cubicBezTo>
                      <a:pt x="0" y="330197"/>
                      <a:pt x="2139" y="307937"/>
                      <a:pt x="6268" y="286398"/>
                    </a:cubicBezTo>
                    <a:cubicBezTo>
                      <a:pt x="30717" y="158159"/>
                      <a:pt x="124583" y="54544"/>
                      <a:pt x="247275" y="16092"/>
                    </a:cubicBezTo>
                    <a:cubicBezTo>
                      <a:pt x="256527" y="13207"/>
                      <a:pt x="265929" y="10670"/>
                      <a:pt x="275480" y="8531"/>
                    </a:cubicBezTo>
                    <a:cubicBezTo>
                      <a:pt x="300401" y="2960"/>
                      <a:pt x="326293" y="0"/>
                      <a:pt x="352905" y="0"/>
                    </a:cubicBezTo>
                    <a:cubicBezTo>
                      <a:pt x="547825" y="0"/>
                      <a:pt x="705835" y="158010"/>
                      <a:pt x="705835" y="352905"/>
                    </a:cubicBezTo>
                    <a:close/>
                  </a:path>
                </a:pathLst>
              </a:custGeom>
              <a:solidFill>
                <a:srgbClr val="F4AD00"/>
              </a:solidFill>
              <a:ln w="24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0A85A296-852A-DAE8-F870-A5B851DEF58A}"/>
                  </a:ext>
                </a:extLst>
              </p:cNvPr>
              <p:cNvSpPr/>
              <p:nvPr/>
            </p:nvSpPr>
            <p:spPr>
              <a:xfrm>
                <a:off x="-6258952" y="2186784"/>
                <a:ext cx="269236" cy="278500"/>
              </a:xfrm>
              <a:custGeom>
                <a:avLst/>
                <a:gdLst>
                  <a:gd name="connsiteX0" fmla="*/ 269237 w 269236"/>
                  <a:gd name="connsiteY0" fmla="*/ 0 h 278500"/>
                  <a:gd name="connsiteX1" fmla="*/ 248021 w 269236"/>
                  <a:gd name="connsiteY1" fmla="*/ 92622 h 278500"/>
                  <a:gd name="connsiteX2" fmla="*/ 85857 w 269236"/>
                  <a:gd name="connsiteY2" fmla="*/ 270306 h 278500"/>
                  <a:gd name="connsiteX3" fmla="*/ 0 w 269236"/>
                  <a:gd name="connsiteY3" fmla="*/ 277867 h 278500"/>
                  <a:gd name="connsiteX4" fmla="*/ 241007 w 269236"/>
                  <a:gd name="connsiteY4" fmla="*/ 7561 h 278500"/>
                  <a:gd name="connsiteX5" fmla="*/ 269212 w 269236"/>
                  <a:gd name="connsiteY5" fmla="*/ 0 h 278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9236" h="278500">
                    <a:moveTo>
                      <a:pt x="269237" y="0"/>
                    </a:moveTo>
                    <a:cubicBezTo>
                      <a:pt x="264610" y="29175"/>
                      <a:pt x="258069" y="61110"/>
                      <a:pt x="248021" y="92622"/>
                    </a:cubicBezTo>
                    <a:cubicBezTo>
                      <a:pt x="169178" y="122120"/>
                      <a:pt x="108242" y="188254"/>
                      <a:pt x="85857" y="270306"/>
                    </a:cubicBezTo>
                    <a:cubicBezTo>
                      <a:pt x="60811" y="277022"/>
                      <a:pt x="32333" y="279882"/>
                      <a:pt x="0" y="277867"/>
                    </a:cubicBezTo>
                    <a:cubicBezTo>
                      <a:pt x="24449" y="149628"/>
                      <a:pt x="118315" y="46013"/>
                      <a:pt x="241007" y="7561"/>
                    </a:cubicBezTo>
                    <a:cubicBezTo>
                      <a:pt x="250260" y="4676"/>
                      <a:pt x="259661" y="2139"/>
                      <a:pt x="269212" y="0"/>
                    </a:cubicBezTo>
                    <a:close/>
                  </a:path>
                </a:pathLst>
              </a:custGeom>
              <a:solidFill>
                <a:srgbClr val="F4C83D">
                  <a:alpha val="78000"/>
                </a:srgbClr>
              </a:solidFill>
              <a:ln w="24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F33A90A8-55C5-B483-A106-B3A46D361E76}"/>
                  </a:ext>
                </a:extLst>
              </p:cNvPr>
              <p:cNvSpPr/>
              <p:nvPr/>
            </p:nvSpPr>
            <p:spPr>
              <a:xfrm rot="-2700000">
                <a:off x="-6182339" y="2262708"/>
                <a:ext cx="527977" cy="527977"/>
              </a:xfrm>
              <a:custGeom>
                <a:avLst/>
                <a:gdLst>
                  <a:gd name="connsiteX0" fmla="*/ 527978 w 527977"/>
                  <a:gd name="connsiteY0" fmla="*/ 263989 h 527977"/>
                  <a:gd name="connsiteX1" fmla="*/ 263989 w 527977"/>
                  <a:gd name="connsiteY1" fmla="*/ 527978 h 527977"/>
                  <a:gd name="connsiteX2" fmla="*/ 0 w 527977"/>
                  <a:gd name="connsiteY2" fmla="*/ 263989 h 527977"/>
                  <a:gd name="connsiteX3" fmla="*/ 263989 w 527977"/>
                  <a:gd name="connsiteY3" fmla="*/ 0 h 527977"/>
                  <a:gd name="connsiteX4" fmla="*/ 527978 w 527977"/>
                  <a:gd name="connsiteY4" fmla="*/ 263989 h 527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7977" h="527977">
                    <a:moveTo>
                      <a:pt x="527978" y="263989"/>
                    </a:moveTo>
                    <a:cubicBezTo>
                      <a:pt x="527978" y="409786"/>
                      <a:pt x="409786" y="527978"/>
                      <a:pt x="263989" y="527978"/>
                    </a:cubicBezTo>
                    <a:cubicBezTo>
                      <a:pt x="118192" y="527978"/>
                      <a:pt x="0" y="409786"/>
                      <a:pt x="0" y="263989"/>
                    </a:cubicBezTo>
                    <a:cubicBezTo>
                      <a:pt x="0" y="118192"/>
                      <a:pt x="118192" y="0"/>
                      <a:pt x="263989" y="0"/>
                    </a:cubicBezTo>
                    <a:cubicBezTo>
                      <a:pt x="409786" y="0"/>
                      <a:pt x="527978" y="118192"/>
                      <a:pt x="527978" y="263989"/>
                    </a:cubicBezTo>
                    <a:close/>
                  </a:path>
                </a:pathLst>
              </a:custGeom>
              <a:solidFill>
                <a:srgbClr val="D39333">
                  <a:alpha val="19000"/>
                </a:srgbClr>
              </a:solidFill>
              <a:ln w="24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BBC6C634-C01A-E208-D108-2A24581CB488}"/>
                  </a:ext>
                </a:extLst>
              </p:cNvPr>
              <p:cNvSpPr/>
              <p:nvPr/>
            </p:nvSpPr>
            <p:spPr>
              <a:xfrm>
                <a:off x="-6180830" y="2262642"/>
                <a:ext cx="457117" cy="457117"/>
              </a:xfrm>
              <a:custGeom>
                <a:avLst/>
                <a:gdLst>
                  <a:gd name="connsiteX0" fmla="*/ 457118 w 457117"/>
                  <a:gd name="connsiteY0" fmla="*/ 86404 h 457117"/>
                  <a:gd name="connsiteX1" fmla="*/ 281076 w 457117"/>
                  <a:gd name="connsiteY1" fmla="*/ 18604 h 457117"/>
                  <a:gd name="connsiteX2" fmla="*/ 18604 w 457117"/>
                  <a:gd name="connsiteY2" fmla="*/ 281076 h 457117"/>
                  <a:gd name="connsiteX3" fmla="*/ 86404 w 457117"/>
                  <a:gd name="connsiteY3" fmla="*/ 457118 h 457117"/>
                  <a:gd name="connsiteX4" fmla="*/ 0 w 457117"/>
                  <a:gd name="connsiteY4" fmla="*/ 262472 h 457117"/>
                  <a:gd name="connsiteX5" fmla="*/ 262472 w 457117"/>
                  <a:gd name="connsiteY5" fmla="*/ 0 h 457117"/>
                  <a:gd name="connsiteX6" fmla="*/ 457118 w 457117"/>
                  <a:gd name="connsiteY6" fmla="*/ 86404 h 457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7117" h="457117">
                    <a:moveTo>
                      <a:pt x="457118" y="86404"/>
                    </a:moveTo>
                    <a:cubicBezTo>
                      <a:pt x="410558" y="44247"/>
                      <a:pt x="348826" y="18604"/>
                      <a:pt x="281076" y="18604"/>
                    </a:cubicBezTo>
                    <a:cubicBezTo>
                      <a:pt x="136123" y="18604"/>
                      <a:pt x="18604" y="136098"/>
                      <a:pt x="18604" y="281076"/>
                    </a:cubicBezTo>
                    <a:cubicBezTo>
                      <a:pt x="18604" y="348826"/>
                      <a:pt x="44272" y="410558"/>
                      <a:pt x="86404" y="457118"/>
                    </a:cubicBezTo>
                    <a:cubicBezTo>
                      <a:pt x="33328" y="409091"/>
                      <a:pt x="0" y="339673"/>
                      <a:pt x="0" y="262472"/>
                    </a:cubicBezTo>
                    <a:cubicBezTo>
                      <a:pt x="0" y="117519"/>
                      <a:pt x="117519" y="0"/>
                      <a:pt x="262472" y="0"/>
                    </a:cubicBezTo>
                    <a:cubicBezTo>
                      <a:pt x="339674" y="0"/>
                      <a:pt x="409115" y="33328"/>
                      <a:pt x="457118" y="86404"/>
                    </a:cubicBezTo>
                    <a:close/>
                  </a:path>
                </a:pathLst>
              </a:custGeom>
              <a:solidFill>
                <a:srgbClr val="CC820A"/>
              </a:solidFill>
              <a:ln w="24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53981C39-4EA0-AA98-E07E-9E06347B84F1}"/>
                  </a:ext>
                </a:extLst>
              </p:cNvPr>
              <p:cNvSpPr/>
              <p:nvPr/>
            </p:nvSpPr>
            <p:spPr>
              <a:xfrm>
                <a:off x="-6092610" y="2351857"/>
                <a:ext cx="457117" cy="457117"/>
              </a:xfrm>
              <a:custGeom>
                <a:avLst/>
                <a:gdLst>
                  <a:gd name="connsiteX0" fmla="*/ 457118 w 457117"/>
                  <a:gd name="connsiteY0" fmla="*/ 194646 h 457117"/>
                  <a:gd name="connsiteX1" fmla="*/ 194646 w 457117"/>
                  <a:gd name="connsiteY1" fmla="*/ 457118 h 457117"/>
                  <a:gd name="connsiteX2" fmla="*/ 0 w 457117"/>
                  <a:gd name="connsiteY2" fmla="*/ 370713 h 457117"/>
                  <a:gd name="connsiteX3" fmla="*/ 176042 w 457117"/>
                  <a:gd name="connsiteY3" fmla="*/ 438514 h 457117"/>
                  <a:gd name="connsiteX4" fmla="*/ 438514 w 457117"/>
                  <a:gd name="connsiteY4" fmla="*/ 176042 h 457117"/>
                  <a:gd name="connsiteX5" fmla="*/ 370713 w 457117"/>
                  <a:gd name="connsiteY5" fmla="*/ 0 h 457117"/>
                  <a:gd name="connsiteX6" fmla="*/ 457118 w 457117"/>
                  <a:gd name="connsiteY6" fmla="*/ 194646 h 457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7117" h="457117">
                    <a:moveTo>
                      <a:pt x="457118" y="194646"/>
                    </a:moveTo>
                    <a:cubicBezTo>
                      <a:pt x="457118" y="339599"/>
                      <a:pt x="339624" y="457118"/>
                      <a:pt x="194646" y="457118"/>
                    </a:cubicBezTo>
                    <a:cubicBezTo>
                      <a:pt x="117444" y="457118"/>
                      <a:pt x="48002" y="423790"/>
                      <a:pt x="0" y="370713"/>
                    </a:cubicBezTo>
                    <a:cubicBezTo>
                      <a:pt x="46560" y="412871"/>
                      <a:pt x="108316" y="438514"/>
                      <a:pt x="176042" y="438514"/>
                    </a:cubicBezTo>
                    <a:cubicBezTo>
                      <a:pt x="320995" y="438514"/>
                      <a:pt x="438514" y="320995"/>
                      <a:pt x="438514" y="176042"/>
                    </a:cubicBezTo>
                    <a:cubicBezTo>
                      <a:pt x="438514" y="108292"/>
                      <a:pt x="412846" y="46560"/>
                      <a:pt x="370713" y="0"/>
                    </a:cubicBezTo>
                    <a:cubicBezTo>
                      <a:pt x="423790" y="48002"/>
                      <a:pt x="457118" y="117444"/>
                      <a:pt x="457118" y="194646"/>
                    </a:cubicBezTo>
                    <a:close/>
                  </a:path>
                </a:pathLst>
              </a:custGeom>
              <a:solidFill>
                <a:srgbClr val="F4C83D"/>
              </a:solidFill>
              <a:ln w="24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75" name="Graphic 1">
                <a:extLst>
                  <a:ext uri="{FF2B5EF4-FFF2-40B4-BE49-F238E27FC236}">
                    <a16:creationId xmlns:a16="http://schemas.microsoft.com/office/drawing/2014/main" id="{B3F9CF52-DAC2-8A1B-802A-CDD92911FBA3}"/>
                  </a:ext>
                </a:extLst>
              </p:cNvPr>
              <p:cNvGrpSpPr/>
              <p:nvPr/>
            </p:nvGrpSpPr>
            <p:grpSpPr>
              <a:xfrm>
                <a:off x="-6045906" y="2325343"/>
                <a:ext cx="259666" cy="422872"/>
                <a:chOff x="-6045906" y="2325343"/>
                <a:chExt cx="259666" cy="422872"/>
              </a:xfrm>
            </p:grpSpPr>
            <p:grpSp>
              <p:nvGrpSpPr>
                <p:cNvPr id="78" name="Graphic 1">
                  <a:extLst>
                    <a:ext uri="{FF2B5EF4-FFF2-40B4-BE49-F238E27FC236}">
                      <a16:creationId xmlns:a16="http://schemas.microsoft.com/office/drawing/2014/main" id="{8E98445B-B323-B2CD-A286-792C7C4E664D}"/>
                    </a:ext>
                  </a:extLst>
                </p:cNvPr>
                <p:cNvGrpSpPr/>
                <p:nvPr/>
              </p:nvGrpSpPr>
              <p:grpSpPr>
                <a:xfrm>
                  <a:off x="-6033818" y="2340639"/>
                  <a:ext cx="247578" cy="407576"/>
                  <a:chOff x="-6033818" y="2340639"/>
                  <a:chExt cx="247578" cy="407576"/>
                </a:xfrm>
                <a:solidFill>
                  <a:srgbClr val="CC820A"/>
                </a:solidFill>
              </p:grpSpPr>
              <p:sp>
                <p:nvSpPr>
                  <p:cNvPr id="113" name="Freeform: Shape 112">
                    <a:extLst>
                      <a:ext uri="{FF2B5EF4-FFF2-40B4-BE49-F238E27FC236}">
                        <a16:creationId xmlns:a16="http://schemas.microsoft.com/office/drawing/2014/main" id="{E4C92378-87DB-4A91-DC1C-86D76A69E383}"/>
                      </a:ext>
                    </a:extLst>
                  </p:cNvPr>
                  <p:cNvSpPr/>
                  <p:nvPr/>
                </p:nvSpPr>
                <p:spPr>
                  <a:xfrm>
                    <a:off x="-6033818" y="2388177"/>
                    <a:ext cx="247578" cy="322103"/>
                  </a:xfrm>
                  <a:custGeom>
                    <a:avLst/>
                    <a:gdLst>
                      <a:gd name="connsiteX0" fmla="*/ 247579 w 247578"/>
                      <a:gd name="connsiteY0" fmla="*/ 224934 h 322103"/>
                      <a:gd name="connsiteX1" fmla="*/ 232382 w 247578"/>
                      <a:gd name="connsiteY1" fmla="*/ 275498 h 322103"/>
                      <a:gd name="connsiteX2" fmla="*/ 189329 w 247578"/>
                      <a:gd name="connsiteY2" fmla="*/ 310194 h 322103"/>
                      <a:gd name="connsiteX3" fmla="*/ 122673 w 247578"/>
                      <a:gd name="connsiteY3" fmla="*/ 322083 h 322103"/>
                      <a:gd name="connsiteX4" fmla="*/ 46839 w 247578"/>
                      <a:gd name="connsiteY4" fmla="*/ 303678 h 322103"/>
                      <a:gd name="connsiteX5" fmla="*/ 12739 w 247578"/>
                      <a:gd name="connsiteY5" fmla="*/ 269753 h 322103"/>
                      <a:gd name="connsiteX6" fmla="*/ 5 w 247578"/>
                      <a:gd name="connsiteY6" fmla="*/ 228913 h 322103"/>
                      <a:gd name="connsiteX7" fmla="*/ 8213 w 247578"/>
                      <a:gd name="connsiteY7" fmla="*/ 209364 h 322103"/>
                      <a:gd name="connsiteX8" fmla="*/ 28608 w 247578"/>
                      <a:gd name="connsiteY8" fmla="*/ 201455 h 322103"/>
                      <a:gd name="connsiteX9" fmla="*/ 45421 w 247578"/>
                      <a:gd name="connsiteY9" fmla="*/ 208046 h 322103"/>
                      <a:gd name="connsiteX10" fmla="*/ 56962 w 247578"/>
                      <a:gd name="connsiteY10" fmla="*/ 227098 h 322103"/>
                      <a:gd name="connsiteX11" fmla="*/ 69472 w 247578"/>
                      <a:gd name="connsiteY11" fmla="*/ 252119 h 322103"/>
                      <a:gd name="connsiteX12" fmla="*/ 88698 w 247578"/>
                      <a:gd name="connsiteY12" fmla="*/ 268832 h 322103"/>
                      <a:gd name="connsiteX13" fmla="*/ 121529 w 247578"/>
                      <a:gd name="connsiteY13" fmla="*/ 275722 h 322103"/>
                      <a:gd name="connsiteX14" fmla="*/ 167268 w 247578"/>
                      <a:gd name="connsiteY14" fmla="*/ 263261 h 322103"/>
                      <a:gd name="connsiteX15" fmla="*/ 185225 w 247578"/>
                      <a:gd name="connsiteY15" fmla="*/ 230878 h 322103"/>
                      <a:gd name="connsiteX16" fmla="*/ 176097 w 247578"/>
                      <a:gd name="connsiteY16" fmla="*/ 205584 h 322103"/>
                      <a:gd name="connsiteX17" fmla="*/ 151847 w 247578"/>
                      <a:gd name="connsiteY17" fmla="*/ 190511 h 322103"/>
                      <a:gd name="connsiteX18" fmla="*/ 111953 w 247578"/>
                      <a:gd name="connsiteY18" fmla="*/ 179170 h 322103"/>
                      <a:gd name="connsiteX19" fmla="*/ 56016 w 247578"/>
                      <a:gd name="connsiteY19" fmla="*/ 160068 h 322103"/>
                      <a:gd name="connsiteX20" fmla="*/ 20475 w 247578"/>
                      <a:gd name="connsiteY20" fmla="*/ 130943 h 322103"/>
                      <a:gd name="connsiteX21" fmla="*/ 7790 w 247578"/>
                      <a:gd name="connsiteY21" fmla="*/ 85627 h 322103"/>
                      <a:gd name="connsiteX22" fmla="*/ 22415 w 247578"/>
                      <a:gd name="connsiteY22" fmla="*/ 40137 h 322103"/>
                      <a:gd name="connsiteX23" fmla="*/ 63403 w 247578"/>
                      <a:gd name="connsiteY23" fmla="*/ 9942 h 322103"/>
                      <a:gd name="connsiteX24" fmla="*/ 126006 w 247578"/>
                      <a:gd name="connsiteY24" fmla="*/ 19 h 322103"/>
                      <a:gd name="connsiteX25" fmla="*/ 175525 w 247578"/>
                      <a:gd name="connsiteY25" fmla="*/ 7779 h 322103"/>
                      <a:gd name="connsiteX26" fmla="*/ 210022 w 247578"/>
                      <a:gd name="connsiteY26" fmla="*/ 27129 h 322103"/>
                      <a:gd name="connsiteX27" fmla="*/ 229895 w 247578"/>
                      <a:gd name="connsiteY27" fmla="*/ 52150 h 322103"/>
                      <a:gd name="connsiteX28" fmla="*/ 235939 w 247578"/>
                      <a:gd name="connsiteY28" fmla="*/ 77519 h 322103"/>
                      <a:gd name="connsiteX29" fmla="*/ 227706 w 247578"/>
                      <a:gd name="connsiteY29" fmla="*/ 97690 h 322103"/>
                      <a:gd name="connsiteX30" fmla="*/ 207709 w 247578"/>
                      <a:gd name="connsiteY30" fmla="*/ 106470 h 322103"/>
                      <a:gd name="connsiteX31" fmla="*/ 191294 w 247578"/>
                      <a:gd name="connsiteY31" fmla="*/ 100824 h 322103"/>
                      <a:gd name="connsiteX32" fmla="*/ 179306 w 247578"/>
                      <a:gd name="connsiteY32" fmla="*/ 82941 h 322103"/>
                      <a:gd name="connsiteX33" fmla="*/ 159284 w 247578"/>
                      <a:gd name="connsiteY33" fmla="*/ 55159 h 322103"/>
                      <a:gd name="connsiteX34" fmla="*/ 121156 w 247578"/>
                      <a:gd name="connsiteY34" fmla="*/ 44788 h 322103"/>
                      <a:gd name="connsiteX35" fmla="*/ 81609 w 247578"/>
                      <a:gd name="connsiteY35" fmla="*/ 55010 h 322103"/>
                      <a:gd name="connsiteX36" fmla="*/ 66313 w 247578"/>
                      <a:gd name="connsiteY36" fmla="*/ 80603 h 322103"/>
                      <a:gd name="connsiteX37" fmla="*/ 71213 w 247578"/>
                      <a:gd name="connsiteY37" fmla="*/ 96795 h 322103"/>
                      <a:gd name="connsiteX38" fmla="*/ 85091 w 247578"/>
                      <a:gd name="connsiteY38" fmla="*/ 108658 h 322103"/>
                      <a:gd name="connsiteX39" fmla="*/ 103049 w 247578"/>
                      <a:gd name="connsiteY39" fmla="*/ 116543 h 322103"/>
                      <a:gd name="connsiteX40" fmla="*/ 133094 w 247578"/>
                      <a:gd name="connsiteY40" fmla="*/ 125024 h 322103"/>
                      <a:gd name="connsiteX41" fmla="*/ 180599 w 247578"/>
                      <a:gd name="connsiteY41" fmla="*/ 139226 h 322103"/>
                      <a:gd name="connsiteX42" fmla="*/ 216713 w 247578"/>
                      <a:gd name="connsiteY42" fmla="*/ 157755 h 322103"/>
                      <a:gd name="connsiteX43" fmla="*/ 239719 w 247578"/>
                      <a:gd name="connsiteY43" fmla="*/ 184915 h 322103"/>
                      <a:gd name="connsiteX44" fmla="*/ 247554 w 247578"/>
                      <a:gd name="connsiteY44" fmla="*/ 224859 h 3221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</a:cxnLst>
                    <a:rect l="l" t="t" r="r" b="b"/>
                    <a:pathLst>
                      <a:path w="247578" h="322103">
                        <a:moveTo>
                          <a:pt x="247579" y="224934"/>
                        </a:moveTo>
                        <a:cubicBezTo>
                          <a:pt x="247330" y="243787"/>
                          <a:pt x="242281" y="260650"/>
                          <a:pt x="232382" y="275498"/>
                        </a:cubicBezTo>
                        <a:cubicBezTo>
                          <a:pt x="222483" y="290396"/>
                          <a:pt x="208132" y="301962"/>
                          <a:pt x="189329" y="310194"/>
                        </a:cubicBezTo>
                        <a:cubicBezTo>
                          <a:pt x="170526" y="318452"/>
                          <a:pt x="148315" y="322431"/>
                          <a:pt x="122673" y="322083"/>
                        </a:cubicBezTo>
                        <a:cubicBezTo>
                          <a:pt x="91931" y="321685"/>
                          <a:pt x="66662" y="315566"/>
                          <a:pt x="46839" y="303678"/>
                        </a:cubicBezTo>
                        <a:cubicBezTo>
                          <a:pt x="32786" y="295147"/>
                          <a:pt x="21420" y="283830"/>
                          <a:pt x="12739" y="269753"/>
                        </a:cubicBezTo>
                        <a:cubicBezTo>
                          <a:pt x="4084" y="255700"/>
                          <a:pt x="-169" y="242070"/>
                          <a:pt x="5" y="228913"/>
                        </a:cubicBezTo>
                        <a:cubicBezTo>
                          <a:pt x="105" y="221253"/>
                          <a:pt x="2841" y="214761"/>
                          <a:pt x="8213" y="209364"/>
                        </a:cubicBezTo>
                        <a:cubicBezTo>
                          <a:pt x="13610" y="203992"/>
                          <a:pt x="20400" y="201355"/>
                          <a:pt x="28608" y="201455"/>
                        </a:cubicBezTo>
                        <a:cubicBezTo>
                          <a:pt x="35273" y="201554"/>
                          <a:pt x="40869" y="203718"/>
                          <a:pt x="45421" y="208046"/>
                        </a:cubicBezTo>
                        <a:cubicBezTo>
                          <a:pt x="49973" y="212374"/>
                          <a:pt x="53803" y="218716"/>
                          <a:pt x="56962" y="227098"/>
                        </a:cubicBezTo>
                        <a:cubicBezTo>
                          <a:pt x="60792" y="237071"/>
                          <a:pt x="64970" y="245403"/>
                          <a:pt x="69472" y="252119"/>
                        </a:cubicBezTo>
                        <a:cubicBezTo>
                          <a:pt x="73999" y="258834"/>
                          <a:pt x="80391" y="264405"/>
                          <a:pt x="88698" y="268832"/>
                        </a:cubicBezTo>
                        <a:cubicBezTo>
                          <a:pt x="96980" y="273284"/>
                          <a:pt x="107949" y="275573"/>
                          <a:pt x="121529" y="275722"/>
                        </a:cubicBezTo>
                        <a:cubicBezTo>
                          <a:pt x="140232" y="275971"/>
                          <a:pt x="155454" y="271792"/>
                          <a:pt x="167268" y="263261"/>
                        </a:cubicBezTo>
                        <a:cubicBezTo>
                          <a:pt x="179082" y="254705"/>
                          <a:pt x="185051" y="243911"/>
                          <a:pt x="185225" y="230878"/>
                        </a:cubicBezTo>
                        <a:cubicBezTo>
                          <a:pt x="185349" y="220556"/>
                          <a:pt x="182315" y="212100"/>
                          <a:pt x="176097" y="205584"/>
                        </a:cubicBezTo>
                        <a:cubicBezTo>
                          <a:pt x="169854" y="199042"/>
                          <a:pt x="161796" y="194043"/>
                          <a:pt x="151847" y="190511"/>
                        </a:cubicBezTo>
                        <a:cubicBezTo>
                          <a:pt x="141899" y="186979"/>
                          <a:pt x="128592" y="183199"/>
                          <a:pt x="111953" y="179170"/>
                        </a:cubicBezTo>
                        <a:cubicBezTo>
                          <a:pt x="89643" y="173648"/>
                          <a:pt x="70989" y="167281"/>
                          <a:pt x="56016" y="160068"/>
                        </a:cubicBezTo>
                        <a:cubicBezTo>
                          <a:pt x="41044" y="152855"/>
                          <a:pt x="29205" y="143155"/>
                          <a:pt x="20475" y="130943"/>
                        </a:cubicBezTo>
                        <a:cubicBezTo>
                          <a:pt x="11794" y="118707"/>
                          <a:pt x="7541" y="103634"/>
                          <a:pt x="7790" y="85627"/>
                        </a:cubicBezTo>
                        <a:cubicBezTo>
                          <a:pt x="7989" y="68490"/>
                          <a:pt x="12889" y="53319"/>
                          <a:pt x="22415" y="40137"/>
                        </a:cubicBezTo>
                        <a:cubicBezTo>
                          <a:pt x="31941" y="26955"/>
                          <a:pt x="45595" y="16906"/>
                          <a:pt x="63403" y="9942"/>
                        </a:cubicBezTo>
                        <a:cubicBezTo>
                          <a:pt x="81187" y="3028"/>
                          <a:pt x="102054" y="-280"/>
                          <a:pt x="126006" y="19"/>
                        </a:cubicBezTo>
                        <a:cubicBezTo>
                          <a:pt x="145132" y="267"/>
                          <a:pt x="161622" y="2854"/>
                          <a:pt x="175525" y="7779"/>
                        </a:cubicBezTo>
                        <a:cubicBezTo>
                          <a:pt x="189428" y="12703"/>
                          <a:pt x="200894" y="19145"/>
                          <a:pt x="210022" y="27129"/>
                        </a:cubicBezTo>
                        <a:cubicBezTo>
                          <a:pt x="219125" y="35088"/>
                          <a:pt x="225766" y="43445"/>
                          <a:pt x="229895" y="52150"/>
                        </a:cubicBezTo>
                        <a:cubicBezTo>
                          <a:pt x="234024" y="60855"/>
                          <a:pt x="236063" y="69311"/>
                          <a:pt x="235939" y="77519"/>
                        </a:cubicBezTo>
                        <a:cubicBezTo>
                          <a:pt x="235839" y="85030"/>
                          <a:pt x="233103" y="91746"/>
                          <a:pt x="227706" y="97690"/>
                        </a:cubicBezTo>
                        <a:cubicBezTo>
                          <a:pt x="222309" y="103634"/>
                          <a:pt x="215643" y="106569"/>
                          <a:pt x="207709" y="106470"/>
                        </a:cubicBezTo>
                        <a:cubicBezTo>
                          <a:pt x="200472" y="106370"/>
                          <a:pt x="195050" y="104505"/>
                          <a:pt x="191294" y="100824"/>
                        </a:cubicBezTo>
                        <a:cubicBezTo>
                          <a:pt x="187588" y="97168"/>
                          <a:pt x="183584" y="91198"/>
                          <a:pt x="179306" y="82941"/>
                        </a:cubicBezTo>
                        <a:cubicBezTo>
                          <a:pt x="173784" y="71102"/>
                          <a:pt x="167118" y="61875"/>
                          <a:pt x="159284" y="55159"/>
                        </a:cubicBezTo>
                        <a:cubicBezTo>
                          <a:pt x="151449" y="48469"/>
                          <a:pt x="138715" y="45012"/>
                          <a:pt x="121156" y="44788"/>
                        </a:cubicBezTo>
                        <a:cubicBezTo>
                          <a:pt x="104865" y="44589"/>
                          <a:pt x="91683" y="47996"/>
                          <a:pt x="81609" y="55010"/>
                        </a:cubicBezTo>
                        <a:cubicBezTo>
                          <a:pt x="71536" y="62024"/>
                          <a:pt x="66438" y="70580"/>
                          <a:pt x="66313" y="80603"/>
                        </a:cubicBezTo>
                        <a:cubicBezTo>
                          <a:pt x="66239" y="86846"/>
                          <a:pt x="67855" y="92243"/>
                          <a:pt x="71213" y="96795"/>
                        </a:cubicBezTo>
                        <a:cubicBezTo>
                          <a:pt x="74546" y="101396"/>
                          <a:pt x="79197" y="105326"/>
                          <a:pt x="85091" y="108658"/>
                        </a:cubicBezTo>
                        <a:cubicBezTo>
                          <a:pt x="91011" y="111991"/>
                          <a:pt x="96980" y="114628"/>
                          <a:pt x="103049" y="116543"/>
                        </a:cubicBezTo>
                        <a:cubicBezTo>
                          <a:pt x="109093" y="118458"/>
                          <a:pt x="119141" y="121293"/>
                          <a:pt x="133094" y="125024"/>
                        </a:cubicBezTo>
                        <a:cubicBezTo>
                          <a:pt x="150604" y="129352"/>
                          <a:pt x="166447" y="134102"/>
                          <a:pt x="180599" y="139226"/>
                        </a:cubicBezTo>
                        <a:cubicBezTo>
                          <a:pt x="194776" y="144399"/>
                          <a:pt x="206789" y="150542"/>
                          <a:pt x="216713" y="157755"/>
                        </a:cubicBezTo>
                        <a:cubicBezTo>
                          <a:pt x="226587" y="164943"/>
                          <a:pt x="234272" y="173996"/>
                          <a:pt x="239719" y="184915"/>
                        </a:cubicBezTo>
                        <a:cubicBezTo>
                          <a:pt x="245141" y="195834"/>
                          <a:pt x="247753" y="209140"/>
                          <a:pt x="247554" y="224859"/>
                        </a:cubicBezTo>
                        <a:close/>
                      </a:path>
                    </a:pathLst>
                  </a:custGeom>
                  <a:solidFill>
                    <a:srgbClr val="CC820A"/>
                  </a:solidFill>
                  <a:ln w="24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114" name="Freeform: Shape 113">
                    <a:extLst>
                      <a:ext uri="{FF2B5EF4-FFF2-40B4-BE49-F238E27FC236}">
                        <a16:creationId xmlns:a16="http://schemas.microsoft.com/office/drawing/2014/main" id="{E03CB69A-2301-642D-A0CE-7734EA6AA047}"/>
                      </a:ext>
                    </a:extLst>
                  </p:cNvPr>
                  <p:cNvSpPr/>
                  <p:nvPr/>
                </p:nvSpPr>
                <p:spPr>
                  <a:xfrm>
                    <a:off x="-5941440" y="2340639"/>
                    <a:ext cx="59296" cy="407576"/>
                  </a:xfrm>
                  <a:custGeom>
                    <a:avLst/>
                    <a:gdLst>
                      <a:gd name="connsiteX0" fmla="*/ 43651 w 59296"/>
                      <a:gd name="connsiteY0" fmla="*/ 407574 h 407576"/>
                      <a:gd name="connsiteX1" fmla="*/ 10372 w 59296"/>
                      <a:gd name="connsiteY1" fmla="*/ 407151 h 407576"/>
                      <a:gd name="connsiteX2" fmla="*/ 1 w 59296"/>
                      <a:gd name="connsiteY2" fmla="*/ 396506 h 407576"/>
                      <a:gd name="connsiteX3" fmla="*/ 5000 w 59296"/>
                      <a:gd name="connsiteY3" fmla="*/ 10372 h 407576"/>
                      <a:gd name="connsiteX4" fmla="*/ 15645 w 59296"/>
                      <a:gd name="connsiteY4" fmla="*/ 1 h 407576"/>
                      <a:gd name="connsiteX5" fmla="*/ 48924 w 59296"/>
                      <a:gd name="connsiteY5" fmla="*/ 424 h 407576"/>
                      <a:gd name="connsiteX6" fmla="*/ 59295 w 59296"/>
                      <a:gd name="connsiteY6" fmla="*/ 11069 h 407576"/>
                      <a:gd name="connsiteX7" fmla="*/ 54296 w 59296"/>
                      <a:gd name="connsiteY7" fmla="*/ 397203 h 407576"/>
                      <a:gd name="connsiteX8" fmla="*/ 43651 w 59296"/>
                      <a:gd name="connsiteY8" fmla="*/ 407574 h 4075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59296" h="407576">
                        <a:moveTo>
                          <a:pt x="43651" y="407574"/>
                        </a:moveTo>
                        <a:lnTo>
                          <a:pt x="10372" y="407151"/>
                        </a:lnTo>
                        <a:cubicBezTo>
                          <a:pt x="4577" y="407077"/>
                          <a:pt x="-74" y="402301"/>
                          <a:pt x="1" y="396506"/>
                        </a:cubicBezTo>
                        <a:lnTo>
                          <a:pt x="5000" y="10372"/>
                        </a:lnTo>
                        <a:cubicBezTo>
                          <a:pt x="5075" y="4577"/>
                          <a:pt x="9850" y="-74"/>
                          <a:pt x="15645" y="1"/>
                        </a:cubicBezTo>
                        <a:lnTo>
                          <a:pt x="48924" y="424"/>
                        </a:lnTo>
                        <a:cubicBezTo>
                          <a:pt x="54719" y="498"/>
                          <a:pt x="59370" y="5274"/>
                          <a:pt x="59295" y="11069"/>
                        </a:cubicBezTo>
                        <a:lnTo>
                          <a:pt x="54296" y="397203"/>
                        </a:lnTo>
                        <a:cubicBezTo>
                          <a:pt x="54196" y="403048"/>
                          <a:pt x="49421" y="407699"/>
                          <a:pt x="43651" y="407574"/>
                        </a:cubicBezTo>
                        <a:close/>
                      </a:path>
                    </a:pathLst>
                  </a:custGeom>
                  <a:solidFill>
                    <a:srgbClr val="CC820A"/>
                  </a:solidFill>
                  <a:ln w="24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79" name="Graphic 1">
                  <a:extLst>
                    <a:ext uri="{FF2B5EF4-FFF2-40B4-BE49-F238E27FC236}">
                      <a16:creationId xmlns:a16="http://schemas.microsoft.com/office/drawing/2014/main" id="{8DE771FC-5EB7-DB43-A6C1-B4C35834378B}"/>
                    </a:ext>
                  </a:extLst>
                </p:cNvPr>
                <p:cNvGrpSpPr/>
                <p:nvPr/>
              </p:nvGrpSpPr>
              <p:grpSpPr>
                <a:xfrm>
                  <a:off x="-6045906" y="2325343"/>
                  <a:ext cx="247578" cy="407576"/>
                  <a:chOff x="-6045906" y="2325343"/>
                  <a:chExt cx="247578" cy="407576"/>
                </a:xfrm>
                <a:solidFill>
                  <a:srgbClr val="F4C83D"/>
                </a:solidFill>
              </p:grpSpPr>
              <p:sp>
                <p:nvSpPr>
                  <p:cNvPr id="80" name="Freeform: Shape 79">
                    <a:extLst>
                      <a:ext uri="{FF2B5EF4-FFF2-40B4-BE49-F238E27FC236}">
                        <a16:creationId xmlns:a16="http://schemas.microsoft.com/office/drawing/2014/main" id="{56393DDA-C64B-8632-AC25-84C47D6592BB}"/>
                      </a:ext>
                    </a:extLst>
                  </p:cNvPr>
                  <p:cNvSpPr/>
                  <p:nvPr/>
                </p:nvSpPr>
                <p:spPr>
                  <a:xfrm>
                    <a:off x="-6045906" y="2372856"/>
                    <a:ext cx="247578" cy="322103"/>
                  </a:xfrm>
                  <a:custGeom>
                    <a:avLst/>
                    <a:gdLst>
                      <a:gd name="connsiteX0" fmla="*/ 247579 w 247578"/>
                      <a:gd name="connsiteY0" fmla="*/ 224934 h 322103"/>
                      <a:gd name="connsiteX1" fmla="*/ 232382 w 247578"/>
                      <a:gd name="connsiteY1" fmla="*/ 275498 h 322103"/>
                      <a:gd name="connsiteX2" fmla="*/ 189329 w 247578"/>
                      <a:gd name="connsiteY2" fmla="*/ 310194 h 322103"/>
                      <a:gd name="connsiteX3" fmla="*/ 122673 w 247578"/>
                      <a:gd name="connsiteY3" fmla="*/ 322083 h 322103"/>
                      <a:gd name="connsiteX4" fmla="*/ 46839 w 247578"/>
                      <a:gd name="connsiteY4" fmla="*/ 303678 h 322103"/>
                      <a:gd name="connsiteX5" fmla="*/ 12739 w 247578"/>
                      <a:gd name="connsiteY5" fmla="*/ 269753 h 322103"/>
                      <a:gd name="connsiteX6" fmla="*/ 5 w 247578"/>
                      <a:gd name="connsiteY6" fmla="*/ 228913 h 322103"/>
                      <a:gd name="connsiteX7" fmla="*/ 8213 w 247578"/>
                      <a:gd name="connsiteY7" fmla="*/ 209364 h 322103"/>
                      <a:gd name="connsiteX8" fmla="*/ 28608 w 247578"/>
                      <a:gd name="connsiteY8" fmla="*/ 201455 h 322103"/>
                      <a:gd name="connsiteX9" fmla="*/ 45421 w 247578"/>
                      <a:gd name="connsiteY9" fmla="*/ 208046 h 322103"/>
                      <a:gd name="connsiteX10" fmla="*/ 56962 w 247578"/>
                      <a:gd name="connsiteY10" fmla="*/ 227098 h 322103"/>
                      <a:gd name="connsiteX11" fmla="*/ 69472 w 247578"/>
                      <a:gd name="connsiteY11" fmla="*/ 252119 h 322103"/>
                      <a:gd name="connsiteX12" fmla="*/ 88698 w 247578"/>
                      <a:gd name="connsiteY12" fmla="*/ 268832 h 322103"/>
                      <a:gd name="connsiteX13" fmla="*/ 121528 w 247578"/>
                      <a:gd name="connsiteY13" fmla="*/ 275722 h 322103"/>
                      <a:gd name="connsiteX14" fmla="*/ 167268 w 247578"/>
                      <a:gd name="connsiteY14" fmla="*/ 263261 h 322103"/>
                      <a:gd name="connsiteX15" fmla="*/ 185225 w 247578"/>
                      <a:gd name="connsiteY15" fmla="*/ 230878 h 322103"/>
                      <a:gd name="connsiteX16" fmla="*/ 176097 w 247578"/>
                      <a:gd name="connsiteY16" fmla="*/ 205584 h 322103"/>
                      <a:gd name="connsiteX17" fmla="*/ 151847 w 247578"/>
                      <a:gd name="connsiteY17" fmla="*/ 190511 h 322103"/>
                      <a:gd name="connsiteX18" fmla="*/ 111953 w 247578"/>
                      <a:gd name="connsiteY18" fmla="*/ 179170 h 322103"/>
                      <a:gd name="connsiteX19" fmla="*/ 56016 w 247578"/>
                      <a:gd name="connsiteY19" fmla="*/ 160068 h 322103"/>
                      <a:gd name="connsiteX20" fmla="*/ 20475 w 247578"/>
                      <a:gd name="connsiteY20" fmla="*/ 130943 h 322103"/>
                      <a:gd name="connsiteX21" fmla="*/ 7790 w 247578"/>
                      <a:gd name="connsiteY21" fmla="*/ 85627 h 322103"/>
                      <a:gd name="connsiteX22" fmla="*/ 22415 w 247578"/>
                      <a:gd name="connsiteY22" fmla="*/ 40137 h 322103"/>
                      <a:gd name="connsiteX23" fmla="*/ 63403 w 247578"/>
                      <a:gd name="connsiteY23" fmla="*/ 9942 h 322103"/>
                      <a:gd name="connsiteX24" fmla="*/ 126006 w 247578"/>
                      <a:gd name="connsiteY24" fmla="*/ 19 h 322103"/>
                      <a:gd name="connsiteX25" fmla="*/ 175525 w 247578"/>
                      <a:gd name="connsiteY25" fmla="*/ 7779 h 322103"/>
                      <a:gd name="connsiteX26" fmla="*/ 210022 w 247578"/>
                      <a:gd name="connsiteY26" fmla="*/ 27129 h 322103"/>
                      <a:gd name="connsiteX27" fmla="*/ 229895 w 247578"/>
                      <a:gd name="connsiteY27" fmla="*/ 52150 h 322103"/>
                      <a:gd name="connsiteX28" fmla="*/ 235939 w 247578"/>
                      <a:gd name="connsiteY28" fmla="*/ 77519 h 322103"/>
                      <a:gd name="connsiteX29" fmla="*/ 227706 w 247578"/>
                      <a:gd name="connsiteY29" fmla="*/ 97690 h 322103"/>
                      <a:gd name="connsiteX30" fmla="*/ 207709 w 247578"/>
                      <a:gd name="connsiteY30" fmla="*/ 106470 h 322103"/>
                      <a:gd name="connsiteX31" fmla="*/ 191294 w 247578"/>
                      <a:gd name="connsiteY31" fmla="*/ 100824 h 322103"/>
                      <a:gd name="connsiteX32" fmla="*/ 179306 w 247578"/>
                      <a:gd name="connsiteY32" fmla="*/ 82941 h 322103"/>
                      <a:gd name="connsiteX33" fmla="*/ 159284 w 247578"/>
                      <a:gd name="connsiteY33" fmla="*/ 55159 h 322103"/>
                      <a:gd name="connsiteX34" fmla="*/ 121156 w 247578"/>
                      <a:gd name="connsiteY34" fmla="*/ 44788 h 322103"/>
                      <a:gd name="connsiteX35" fmla="*/ 81609 w 247578"/>
                      <a:gd name="connsiteY35" fmla="*/ 55010 h 322103"/>
                      <a:gd name="connsiteX36" fmla="*/ 66313 w 247578"/>
                      <a:gd name="connsiteY36" fmla="*/ 80603 h 322103"/>
                      <a:gd name="connsiteX37" fmla="*/ 71213 w 247578"/>
                      <a:gd name="connsiteY37" fmla="*/ 96795 h 322103"/>
                      <a:gd name="connsiteX38" fmla="*/ 85091 w 247578"/>
                      <a:gd name="connsiteY38" fmla="*/ 108658 h 322103"/>
                      <a:gd name="connsiteX39" fmla="*/ 103049 w 247578"/>
                      <a:gd name="connsiteY39" fmla="*/ 116543 h 322103"/>
                      <a:gd name="connsiteX40" fmla="*/ 133094 w 247578"/>
                      <a:gd name="connsiteY40" fmla="*/ 125024 h 322103"/>
                      <a:gd name="connsiteX41" fmla="*/ 180599 w 247578"/>
                      <a:gd name="connsiteY41" fmla="*/ 139226 h 322103"/>
                      <a:gd name="connsiteX42" fmla="*/ 216713 w 247578"/>
                      <a:gd name="connsiteY42" fmla="*/ 157755 h 322103"/>
                      <a:gd name="connsiteX43" fmla="*/ 239719 w 247578"/>
                      <a:gd name="connsiteY43" fmla="*/ 184915 h 322103"/>
                      <a:gd name="connsiteX44" fmla="*/ 247554 w 247578"/>
                      <a:gd name="connsiteY44" fmla="*/ 224859 h 3221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</a:cxnLst>
                    <a:rect l="l" t="t" r="r" b="b"/>
                    <a:pathLst>
                      <a:path w="247578" h="322103">
                        <a:moveTo>
                          <a:pt x="247579" y="224934"/>
                        </a:moveTo>
                        <a:cubicBezTo>
                          <a:pt x="247330" y="243787"/>
                          <a:pt x="242281" y="260650"/>
                          <a:pt x="232382" y="275498"/>
                        </a:cubicBezTo>
                        <a:cubicBezTo>
                          <a:pt x="222483" y="290396"/>
                          <a:pt x="208132" y="301962"/>
                          <a:pt x="189329" y="310194"/>
                        </a:cubicBezTo>
                        <a:cubicBezTo>
                          <a:pt x="170526" y="318452"/>
                          <a:pt x="148315" y="322431"/>
                          <a:pt x="122673" y="322083"/>
                        </a:cubicBezTo>
                        <a:cubicBezTo>
                          <a:pt x="91931" y="321685"/>
                          <a:pt x="66661" y="315566"/>
                          <a:pt x="46839" y="303678"/>
                        </a:cubicBezTo>
                        <a:cubicBezTo>
                          <a:pt x="32786" y="295147"/>
                          <a:pt x="21420" y="283830"/>
                          <a:pt x="12739" y="269753"/>
                        </a:cubicBezTo>
                        <a:cubicBezTo>
                          <a:pt x="4084" y="255700"/>
                          <a:pt x="-169" y="242070"/>
                          <a:pt x="5" y="228913"/>
                        </a:cubicBezTo>
                        <a:cubicBezTo>
                          <a:pt x="105" y="221253"/>
                          <a:pt x="2841" y="214761"/>
                          <a:pt x="8213" y="209364"/>
                        </a:cubicBezTo>
                        <a:cubicBezTo>
                          <a:pt x="13610" y="203992"/>
                          <a:pt x="20400" y="201355"/>
                          <a:pt x="28608" y="201455"/>
                        </a:cubicBezTo>
                        <a:cubicBezTo>
                          <a:pt x="35273" y="201554"/>
                          <a:pt x="40869" y="203718"/>
                          <a:pt x="45421" y="208046"/>
                        </a:cubicBezTo>
                        <a:cubicBezTo>
                          <a:pt x="49973" y="212374"/>
                          <a:pt x="53803" y="218716"/>
                          <a:pt x="56962" y="227098"/>
                        </a:cubicBezTo>
                        <a:cubicBezTo>
                          <a:pt x="60792" y="237071"/>
                          <a:pt x="64970" y="245403"/>
                          <a:pt x="69472" y="252119"/>
                        </a:cubicBezTo>
                        <a:cubicBezTo>
                          <a:pt x="73999" y="258834"/>
                          <a:pt x="80391" y="264405"/>
                          <a:pt x="88698" y="268832"/>
                        </a:cubicBezTo>
                        <a:cubicBezTo>
                          <a:pt x="96980" y="273284"/>
                          <a:pt x="107949" y="275573"/>
                          <a:pt x="121528" y="275722"/>
                        </a:cubicBezTo>
                        <a:cubicBezTo>
                          <a:pt x="140232" y="275971"/>
                          <a:pt x="155454" y="271792"/>
                          <a:pt x="167268" y="263261"/>
                        </a:cubicBezTo>
                        <a:cubicBezTo>
                          <a:pt x="179082" y="254705"/>
                          <a:pt x="185051" y="243911"/>
                          <a:pt x="185225" y="230878"/>
                        </a:cubicBezTo>
                        <a:cubicBezTo>
                          <a:pt x="185349" y="220556"/>
                          <a:pt x="182315" y="212100"/>
                          <a:pt x="176097" y="205584"/>
                        </a:cubicBezTo>
                        <a:cubicBezTo>
                          <a:pt x="169854" y="199042"/>
                          <a:pt x="161796" y="194043"/>
                          <a:pt x="151847" y="190511"/>
                        </a:cubicBezTo>
                        <a:cubicBezTo>
                          <a:pt x="141898" y="186979"/>
                          <a:pt x="128592" y="183199"/>
                          <a:pt x="111953" y="179170"/>
                        </a:cubicBezTo>
                        <a:cubicBezTo>
                          <a:pt x="89643" y="173648"/>
                          <a:pt x="70989" y="167281"/>
                          <a:pt x="56016" y="160068"/>
                        </a:cubicBezTo>
                        <a:cubicBezTo>
                          <a:pt x="41044" y="152855"/>
                          <a:pt x="29205" y="143155"/>
                          <a:pt x="20475" y="130943"/>
                        </a:cubicBezTo>
                        <a:cubicBezTo>
                          <a:pt x="11794" y="118707"/>
                          <a:pt x="7541" y="103634"/>
                          <a:pt x="7790" y="85627"/>
                        </a:cubicBezTo>
                        <a:cubicBezTo>
                          <a:pt x="7989" y="68490"/>
                          <a:pt x="12889" y="53319"/>
                          <a:pt x="22415" y="40137"/>
                        </a:cubicBezTo>
                        <a:cubicBezTo>
                          <a:pt x="31941" y="26955"/>
                          <a:pt x="45595" y="16906"/>
                          <a:pt x="63403" y="9942"/>
                        </a:cubicBezTo>
                        <a:cubicBezTo>
                          <a:pt x="81187" y="3028"/>
                          <a:pt x="102054" y="-280"/>
                          <a:pt x="126006" y="19"/>
                        </a:cubicBezTo>
                        <a:cubicBezTo>
                          <a:pt x="145132" y="267"/>
                          <a:pt x="161622" y="2854"/>
                          <a:pt x="175525" y="7779"/>
                        </a:cubicBezTo>
                        <a:cubicBezTo>
                          <a:pt x="189428" y="12703"/>
                          <a:pt x="200894" y="19145"/>
                          <a:pt x="210022" y="27129"/>
                        </a:cubicBezTo>
                        <a:cubicBezTo>
                          <a:pt x="219125" y="35088"/>
                          <a:pt x="225766" y="43445"/>
                          <a:pt x="229895" y="52150"/>
                        </a:cubicBezTo>
                        <a:cubicBezTo>
                          <a:pt x="234024" y="60855"/>
                          <a:pt x="236063" y="69311"/>
                          <a:pt x="235939" y="77519"/>
                        </a:cubicBezTo>
                        <a:cubicBezTo>
                          <a:pt x="235839" y="85030"/>
                          <a:pt x="233103" y="91746"/>
                          <a:pt x="227706" y="97690"/>
                        </a:cubicBezTo>
                        <a:cubicBezTo>
                          <a:pt x="222309" y="103634"/>
                          <a:pt x="215643" y="106569"/>
                          <a:pt x="207709" y="106470"/>
                        </a:cubicBezTo>
                        <a:cubicBezTo>
                          <a:pt x="200472" y="106370"/>
                          <a:pt x="195049" y="104505"/>
                          <a:pt x="191294" y="100824"/>
                        </a:cubicBezTo>
                        <a:cubicBezTo>
                          <a:pt x="187588" y="97168"/>
                          <a:pt x="183584" y="91198"/>
                          <a:pt x="179306" y="82941"/>
                        </a:cubicBezTo>
                        <a:cubicBezTo>
                          <a:pt x="173784" y="71102"/>
                          <a:pt x="167118" y="61875"/>
                          <a:pt x="159284" y="55159"/>
                        </a:cubicBezTo>
                        <a:cubicBezTo>
                          <a:pt x="151449" y="48469"/>
                          <a:pt x="138715" y="45012"/>
                          <a:pt x="121156" y="44788"/>
                        </a:cubicBezTo>
                        <a:cubicBezTo>
                          <a:pt x="104865" y="44589"/>
                          <a:pt x="91682" y="47996"/>
                          <a:pt x="81609" y="55010"/>
                        </a:cubicBezTo>
                        <a:cubicBezTo>
                          <a:pt x="71536" y="62024"/>
                          <a:pt x="66438" y="70580"/>
                          <a:pt x="66313" y="80603"/>
                        </a:cubicBezTo>
                        <a:cubicBezTo>
                          <a:pt x="66239" y="86846"/>
                          <a:pt x="67855" y="92243"/>
                          <a:pt x="71213" y="96795"/>
                        </a:cubicBezTo>
                        <a:cubicBezTo>
                          <a:pt x="74546" y="101396"/>
                          <a:pt x="79197" y="105326"/>
                          <a:pt x="85091" y="108658"/>
                        </a:cubicBezTo>
                        <a:cubicBezTo>
                          <a:pt x="91011" y="111991"/>
                          <a:pt x="96980" y="114628"/>
                          <a:pt x="103049" y="116543"/>
                        </a:cubicBezTo>
                        <a:cubicBezTo>
                          <a:pt x="109093" y="118458"/>
                          <a:pt x="119141" y="121293"/>
                          <a:pt x="133094" y="125024"/>
                        </a:cubicBezTo>
                        <a:cubicBezTo>
                          <a:pt x="150604" y="129352"/>
                          <a:pt x="166447" y="134102"/>
                          <a:pt x="180599" y="139226"/>
                        </a:cubicBezTo>
                        <a:cubicBezTo>
                          <a:pt x="194776" y="144399"/>
                          <a:pt x="206789" y="150542"/>
                          <a:pt x="216713" y="157755"/>
                        </a:cubicBezTo>
                        <a:cubicBezTo>
                          <a:pt x="226587" y="164943"/>
                          <a:pt x="234272" y="173996"/>
                          <a:pt x="239719" y="184915"/>
                        </a:cubicBezTo>
                        <a:cubicBezTo>
                          <a:pt x="245141" y="195834"/>
                          <a:pt x="247753" y="209140"/>
                          <a:pt x="247554" y="224859"/>
                        </a:cubicBezTo>
                        <a:close/>
                      </a:path>
                    </a:pathLst>
                  </a:custGeom>
                  <a:solidFill>
                    <a:srgbClr val="F4C83D"/>
                  </a:solidFill>
                  <a:ln w="24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112" name="Freeform: Shape 111">
                    <a:extLst>
                      <a:ext uri="{FF2B5EF4-FFF2-40B4-BE49-F238E27FC236}">
                        <a16:creationId xmlns:a16="http://schemas.microsoft.com/office/drawing/2014/main" id="{2849EA86-7A3D-E701-B764-99A9F758D62A}"/>
                      </a:ext>
                    </a:extLst>
                  </p:cNvPr>
                  <p:cNvSpPr/>
                  <p:nvPr/>
                </p:nvSpPr>
                <p:spPr>
                  <a:xfrm>
                    <a:off x="-5953528" y="2325343"/>
                    <a:ext cx="59295" cy="407576"/>
                  </a:xfrm>
                  <a:custGeom>
                    <a:avLst/>
                    <a:gdLst>
                      <a:gd name="connsiteX0" fmla="*/ 43651 w 59295"/>
                      <a:gd name="connsiteY0" fmla="*/ 407574 h 407576"/>
                      <a:gd name="connsiteX1" fmla="*/ 10372 w 59295"/>
                      <a:gd name="connsiteY1" fmla="*/ 407151 h 407576"/>
                      <a:gd name="connsiteX2" fmla="*/ 1 w 59295"/>
                      <a:gd name="connsiteY2" fmla="*/ 396506 h 407576"/>
                      <a:gd name="connsiteX3" fmla="*/ 5000 w 59295"/>
                      <a:gd name="connsiteY3" fmla="*/ 10372 h 407576"/>
                      <a:gd name="connsiteX4" fmla="*/ 15645 w 59295"/>
                      <a:gd name="connsiteY4" fmla="*/ 1 h 407576"/>
                      <a:gd name="connsiteX5" fmla="*/ 48924 w 59295"/>
                      <a:gd name="connsiteY5" fmla="*/ 424 h 407576"/>
                      <a:gd name="connsiteX6" fmla="*/ 59295 w 59295"/>
                      <a:gd name="connsiteY6" fmla="*/ 11069 h 407576"/>
                      <a:gd name="connsiteX7" fmla="*/ 54296 w 59295"/>
                      <a:gd name="connsiteY7" fmla="*/ 397203 h 407576"/>
                      <a:gd name="connsiteX8" fmla="*/ 43651 w 59295"/>
                      <a:gd name="connsiteY8" fmla="*/ 407574 h 4075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59295" h="407576">
                        <a:moveTo>
                          <a:pt x="43651" y="407574"/>
                        </a:moveTo>
                        <a:lnTo>
                          <a:pt x="10372" y="407151"/>
                        </a:lnTo>
                        <a:cubicBezTo>
                          <a:pt x="4577" y="407077"/>
                          <a:pt x="-74" y="402301"/>
                          <a:pt x="1" y="396506"/>
                        </a:cubicBezTo>
                        <a:lnTo>
                          <a:pt x="5000" y="10372"/>
                        </a:lnTo>
                        <a:cubicBezTo>
                          <a:pt x="5075" y="4577"/>
                          <a:pt x="9850" y="-74"/>
                          <a:pt x="15645" y="1"/>
                        </a:cubicBezTo>
                        <a:lnTo>
                          <a:pt x="48924" y="424"/>
                        </a:lnTo>
                        <a:cubicBezTo>
                          <a:pt x="54719" y="498"/>
                          <a:pt x="59370" y="5274"/>
                          <a:pt x="59295" y="11069"/>
                        </a:cubicBezTo>
                        <a:lnTo>
                          <a:pt x="54296" y="397203"/>
                        </a:lnTo>
                        <a:cubicBezTo>
                          <a:pt x="54196" y="403048"/>
                          <a:pt x="49421" y="407699"/>
                          <a:pt x="43651" y="407574"/>
                        </a:cubicBezTo>
                        <a:close/>
                      </a:path>
                    </a:pathLst>
                  </a:custGeom>
                  <a:solidFill>
                    <a:srgbClr val="F4C83D"/>
                  </a:solidFill>
                  <a:ln w="24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</p:grp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5B1DC67C-BE1A-B06E-8908-C03B63205F93}"/>
                  </a:ext>
                </a:extLst>
              </p:cNvPr>
              <p:cNvSpPr/>
              <p:nvPr/>
            </p:nvSpPr>
            <p:spPr>
              <a:xfrm>
                <a:off x="-5607486" y="2572022"/>
                <a:ext cx="155597" cy="239266"/>
              </a:xfrm>
              <a:custGeom>
                <a:avLst/>
                <a:gdLst>
                  <a:gd name="connsiteX0" fmla="*/ 155598 w 155597"/>
                  <a:gd name="connsiteY0" fmla="*/ 119111 h 239266"/>
                  <a:gd name="connsiteX1" fmla="*/ 77301 w 155597"/>
                  <a:gd name="connsiteY1" fmla="*/ 0 h 239266"/>
                  <a:gd name="connsiteX2" fmla="*/ 0 w 155597"/>
                  <a:gd name="connsiteY2" fmla="*/ 117618 h 239266"/>
                  <a:gd name="connsiteX3" fmla="*/ 79963 w 155597"/>
                  <a:gd name="connsiteY3" fmla="*/ 239266 h 239266"/>
                  <a:gd name="connsiteX4" fmla="*/ 155598 w 155597"/>
                  <a:gd name="connsiteY4" fmla="*/ 119111 h 239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5597" h="239266">
                    <a:moveTo>
                      <a:pt x="155598" y="119111"/>
                    </a:moveTo>
                    <a:cubicBezTo>
                      <a:pt x="96676" y="109784"/>
                      <a:pt x="88245" y="83022"/>
                      <a:pt x="77301" y="0"/>
                    </a:cubicBezTo>
                    <a:cubicBezTo>
                      <a:pt x="69666" y="78769"/>
                      <a:pt x="59916" y="108640"/>
                      <a:pt x="0" y="117618"/>
                    </a:cubicBezTo>
                    <a:cubicBezTo>
                      <a:pt x="52256" y="140078"/>
                      <a:pt x="70636" y="148236"/>
                      <a:pt x="79963" y="239266"/>
                    </a:cubicBezTo>
                    <a:cubicBezTo>
                      <a:pt x="92846" y="147067"/>
                      <a:pt x="104312" y="138909"/>
                      <a:pt x="155598" y="119111"/>
                    </a:cubicBezTo>
                    <a:close/>
                  </a:path>
                </a:pathLst>
              </a:custGeom>
              <a:solidFill>
                <a:srgbClr val="FFFDE9"/>
              </a:solidFill>
              <a:ln w="24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0A90F0F-3CAA-5D79-AF06-BE8AA7F019F2}"/>
                  </a:ext>
                </a:extLst>
              </p:cNvPr>
              <p:cNvSpPr/>
              <p:nvPr/>
            </p:nvSpPr>
            <p:spPr>
              <a:xfrm>
                <a:off x="-6478495" y="2082671"/>
                <a:ext cx="227178" cy="349323"/>
              </a:xfrm>
              <a:custGeom>
                <a:avLst/>
                <a:gdLst>
                  <a:gd name="connsiteX0" fmla="*/ 227179 w 227178"/>
                  <a:gd name="connsiteY0" fmla="*/ 173928 h 349323"/>
                  <a:gd name="connsiteX1" fmla="*/ 112868 w 227178"/>
                  <a:gd name="connsiteY1" fmla="*/ 0 h 349323"/>
                  <a:gd name="connsiteX2" fmla="*/ 0 w 227178"/>
                  <a:gd name="connsiteY2" fmla="*/ 171715 h 349323"/>
                  <a:gd name="connsiteX3" fmla="*/ 116748 w 227178"/>
                  <a:gd name="connsiteY3" fmla="*/ 349324 h 349323"/>
                  <a:gd name="connsiteX4" fmla="*/ 227179 w 227178"/>
                  <a:gd name="connsiteY4" fmla="*/ 173903 h 349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7178" h="349323">
                    <a:moveTo>
                      <a:pt x="227179" y="173928"/>
                    </a:moveTo>
                    <a:cubicBezTo>
                      <a:pt x="141122" y="160323"/>
                      <a:pt x="128836" y="121225"/>
                      <a:pt x="112868" y="0"/>
                    </a:cubicBezTo>
                    <a:cubicBezTo>
                      <a:pt x="101726" y="115007"/>
                      <a:pt x="87499" y="158607"/>
                      <a:pt x="0" y="171715"/>
                    </a:cubicBezTo>
                    <a:cubicBezTo>
                      <a:pt x="76307" y="204520"/>
                      <a:pt x="103143" y="216409"/>
                      <a:pt x="116748" y="349324"/>
                    </a:cubicBezTo>
                    <a:cubicBezTo>
                      <a:pt x="135551" y="214693"/>
                      <a:pt x="152315" y="202804"/>
                      <a:pt x="227179" y="173903"/>
                    </a:cubicBezTo>
                    <a:close/>
                  </a:path>
                </a:pathLst>
              </a:custGeom>
              <a:solidFill>
                <a:srgbClr val="FFFDE9"/>
              </a:solidFill>
              <a:ln w="24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99327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6F6DF85-C586-B07C-C5F4-D621652B9940}"/>
              </a:ext>
            </a:extLst>
          </p:cNvPr>
          <p:cNvSpPr/>
          <p:nvPr/>
        </p:nvSpPr>
        <p:spPr>
          <a:xfrm rot="16200000">
            <a:off x="2563046" y="-2969404"/>
            <a:ext cx="7223202" cy="12675006"/>
          </a:xfrm>
          <a:prstGeom prst="roundRect">
            <a:avLst>
              <a:gd name="adj" fmla="val 2355"/>
            </a:avLst>
          </a:prstGeom>
          <a:solidFill>
            <a:srgbClr val="6164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D55C07-7AD6-5BA7-E1BC-40D6D0B28823}"/>
              </a:ext>
            </a:extLst>
          </p:cNvPr>
          <p:cNvSpPr/>
          <p:nvPr/>
        </p:nvSpPr>
        <p:spPr>
          <a:xfrm>
            <a:off x="694135" y="4523982"/>
            <a:ext cx="576169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FOR MORE DETAILS, </a:t>
            </a:r>
            <a:br>
              <a:rPr lang="en-US" sz="24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US" sz="24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PLEASE CONTACT</a:t>
            </a:r>
          </a:p>
        </p:txBody>
      </p:sp>
      <p:sp>
        <p:nvSpPr>
          <p:cNvPr id="20" name="Graphic 33">
            <a:extLst>
              <a:ext uri="{FF2B5EF4-FFF2-40B4-BE49-F238E27FC236}">
                <a16:creationId xmlns:a16="http://schemas.microsoft.com/office/drawing/2014/main" id="{F5614C35-2844-59E7-3AB7-ABD611905E7C}"/>
              </a:ext>
            </a:extLst>
          </p:cNvPr>
          <p:cNvSpPr/>
          <p:nvPr/>
        </p:nvSpPr>
        <p:spPr>
          <a:xfrm>
            <a:off x="8913973" y="-452614"/>
            <a:ext cx="4210198" cy="2591524"/>
          </a:xfrm>
          <a:custGeom>
            <a:avLst/>
            <a:gdLst>
              <a:gd name="connsiteX0" fmla="*/ 3984 w 4210198"/>
              <a:gd name="connsiteY0" fmla="*/ 271685 h 2591524"/>
              <a:gd name="connsiteX1" fmla="*/ 1038970 w 4210198"/>
              <a:gd name="connsiteY1" fmla="*/ 2006568 h 2591524"/>
              <a:gd name="connsiteX2" fmla="*/ 3089417 w 4210198"/>
              <a:gd name="connsiteY2" fmla="*/ 2580926 h 2591524"/>
              <a:gd name="connsiteX3" fmla="*/ 4052680 w 4210198"/>
              <a:gd name="connsiteY3" fmla="*/ 2355755 h 2591524"/>
              <a:gd name="connsiteX4" fmla="*/ 4180791 w 4210198"/>
              <a:gd name="connsiteY4" fmla="*/ 2257266 h 2591524"/>
              <a:gd name="connsiteX5" fmla="*/ 4202413 w 4210198"/>
              <a:gd name="connsiteY5" fmla="*/ 2092103 h 2591524"/>
              <a:gd name="connsiteX6" fmla="*/ 3938761 w 4210198"/>
              <a:gd name="connsiteY6" fmla="*/ 1942465 h 2591524"/>
              <a:gd name="connsiteX7" fmla="*/ 3636152 w 4210198"/>
              <a:gd name="connsiteY7" fmla="*/ 2047335 h 2591524"/>
              <a:gd name="connsiteX8" fmla="*/ 3432698 w 4210198"/>
              <a:gd name="connsiteY8" fmla="*/ 2099152 h 2591524"/>
              <a:gd name="connsiteX9" fmla="*/ 3318874 w 4210198"/>
              <a:gd name="connsiteY9" fmla="*/ 2121916 h 2591524"/>
              <a:gd name="connsiteX10" fmla="*/ 3259153 w 4210198"/>
              <a:gd name="connsiteY10" fmla="*/ 2132108 h 2591524"/>
              <a:gd name="connsiteX11" fmla="*/ 3225148 w 4210198"/>
              <a:gd name="connsiteY11" fmla="*/ 2137347 h 2591524"/>
              <a:gd name="connsiteX12" fmla="*/ 3211432 w 4210198"/>
              <a:gd name="connsiteY12" fmla="*/ 2139347 h 2591524"/>
              <a:gd name="connsiteX13" fmla="*/ 3226672 w 4210198"/>
              <a:gd name="connsiteY13" fmla="*/ 2137442 h 2591524"/>
              <a:gd name="connsiteX14" fmla="*/ 3169808 w 4210198"/>
              <a:gd name="connsiteY14" fmla="*/ 2144300 h 2591524"/>
              <a:gd name="connsiteX15" fmla="*/ 3104276 w 4210198"/>
              <a:gd name="connsiteY15" fmla="*/ 2150872 h 2591524"/>
              <a:gd name="connsiteX16" fmla="*/ 2960829 w 4210198"/>
              <a:gd name="connsiteY16" fmla="*/ 2160207 h 2591524"/>
              <a:gd name="connsiteX17" fmla="*/ 2663173 w 4210198"/>
              <a:gd name="connsiteY17" fmla="*/ 2157159 h 2591524"/>
              <a:gd name="connsiteX18" fmla="*/ 2519250 w 4210198"/>
              <a:gd name="connsiteY18" fmla="*/ 2144586 h 2591524"/>
              <a:gd name="connsiteX19" fmla="*/ 2495914 w 4210198"/>
              <a:gd name="connsiteY19" fmla="*/ 2142014 h 2591524"/>
              <a:gd name="connsiteX20" fmla="*/ 2472197 w 4210198"/>
              <a:gd name="connsiteY20" fmla="*/ 2138490 h 2591524"/>
              <a:gd name="connsiteX21" fmla="*/ 2384091 w 4210198"/>
              <a:gd name="connsiteY21" fmla="*/ 2123726 h 2591524"/>
              <a:gd name="connsiteX22" fmla="*/ 2128535 w 4210198"/>
              <a:gd name="connsiteY22" fmla="*/ 2064385 h 2591524"/>
              <a:gd name="connsiteX23" fmla="*/ 1790112 w 4210198"/>
              <a:gd name="connsiteY23" fmla="*/ 1950943 h 2591524"/>
              <a:gd name="connsiteX24" fmla="*/ 1768109 w 4210198"/>
              <a:gd name="connsiteY24" fmla="*/ 1941798 h 2591524"/>
              <a:gd name="connsiteX25" fmla="*/ 1780015 w 4210198"/>
              <a:gd name="connsiteY25" fmla="*/ 1946561 h 2591524"/>
              <a:gd name="connsiteX26" fmla="*/ 1728294 w 4210198"/>
              <a:gd name="connsiteY26" fmla="*/ 1923225 h 2591524"/>
              <a:gd name="connsiteX27" fmla="*/ 1621233 w 4210198"/>
              <a:gd name="connsiteY27" fmla="*/ 1870456 h 2591524"/>
              <a:gd name="connsiteX28" fmla="*/ 1383775 w 4210198"/>
              <a:gd name="connsiteY28" fmla="*/ 1729010 h 2591524"/>
              <a:gd name="connsiteX29" fmla="*/ 1274714 w 4210198"/>
              <a:gd name="connsiteY29" fmla="*/ 1651000 h 2591524"/>
              <a:gd name="connsiteX30" fmla="*/ 1272999 w 4210198"/>
              <a:gd name="connsiteY30" fmla="*/ 1649476 h 2591524"/>
              <a:gd name="connsiteX31" fmla="*/ 1247282 w 4210198"/>
              <a:gd name="connsiteY31" fmla="*/ 1628712 h 2591524"/>
              <a:gd name="connsiteX32" fmla="*/ 1182988 w 4210198"/>
              <a:gd name="connsiteY32" fmla="*/ 1574133 h 2591524"/>
              <a:gd name="connsiteX33" fmla="*/ 957341 w 4210198"/>
              <a:gd name="connsiteY33" fmla="*/ 1348105 h 2591524"/>
              <a:gd name="connsiteX34" fmla="*/ 868568 w 4210198"/>
              <a:gd name="connsiteY34" fmla="*/ 1240758 h 2591524"/>
              <a:gd name="connsiteX35" fmla="*/ 868282 w 4210198"/>
              <a:gd name="connsiteY35" fmla="*/ 1239711 h 2591524"/>
              <a:gd name="connsiteX36" fmla="*/ 845041 w 4210198"/>
              <a:gd name="connsiteY36" fmla="*/ 1207897 h 2591524"/>
              <a:gd name="connsiteX37" fmla="*/ 800845 w 4210198"/>
              <a:gd name="connsiteY37" fmla="*/ 1144270 h 2591524"/>
              <a:gd name="connsiteX38" fmla="*/ 665400 w 4210198"/>
              <a:gd name="connsiteY38" fmla="*/ 917575 h 2591524"/>
              <a:gd name="connsiteX39" fmla="*/ 602154 w 4210198"/>
              <a:gd name="connsiteY39" fmla="*/ 789178 h 2591524"/>
              <a:gd name="connsiteX40" fmla="*/ 575769 w 4210198"/>
              <a:gd name="connsiteY40" fmla="*/ 729552 h 2591524"/>
              <a:gd name="connsiteX41" fmla="*/ 580246 w 4210198"/>
              <a:gd name="connsiteY41" fmla="*/ 739743 h 2591524"/>
              <a:gd name="connsiteX42" fmla="*/ 566435 w 4210198"/>
              <a:gd name="connsiteY42" fmla="*/ 705168 h 2591524"/>
              <a:gd name="connsiteX43" fmla="*/ 492426 w 4210198"/>
              <a:gd name="connsiteY43" fmla="*/ 489331 h 2591524"/>
              <a:gd name="connsiteX44" fmla="*/ 417654 w 4210198"/>
              <a:gd name="connsiteY44" fmla="*/ 157480 h 2591524"/>
              <a:gd name="connsiteX45" fmla="*/ 153621 w 4210198"/>
              <a:gd name="connsiteY45" fmla="*/ 8033 h 2591524"/>
              <a:gd name="connsiteX46" fmla="*/ 3984 w 4210198"/>
              <a:gd name="connsiteY46" fmla="*/ 271685 h 2591524"/>
              <a:gd name="connsiteX47" fmla="*/ 3984 w 4210198"/>
              <a:gd name="connsiteY47" fmla="*/ 271685 h 2591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210198" h="2591524">
                <a:moveTo>
                  <a:pt x="3984" y="271685"/>
                </a:moveTo>
                <a:cubicBezTo>
                  <a:pt x="112378" y="957675"/>
                  <a:pt x="488806" y="1584516"/>
                  <a:pt x="1038970" y="2006568"/>
                </a:cubicBezTo>
                <a:cubicBezTo>
                  <a:pt x="1609518" y="2444242"/>
                  <a:pt x="2377709" y="2641124"/>
                  <a:pt x="3089417" y="2580926"/>
                </a:cubicBezTo>
                <a:cubicBezTo>
                  <a:pt x="3419744" y="2553018"/>
                  <a:pt x="3745118" y="2479961"/>
                  <a:pt x="4052680" y="2355755"/>
                </a:cubicBezTo>
                <a:cubicBezTo>
                  <a:pt x="4106496" y="2334038"/>
                  <a:pt x="4150312" y="2309273"/>
                  <a:pt x="4180791" y="2257266"/>
                </a:cubicBezTo>
                <a:cubicBezTo>
                  <a:pt x="4207652" y="2211356"/>
                  <a:pt x="4219082" y="2143633"/>
                  <a:pt x="4202413" y="2092103"/>
                </a:cubicBezTo>
                <a:cubicBezTo>
                  <a:pt x="4170028" y="1991995"/>
                  <a:pt x="4050108" y="1897507"/>
                  <a:pt x="3938761" y="1942465"/>
                </a:cubicBezTo>
                <a:cubicBezTo>
                  <a:pt x="3839701" y="1982470"/>
                  <a:pt x="3738736" y="2017522"/>
                  <a:pt x="3636152" y="2047335"/>
                </a:cubicBezTo>
                <a:cubicBezTo>
                  <a:pt x="3568905" y="2066862"/>
                  <a:pt x="3500992" y="2084197"/>
                  <a:pt x="3432698" y="2099152"/>
                </a:cubicBezTo>
                <a:cubicBezTo>
                  <a:pt x="3394884" y="2107438"/>
                  <a:pt x="3356974" y="2115058"/>
                  <a:pt x="3318874" y="2121916"/>
                </a:cubicBezTo>
                <a:cubicBezTo>
                  <a:pt x="3298967" y="2125536"/>
                  <a:pt x="3279060" y="2128870"/>
                  <a:pt x="3259153" y="2132108"/>
                </a:cubicBezTo>
                <a:cubicBezTo>
                  <a:pt x="3247818" y="2133918"/>
                  <a:pt x="3236483" y="2135728"/>
                  <a:pt x="3225148" y="2137347"/>
                </a:cubicBezTo>
                <a:lnTo>
                  <a:pt x="3211432" y="2139347"/>
                </a:lnTo>
                <a:cubicBezTo>
                  <a:pt x="3187905" y="2142681"/>
                  <a:pt x="3193049" y="2142014"/>
                  <a:pt x="3226672" y="2137442"/>
                </a:cubicBezTo>
                <a:cubicBezTo>
                  <a:pt x="3210480" y="2133918"/>
                  <a:pt x="3186572" y="2142490"/>
                  <a:pt x="3169808" y="2144300"/>
                </a:cubicBezTo>
                <a:cubicBezTo>
                  <a:pt x="3147996" y="2146777"/>
                  <a:pt x="3126183" y="2148967"/>
                  <a:pt x="3104276" y="2150872"/>
                </a:cubicBezTo>
                <a:cubicBezTo>
                  <a:pt x="3056556" y="2155158"/>
                  <a:pt x="3008740" y="2158302"/>
                  <a:pt x="2960829" y="2160207"/>
                </a:cubicBezTo>
                <a:cubicBezTo>
                  <a:pt x="2861674" y="2164303"/>
                  <a:pt x="2762233" y="2163350"/>
                  <a:pt x="2663173" y="2157159"/>
                </a:cubicBezTo>
                <a:cubicBezTo>
                  <a:pt x="2615072" y="2154206"/>
                  <a:pt x="2567066" y="2150015"/>
                  <a:pt x="2519250" y="2144586"/>
                </a:cubicBezTo>
                <a:cubicBezTo>
                  <a:pt x="2517917" y="2144395"/>
                  <a:pt x="2461338" y="2137823"/>
                  <a:pt x="2495914" y="2142014"/>
                </a:cubicBezTo>
                <a:cubicBezTo>
                  <a:pt x="2530490" y="2146205"/>
                  <a:pt x="2473340" y="2138680"/>
                  <a:pt x="2472197" y="2138490"/>
                </a:cubicBezTo>
                <a:cubicBezTo>
                  <a:pt x="2442765" y="2134013"/>
                  <a:pt x="2413428" y="2129155"/>
                  <a:pt x="2384091" y="2123726"/>
                </a:cubicBezTo>
                <a:cubicBezTo>
                  <a:pt x="2297985" y="2107915"/>
                  <a:pt x="2212926" y="2087531"/>
                  <a:pt x="2128535" y="2064385"/>
                </a:cubicBezTo>
                <a:cubicBezTo>
                  <a:pt x="2013663" y="2032857"/>
                  <a:pt x="1900411" y="1995996"/>
                  <a:pt x="1790112" y="1950943"/>
                </a:cubicBezTo>
                <a:cubicBezTo>
                  <a:pt x="1782777" y="1947990"/>
                  <a:pt x="1775443" y="1944656"/>
                  <a:pt x="1768109" y="1941798"/>
                </a:cubicBezTo>
                <a:cubicBezTo>
                  <a:pt x="1824783" y="1963325"/>
                  <a:pt x="1793922" y="1952752"/>
                  <a:pt x="1780015" y="1946561"/>
                </a:cubicBezTo>
                <a:cubicBezTo>
                  <a:pt x="1762775" y="1938846"/>
                  <a:pt x="1745439" y="1931226"/>
                  <a:pt x="1728294" y="1923225"/>
                </a:cubicBezTo>
                <a:cubicBezTo>
                  <a:pt x="1692195" y="1906461"/>
                  <a:pt x="1656476" y="1888839"/>
                  <a:pt x="1621233" y="1870456"/>
                </a:cubicBezTo>
                <a:cubicBezTo>
                  <a:pt x="1539509" y="1827784"/>
                  <a:pt x="1460166" y="1780540"/>
                  <a:pt x="1383775" y="1729010"/>
                </a:cubicBezTo>
                <a:cubicBezTo>
                  <a:pt x="1346628" y="1703959"/>
                  <a:pt x="1310718" y="1677480"/>
                  <a:pt x="1274714" y="1651000"/>
                </a:cubicBezTo>
                <a:cubicBezTo>
                  <a:pt x="1247853" y="1631188"/>
                  <a:pt x="1314433" y="1683480"/>
                  <a:pt x="1272999" y="1649476"/>
                </a:cubicBezTo>
                <a:cubicBezTo>
                  <a:pt x="1264427" y="1642523"/>
                  <a:pt x="1255759" y="1635665"/>
                  <a:pt x="1247282" y="1628712"/>
                </a:cubicBezTo>
                <a:cubicBezTo>
                  <a:pt x="1225565" y="1610900"/>
                  <a:pt x="1204134" y="1592707"/>
                  <a:pt x="1182988" y="1574133"/>
                </a:cubicBezTo>
                <a:cubicBezTo>
                  <a:pt x="1102978" y="1503839"/>
                  <a:pt x="1027540" y="1428306"/>
                  <a:pt x="957341" y="1348105"/>
                </a:cubicBezTo>
                <a:cubicBezTo>
                  <a:pt x="926956" y="1313339"/>
                  <a:pt x="895809" y="1278096"/>
                  <a:pt x="868568" y="1240758"/>
                </a:cubicBezTo>
                <a:cubicBezTo>
                  <a:pt x="897429" y="1280287"/>
                  <a:pt x="875616" y="1249521"/>
                  <a:pt x="868282" y="1239711"/>
                </a:cubicBezTo>
                <a:cubicBezTo>
                  <a:pt x="860472" y="1229138"/>
                  <a:pt x="852661" y="1218565"/>
                  <a:pt x="845041" y="1207897"/>
                </a:cubicBezTo>
                <a:cubicBezTo>
                  <a:pt x="829992" y="1186942"/>
                  <a:pt x="815228" y="1165701"/>
                  <a:pt x="800845" y="1144270"/>
                </a:cubicBezTo>
                <a:cubicBezTo>
                  <a:pt x="751696" y="1071213"/>
                  <a:pt x="706548" y="995490"/>
                  <a:pt x="665400" y="917575"/>
                </a:cubicBezTo>
                <a:cubicBezTo>
                  <a:pt x="643111" y="875379"/>
                  <a:pt x="622061" y="832517"/>
                  <a:pt x="602154" y="789178"/>
                </a:cubicBezTo>
                <a:cubicBezTo>
                  <a:pt x="593105" y="769461"/>
                  <a:pt x="584437" y="749459"/>
                  <a:pt x="575769" y="729552"/>
                </a:cubicBezTo>
                <a:cubicBezTo>
                  <a:pt x="563768" y="702024"/>
                  <a:pt x="596439" y="780891"/>
                  <a:pt x="580246" y="739743"/>
                </a:cubicBezTo>
                <a:cubicBezTo>
                  <a:pt x="575674" y="728218"/>
                  <a:pt x="570912" y="716693"/>
                  <a:pt x="566435" y="705168"/>
                </a:cubicBezTo>
                <a:cubicBezTo>
                  <a:pt x="538717" y="634302"/>
                  <a:pt x="513952" y="562293"/>
                  <a:pt x="492426" y="489331"/>
                </a:cubicBezTo>
                <a:cubicBezTo>
                  <a:pt x="460326" y="380460"/>
                  <a:pt x="435371" y="269589"/>
                  <a:pt x="417654" y="157480"/>
                </a:cubicBezTo>
                <a:cubicBezTo>
                  <a:pt x="399747" y="46704"/>
                  <a:pt x="255158" y="-24828"/>
                  <a:pt x="153621" y="8033"/>
                </a:cubicBezTo>
                <a:cubicBezTo>
                  <a:pt x="32940" y="47085"/>
                  <a:pt x="-14876" y="152718"/>
                  <a:pt x="3984" y="271685"/>
                </a:cubicBezTo>
                <a:lnTo>
                  <a:pt x="3984" y="271685"/>
                </a:lnTo>
                <a:close/>
              </a:path>
            </a:pathLst>
          </a:custGeom>
          <a:gradFill>
            <a:gsLst>
              <a:gs pos="33000">
                <a:srgbClr val="93A3F1">
                  <a:alpha val="25000"/>
                </a:srgbClr>
              </a:gs>
              <a:gs pos="0">
                <a:srgbClr val="D4EEF7">
                  <a:alpha val="6000"/>
                </a:srgbClr>
              </a:gs>
              <a:gs pos="100000">
                <a:srgbClr val="464AEA">
                  <a:alpha val="13000"/>
                </a:srgbClr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1F1646D-21BB-BBBB-B43B-F15082C6EB76}"/>
              </a:ext>
            </a:extLst>
          </p:cNvPr>
          <p:cNvGrpSpPr/>
          <p:nvPr/>
        </p:nvGrpSpPr>
        <p:grpSpPr>
          <a:xfrm>
            <a:off x="-7403146" y="-848341"/>
            <a:ext cx="10704134" cy="7689566"/>
            <a:chOff x="-7403146" y="-848341"/>
            <a:chExt cx="10704134" cy="7689566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0F5F9E3-CA1D-25AA-8799-DB732463D220}"/>
                </a:ext>
              </a:extLst>
            </p:cNvPr>
            <p:cNvSpPr/>
            <p:nvPr/>
          </p:nvSpPr>
          <p:spPr>
            <a:xfrm rot="19981037" flipH="1">
              <a:off x="-266326" y="-848341"/>
              <a:ext cx="3567314" cy="2070257"/>
            </a:xfrm>
            <a:custGeom>
              <a:avLst/>
              <a:gdLst>
                <a:gd name="connsiteX0" fmla="*/ 103919 w 3567314"/>
                <a:gd name="connsiteY0" fmla="*/ 1720095 h 2070257"/>
                <a:gd name="connsiteX1" fmla="*/ 1623157 w 3567314"/>
                <a:gd name="connsiteY1" fmla="*/ 2059851 h 2070257"/>
                <a:gd name="connsiteX2" fmla="*/ 2521460 w 3567314"/>
                <a:gd name="connsiteY2" fmla="*/ 1804010 h 2070257"/>
                <a:gd name="connsiteX3" fmla="*/ 3269744 w 3567314"/>
                <a:gd name="connsiteY3" fmla="*/ 1134879 h 2070257"/>
                <a:gd name="connsiteX4" fmla="*/ 3567019 w 3567314"/>
                <a:gd name="connsiteY4" fmla="*/ 214478 h 2070257"/>
                <a:gd name="connsiteX5" fmla="*/ 3352706 w 3567314"/>
                <a:gd name="connsiteY5" fmla="*/ 165 h 2070257"/>
                <a:gd name="connsiteX6" fmla="*/ 3138394 w 3567314"/>
                <a:gd name="connsiteY6" fmla="*/ 214478 h 2070257"/>
                <a:gd name="connsiteX7" fmla="*/ 3132869 w 3567314"/>
                <a:gd name="connsiteY7" fmla="*/ 284772 h 2070257"/>
                <a:gd name="connsiteX8" fmla="*/ 3128773 w 3567314"/>
                <a:gd name="connsiteY8" fmla="*/ 322015 h 2070257"/>
                <a:gd name="connsiteX9" fmla="*/ 3131917 w 3567314"/>
                <a:gd name="connsiteY9" fmla="*/ 299155 h 2070257"/>
                <a:gd name="connsiteX10" fmla="*/ 3128393 w 3567314"/>
                <a:gd name="connsiteY10" fmla="*/ 322872 h 2070257"/>
                <a:gd name="connsiteX11" fmla="*/ 3082006 w 3567314"/>
                <a:gd name="connsiteY11" fmla="*/ 530422 h 2070257"/>
                <a:gd name="connsiteX12" fmla="*/ 3047621 w 3567314"/>
                <a:gd name="connsiteY12" fmla="*/ 635102 h 2070257"/>
                <a:gd name="connsiteX13" fmla="*/ 3036000 w 3567314"/>
                <a:gd name="connsiteY13" fmla="*/ 665963 h 2070257"/>
                <a:gd name="connsiteX14" fmla="*/ 3032952 w 3567314"/>
                <a:gd name="connsiteY14" fmla="*/ 673678 h 2070257"/>
                <a:gd name="connsiteX15" fmla="*/ 3030856 w 3567314"/>
                <a:gd name="connsiteY15" fmla="*/ 679393 h 2070257"/>
                <a:gd name="connsiteX16" fmla="*/ 3028094 w 3567314"/>
                <a:gd name="connsiteY16" fmla="*/ 685394 h 2070257"/>
                <a:gd name="connsiteX17" fmla="*/ 3009711 w 3567314"/>
                <a:gd name="connsiteY17" fmla="*/ 725304 h 2070257"/>
                <a:gd name="connsiteX18" fmla="*/ 2926844 w 3567314"/>
                <a:gd name="connsiteY18" fmla="*/ 877132 h 2070257"/>
                <a:gd name="connsiteX19" fmla="*/ 2855596 w 3567314"/>
                <a:gd name="connsiteY19" fmla="*/ 980478 h 2070257"/>
                <a:gd name="connsiteX20" fmla="*/ 2857978 w 3567314"/>
                <a:gd name="connsiteY20" fmla="*/ 977335 h 2070257"/>
                <a:gd name="connsiteX21" fmla="*/ 2830641 w 3567314"/>
                <a:gd name="connsiteY21" fmla="*/ 1010863 h 2070257"/>
                <a:gd name="connsiteX22" fmla="*/ 2757203 w 3567314"/>
                <a:gd name="connsiteY22" fmla="*/ 1093350 h 2070257"/>
                <a:gd name="connsiteX23" fmla="*/ 2577847 w 3567314"/>
                <a:gd name="connsiteY23" fmla="*/ 1259942 h 2070257"/>
                <a:gd name="connsiteX24" fmla="*/ 2549654 w 3567314"/>
                <a:gd name="connsiteY24" fmla="*/ 1282421 h 2070257"/>
                <a:gd name="connsiteX25" fmla="*/ 2550892 w 3567314"/>
                <a:gd name="connsiteY25" fmla="*/ 1280897 h 2070257"/>
                <a:gd name="connsiteX26" fmla="*/ 2502124 w 3567314"/>
                <a:gd name="connsiteY26" fmla="*/ 1315568 h 2070257"/>
                <a:gd name="connsiteX27" fmla="*/ 2389824 w 3567314"/>
                <a:gd name="connsiteY27" fmla="*/ 1387101 h 2070257"/>
                <a:gd name="connsiteX28" fmla="*/ 2178750 w 3567314"/>
                <a:gd name="connsiteY28" fmla="*/ 1494257 h 2070257"/>
                <a:gd name="connsiteX29" fmla="*/ 2188084 w 3567314"/>
                <a:gd name="connsiteY29" fmla="*/ 1490161 h 2070257"/>
                <a:gd name="connsiteX30" fmla="*/ 2167225 w 3567314"/>
                <a:gd name="connsiteY30" fmla="*/ 1498543 h 2070257"/>
                <a:gd name="connsiteX31" fmla="*/ 2112075 w 3567314"/>
                <a:gd name="connsiteY31" fmla="*/ 1519308 h 2070257"/>
                <a:gd name="connsiteX32" fmla="*/ 2010348 w 3567314"/>
                <a:gd name="connsiteY32" fmla="*/ 1553026 h 2070257"/>
                <a:gd name="connsiteX33" fmla="*/ 1810132 w 3567314"/>
                <a:gd name="connsiteY33" fmla="*/ 1603318 h 2070257"/>
                <a:gd name="connsiteX34" fmla="*/ 1725741 w 3567314"/>
                <a:gd name="connsiteY34" fmla="*/ 1618653 h 2070257"/>
                <a:gd name="connsiteX35" fmla="*/ 1679545 w 3567314"/>
                <a:gd name="connsiteY35" fmla="*/ 1625702 h 2070257"/>
                <a:gd name="connsiteX36" fmla="*/ 1685545 w 3567314"/>
                <a:gd name="connsiteY36" fmla="*/ 1624940 h 2070257"/>
                <a:gd name="connsiteX37" fmla="*/ 1681069 w 3567314"/>
                <a:gd name="connsiteY37" fmla="*/ 1625226 h 2070257"/>
                <a:gd name="connsiteX38" fmla="*/ 1415131 w 3567314"/>
                <a:gd name="connsiteY38" fmla="*/ 1641418 h 2070257"/>
                <a:gd name="connsiteX39" fmla="*/ 1273970 w 3567314"/>
                <a:gd name="connsiteY39" fmla="*/ 1638561 h 2070257"/>
                <a:gd name="connsiteX40" fmla="*/ 1146907 w 3567314"/>
                <a:gd name="connsiteY40" fmla="*/ 1628750 h 2070257"/>
                <a:gd name="connsiteX41" fmla="*/ 1122237 w 3567314"/>
                <a:gd name="connsiteY41" fmla="*/ 1625988 h 2070257"/>
                <a:gd name="connsiteX42" fmla="*/ 1110045 w 3567314"/>
                <a:gd name="connsiteY42" fmla="*/ 1624654 h 2070257"/>
                <a:gd name="connsiteX43" fmla="*/ 1106425 w 3567314"/>
                <a:gd name="connsiteY43" fmla="*/ 1623987 h 2070257"/>
                <a:gd name="connsiteX44" fmla="*/ 1066992 w 3567314"/>
                <a:gd name="connsiteY44" fmla="*/ 1617701 h 2070257"/>
                <a:gd name="connsiteX45" fmla="*/ 600362 w 3567314"/>
                <a:gd name="connsiteY45" fmla="*/ 1488256 h 2070257"/>
                <a:gd name="connsiteX46" fmla="*/ 549022 w 3567314"/>
                <a:gd name="connsiteY46" fmla="*/ 1467492 h 2070257"/>
                <a:gd name="connsiteX47" fmla="*/ 572835 w 3567314"/>
                <a:gd name="connsiteY47" fmla="*/ 1477398 h 2070257"/>
                <a:gd name="connsiteX48" fmla="*/ 546260 w 3567314"/>
                <a:gd name="connsiteY48" fmla="*/ 1465682 h 2070257"/>
                <a:gd name="connsiteX49" fmla="*/ 462154 w 3567314"/>
                <a:gd name="connsiteY49" fmla="*/ 1426058 h 2070257"/>
                <a:gd name="connsiteX50" fmla="*/ 320327 w 3567314"/>
                <a:gd name="connsiteY50" fmla="*/ 1349953 h 2070257"/>
                <a:gd name="connsiteX51" fmla="*/ 27148 w 3567314"/>
                <a:gd name="connsiteY51" fmla="*/ 1426820 h 2070257"/>
                <a:gd name="connsiteX52" fmla="*/ 104014 w 3567314"/>
                <a:gd name="connsiteY52" fmla="*/ 1719999 h 2070257"/>
                <a:gd name="connsiteX53" fmla="*/ 104014 w 3567314"/>
                <a:gd name="connsiteY53" fmla="*/ 1719999 h 207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567314" h="2070257">
                  <a:moveTo>
                    <a:pt x="103919" y="1720095"/>
                  </a:moveTo>
                  <a:cubicBezTo>
                    <a:pt x="561024" y="1984413"/>
                    <a:pt x="1096615" y="2108619"/>
                    <a:pt x="1623157" y="2059851"/>
                  </a:cubicBezTo>
                  <a:cubicBezTo>
                    <a:pt x="1937101" y="2030705"/>
                    <a:pt x="2240948" y="1950314"/>
                    <a:pt x="2521460" y="1804010"/>
                  </a:cubicBezTo>
                  <a:cubicBezTo>
                    <a:pt x="2820830" y="1647800"/>
                    <a:pt x="3080291" y="1414152"/>
                    <a:pt x="3269744" y="1134879"/>
                  </a:cubicBezTo>
                  <a:cubicBezTo>
                    <a:pt x="3452909" y="864845"/>
                    <a:pt x="3547493" y="538233"/>
                    <a:pt x="3567019" y="214478"/>
                  </a:cubicBezTo>
                  <a:cubicBezTo>
                    <a:pt x="3573781" y="102369"/>
                    <a:pt x="3463577" y="-4788"/>
                    <a:pt x="3352706" y="165"/>
                  </a:cubicBezTo>
                  <a:cubicBezTo>
                    <a:pt x="3230786" y="5595"/>
                    <a:pt x="3145633" y="94368"/>
                    <a:pt x="3138394" y="214478"/>
                  </a:cubicBezTo>
                  <a:cubicBezTo>
                    <a:pt x="3136965" y="237909"/>
                    <a:pt x="3135155" y="261341"/>
                    <a:pt x="3132869" y="284772"/>
                  </a:cubicBezTo>
                  <a:cubicBezTo>
                    <a:pt x="3131631" y="297250"/>
                    <a:pt x="3130107" y="309633"/>
                    <a:pt x="3128773" y="322015"/>
                  </a:cubicBezTo>
                  <a:cubicBezTo>
                    <a:pt x="3127059" y="337065"/>
                    <a:pt x="3119534" y="358401"/>
                    <a:pt x="3131917" y="299155"/>
                  </a:cubicBezTo>
                  <a:cubicBezTo>
                    <a:pt x="3130297" y="306966"/>
                    <a:pt x="3129631" y="315062"/>
                    <a:pt x="3128393" y="322872"/>
                  </a:cubicBezTo>
                  <a:cubicBezTo>
                    <a:pt x="3117344" y="392976"/>
                    <a:pt x="3101818" y="462318"/>
                    <a:pt x="3082006" y="530422"/>
                  </a:cubicBezTo>
                  <a:cubicBezTo>
                    <a:pt x="3071719" y="565665"/>
                    <a:pt x="3060289" y="600621"/>
                    <a:pt x="3047621" y="635102"/>
                  </a:cubicBezTo>
                  <a:cubicBezTo>
                    <a:pt x="3043811" y="645389"/>
                    <a:pt x="3040001" y="655676"/>
                    <a:pt x="3036000" y="665963"/>
                  </a:cubicBezTo>
                  <a:lnTo>
                    <a:pt x="3032952" y="673678"/>
                  </a:lnTo>
                  <a:cubicBezTo>
                    <a:pt x="3025237" y="692538"/>
                    <a:pt x="3024570" y="694443"/>
                    <a:pt x="3030856" y="679393"/>
                  </a:cubicBezTo>
                  <a:cubicBezTo>
                    <a:pt x="3044096" y="667296"/>
                    <a:pt x="3033143" y="674345"/>
                    <a:pt x="3028094" y="685394"/>
                  </a:cubicBezTo>
                  <a:cubicBezTo>
                    <a:pt x="3021998" y="698729"/>
                    <a:pt x="3015997" y="712064"/>
                    <a:pt x="3009711" y="725304"/>
                  </a:cubicBezTo>
                  <a:cubicBezTo>
                    <a:pt x="2984851" y="777310"/>
                    <a:pt x="2957419" y="828269"/>
                    <a:pt x="2926844" y="877132"/>
                  </a:cubicBezTo>
                  <a:cubicBezTo>
                    <a:pt x="2904555" y="912660"/>
                    <a:pt x="2880362" y="946665"/>
                    <a:pt x="2855596" y="980478"/>
                  </a:cubicBezTo>
                  <a:cubicBezTo>
                    <a:pt x="2834927" y="1008672"/>
                    <a:pt x="2887029" y="941426"/>
                    <a:pt x="2857978" y="977335"/>
                  </a:cubicBezTo>
                  <a:cubicBezTo>
                    <a:pt x="2848929" y="988575"/>
                    <a:pt x="2839880" y="999814"/>
                    <a:pt x="2830641" y="1010863"/>
                  </a:cubicBezTo>
                  <a:cubicBezTo>
                    <a:pt x="2807019" y="1039057"/>
                    <a:pt x="2782540" y="1066584"/>
                    <a:pt x="2757203" y="1093350"/>
                  </a:cubicBezTo>
                  <a:cubicBezTo>
                    <a:pt x="2701101" y="1152690"/>
                    <a:pt x="2641189" y="1208412"/>
                    <a:pt x="2577847" y="1259942"/>
                  </a:cubicBezTo>
                  <a:cubicBezTo>
                    <a:pt x="2568608" y="1267467"/>
                    <a:pt x="2559274" y="1275182"/>
                    <a:pt x="2549654" y="1282421"/>
                  </a:cubicBezTo>
                  <a:cubicBezTo>
                    <a:pt x="2555749" y="1277849"/>
                    <a:pt x="2582705" y="1258037"/>
                    <a:pt x="2550892" y="1280897"/>
                  </a:cubicBezTo>
                  <a:cubicBezTo>
                    <a:pt x="2534699" y="1292517"/>
                    <a:pt x="2518602" y="1304328"/>
                    <a:pt x="2502124" y="1315568"/>
                  </a:cubicBezTo>
                  <a:cubicBezTo>
                    <a:pt x="2465548" y="1340714"/>
                    <a:pt x="2428114" y="1364622"/>
                    <a:pt x="2389824" y="1387101"/>
                  </a:cubicBezTo>
                  <a:cubicBezTo>
                    <a:pt x="2321625" y="1427201"/>
                    <a:pt x="2250950" y="1461872"/>
                    <a:pt x="2178750" y="1494257"/>
                  </a:cubicBezTo>
                  <a:cubicBezTo>
                    <a:pt x="2151508" y="1506449"/>
                    <a:pt x="2215802" y="1479588"/>
                    <a:pt x="2188084" y="1490161"/>
                  </a:cubicBezTo>
                  <a:cubicBezTo>
                    <a:pt x="2181131" y="1492828"/>
                    <a:pt x="2174178" y="1495781"/>
                    <a:pt x="2167225" y="1498543"/>
                  </a:cubicBezTo>
                  <a:cubicBezTo>
                    <a:pt x="2148937" y="1505782"/>
                    <a:pt x="2130554" y="1512640"/>
                    <a:pt x="2112075" y="1519308"/>
                  </a:cubicBezTo>
                  <a:cubicBezTo>
                    <a:pt x="2078452" y="1531404"/>
                    <a:pt x="2044543" y="1542644"/>
                    <a:pt x="2010348" y="1553026"/>
                  </a:cubicBezTo>
                  <a:cubicBezTo>
                    <a:pt x="1944435" y="1572933"/>
                    <a:pt x="1877665" y="1589697"/>
                    <a:pt x="1810132" y="1603318"/>
                  </a:cubicBezTo>
                  <a:cubicBezTo>
                    <a:pt x="1782129" y="1608938"/>
                    <a:pt x="1753935" y="1614081"/>
                    <a:pt x="1725741" y="1618653"/>
                  </a:cubicBezTo>
                  <a:cubicBezTo>
                    <a:pt x="1710310" y="1621130"/>
                    <a:pt x="1694975" y="1623416"/>
                    <a:pt x="1679545" y="1625702"/>
                  </a:cubicBezTo>
                  <a:cubicBezTo>
                    <a:pt x="1671829" y="1626845"/>
                    <a:pt x="1650112" y="1629893"/>
                    <a:pt x="1685545" y="1624940"/>
                  </a:cubicBezTo>
                  <a:cubicBezTo>
                    <a:pt x="1724598" y="1619511"/>
                    <a:pt x="1690117" y="1624178"/>
                    <a:pt x="1681069" y="1625226"/>
                  </a:cubicBezTo>
                  <a:cubicBezTo>
                    <a:pt x="1592772" y="1635608"/>
                    <a:pt x="1503999" y="1640942"/>
                    <a:pt x="1415131" y="1641418"/>
                  </a:cubicBezTo>
                  <a:cubicBezTo>
                    <a:pt x="1368077" y="1641704"/>
                    <a:pt x="1320928" y="1640942"/>
                    <a:pt x="1273970" y="1638561"/>
                  </a:cubicBezTo>
                  <a:cubicBezTo>
                    <a:pt x="1231489" y="1636465"/>
                    <a:pt x="1189102" y="1633227"/>
                    <a:pt x="1146907" y="1628750"/>
                  </a:cubicBezTo>
                  <a:cubicBezTo>
                    <a:pt x="1138620" y="1627893"/>
                    <a:pt x="1130428" y="1626940"/>
                    <a:pt x="1122237" y="1625988"/>
                  </a:cubicBezTo>
                  <a:cubicBezTo>
                    <a:pt x="1114617" y="1625130"/>
                    <a:pt x="1078993" y="1620749"/>
                    <a:pt x="1110045" y="1624654"/>
                  </a:cubicBezTo>
                  <a:cubicBezTo>
                    <a:pt x="1139191" y="1628274"/>
                    <a:pt x="1111664" y="1624845"/>
                    <a:pt x="1106425" y="1623987"/>
                  </a:cubicBezTo>
                  <a:cubicBezTo>
                    <a:pt x="1093281" y="1621892"/>
                    <a:pt x="1080136" y="1619892"/>
                    <a:pt x="1066992" y="1617701"/>
                  </a:cubicBezTo>
                  <a:cubicBezTo>
                    <a:pt x="907543" y="1591031"/>
                    <a:pt x="750952" y="1547311"/>
                    <a:pt x="600362" y="1488256"/>
                  </a:cubicBezTo>
                  <a:cubicBezTo>
                    <a:pt x="583217" y="1481493"/>
                    <a:pt x="566358" y="1473873"/>
                    <a:pt x="549022" y="1467492"/>
                  </a:cubicBezTo>
                  <a:cubicBezTo>
                    <a:pt x="546451" y="1466539"/>
                    <a:pt x="593790" y="1487208"/>
                    <a:pt x="572835" y="1477398"/>
                  </a:cubicBezTo>
                  <a:cubicBezTo>
                    <a:pt x="564072" y="1473302"/>
                    <a:pt x="555118" y="1469682"/>
                    <a:pt x="546260" y="1465682"/>
                  </a:cubicBezTo>
                  <a:cubicBezTo>
                    <a:pt x="517971" y="1453014"/>
                    <a:pt x="489967" y="1439774"/>
                    <a:pt x="462154" y="1426058"/>
                  </a:cubicBezTo>
                  <a:cubicBezTo>
                    <a:pt x="414053" y="1402245"/>
                    <a:pt x="366809" y="1376814"/>
                    <a:pt x="320327" y="1349953"/>
                  </a:cubicBezTo>
                  <a:cubicBezTo>
                    <a:pt x="223267" y="1293851"/>
                    <a:pt x="81345" y="1324236"/>
                    <a:pt x="27148" y="1426820"/>
                  </a:cubicBezTo>
                  <a:cubicBezTo>
                    <a:pt x="-26954" y="1529118"/>
                    <a:pt x="382" y="1660087"/>
                    <a:pt x="104014" y="1719999"/>
                  </a:cubicBezTo>
                  <a:lnTo>
                    <a:pt x="104014" y="1719999"/>
                  </a:lnTo>
                  <a:close/>
                </a:path>
              </a:pathLst>
            </a:custGeom>
            <a:gradFill>
              <a:gsLst>
                <a:gs pos="0">
                  <a:srgbClr val="D4EEF7">
                    <a:alpha val="4000"/>
                  </a:srgbClr>
                </a:gs>
                <a:gs pos="50000">
                  <a:srgbClr val="8386F1">
                    <a:alpha val="24000"/>
                  </a:srgbClr>
                </a:gs>
                <a:gs pos="100000">
                  <a:srgbClr val="8386F1">
                    <a:alpha val="45000"/>
                  </a:srgbClr>
                </a:gs>
              </a:gsLst>
              <a:lin ang="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3CF908F-E562-247B-3928-F602C65F188E}"/>
                </a:ext>
              </a:extLst>
            </p:cNvPr>
            <p:cNvSpPr/>
            <p:nvPr/>
          </p:nvSpPr>
          <p:spPr>
            <a:xfrm rot="19981037" flipH="1">
              <a:off x="-7403146" y="1003296"/>
              <a:ext cx="10425086" cy="5837929"/>
            </a:xfrm>
            <a:custGeom>
              <a:avLst/>
              <a:gdLst>
                <a:gd name="connsiteX0" fmla="*/ 10410361 w 10425086"/>
                <a:gd name="connsiteY0" fmla="*/ 5086420 h 5837929"/>
                <a:gd name="connsiteX1" fmla="*/ 10133470 w 10425086"/>
                <a:gd name="connsiteY1" fmla="*/ 4963262 h 5837929"/>
                <a:gd name="connsiteX2" fmla="*/ 9657601 w 10425086"/>
                <a:gd name="connsiteY2" fmla="*/ 5104327 h 5837929"/>
                <a:gd name="connsiteX3" fmla="*/ 9549111 w 10425086"/>
                <a:gd name="connsiteY3" fmla="*/ 5132616 h 5837929"/>
                <a:gd name="connsiteX4" fmla="*/ 9487008 w 10425086"/>
                <a:gd name="connsiteY4" fmla="*/ 5148238 h 5837929"/>
                <a:gd name="connsiteX5" fmla="*/ 9479960 w 10425086"/>
                <a:gd name="connsiteY5" fmla="*/ 5150333 h 5837929"/>
                <a:gd name="connsiteX6" fmla="*/ 9462529 w 10425086"/>
                <a:gd name="connsiteY6" fmla="*/ 5154143 h 5837929"/>
                <a:gd name="connsiteX7" fmla="*/ 9220403 w 10425086"/>
                <a:gd name="connsiteY7" fmla="*/ 5208436 h 5837929"/>
                <a:gd name="connsiteX8" fmla="*/ 8247901 w 10425086"/>
                <a:gd name="connsiteY8" fmla="*/ 5360836 h 5837929"/>
                <a:gd name="connsiteX9" fmla="*/ 7264731 w 10425086"/>
                <a:gd name="connsiteY9" fmla="*/ 5411889 h 5837929"/>
                <a:gd name="connsiteX10" fmla="*/ 7144620 w 10425086"/>
                <a:gd name="connsiteY10" fmla="*/ 5411127 h 5837929"/>
                <a:gd name="connsiteX11" fmla="*/ 7103186 w 10425086"/>
                <a:gd name="connsiteY11" fmla="*/ 5410461 h 5837929"/>
                <a:gd name="connsiteX12" fmla="*/ 7064134 w 10425086"/>
                <a:gd name="connsiteY12" fmla="*/ 5409508 h 5837929"/>
                <a:gd name="connsiteX13" fmla="*/ 6816103 w 10425086"/>
                <a:gd name="connsiteY13" fmla="*/ 5399602 h 5837929"/>
                <a:gd name="connsiteX14" fmla="*/ 6321279 w 10425086"/>
                <a:gd name="connsiteY14" fmla="*/ 5360359 h 5837929"/>
                <a:gd name="connsiteX15" fmla="*/ 5231905 w 10425086"/>
                <a:gd name="connsiteY15" fmla="*/ 5179670 h 5837929"/>
                <a:gd name="connsiteX16" fmla="*/ 5206568 w 10425086"/>
                <a:gd name="connsiteY16" fmla="*/ 5176146 h 5837929"/>
                <a:gd name="connsiteX17" fmla="*/ 4761275 w 10425086"/>
                <a:gd name="connsiteY17" fmla="*/ 5056416 h 5837929"/>
                <a:gd name="connsiteX18" fmla="*/ 4289216 w 10425086"/>
                <a:gd name="connsiteY18" fmla="*/ 4903064 h 5837929"/>
                <a:gd name="connsiteX19" fmla="*/ 4056329 w 10425086"/>
                <a:gd name="connsiteY19" fmla="*/ 4817148 h 5837929"/>
                <a:gd name="connsiteX20" fmla="*/ 4019849 w 10425086"/>
                <a:gd name="connsiteY20" fmla="*/ 4803052 h 5837929"/>
                <a:gd name="connsiteX21" fmla="*/ 3981367 w 10425086"/>
                <a:gd name="connsiteY21" fmla="*/ 4787812 h 5837929"/>
                <a:gd name="connsiteX22" fmla="*/ 3870116 w 10425086"/>
                <a:gd name="connsiteY22" fmla="*/ 4742472 h 5837929"/>
                <a:gd name="connsiteX23" fmla="*/ 2981528 w 10425086"/>
                <a:gd name="connsiteY23" fmla="*/ 4318610 h 5837929"/>
                <a:gd name="connsiteX24" fmla="*/ 2141614 w 10425086"/>
                <a:gd name="connsiteY24" fmla="*/ 3805212 h 5837929"/>
                <a:gd name="connsiteX25" fmla="*/ 1938731 w 10425086"/>
                <a:gd name="connsiteY25" fmla="*/ 3662242 h 5837929"/>
                <a:gd name="connsiteX26" fmla="*/ 1924063 w 10425086"/>
                <a:gd name="connsiteY26" fmla="*/ 3652051 h 5837929"/>
                <a:gd name="connsiteX27" fmla="*/ 1918348 w 10425086"/>
                <a:gd name="connsiteY27" fmla="*/ 3647383 h 5837929"/>
                <a:gd name="connsiteX28" fmla="*/ 1866913 w 10425086"/>
                <a:gd name="connsiteY28" fmla="*/ 3609188 h 5837929"/>
                <a:gd name="connsiteX29" fmla="*/ 1823669 w 10425086"/>
                <a:gd name="connsiteY29" fmla="*/ 3576422 h 5837929"/>
                <a:gd name="connsiteX30" fmla="*/ 1823669 w 10425086"/>
                <a:gd name="connsiteY30" fmla="*/ 3571850 h 5837929"/>
                <a:gd name="connsiteX31" fmla="*/ 1269124 w 10425086"/>
                <a:gd name="connsiteY31" fmla="*/ 3006732 h 5837929"/>
                <a:gd name="connsiteX32" fmla="*/ 1196162 w 10425086"/>
                <a:gd name="connsiteY32" fmla="*/ 2916530 h 5837929"/>
                <a:gd name="connsiteX33" fmla="*/ 1195972 w 10425086"/>
                <a:gd name="connsiteY33" fmla="*/ 2916339 h 5837929"/>
                <a:gd name="connsiteX34" fmla="*/ 1179684 w 10425086"/>
                <a:gd name="connsiteY34" fmla="*/ 2894908 h 5837929"/>
                <a:gd name="connsiteX35" fmla="*/ 1137488 w 10425086"/>
                <a:gd name="connsiteY35" fmla="*/ 2837663 h 5837929"/>
                <a:gd name="connsiteX36" fmla="*/ 975658 w 10425086"/>
                <a:gd name="connsiteY36" fmla="*/ 2594490 h 5837929"/>
                <a:gd name="connsiteX37" fmla="*/ 783158 w 10425086"/>
                <a:gd name="connsiteY37" fmla="*/ 2237112 h 5837929"/>
                <a:gd name="connsiteX38" fmla="*/ 759155 w 10425086"/>
                <a:gd name="connsiteY38" fmla="*/ 2184057 h 5837929"/>
                <a:gd name="connsiteX39" fmla="*/ 747059 w 10425086"/>
                <a:gd name="connsiteY39" fmla="*/ 2156340 h 5837929"/>
                <a:gd name="connsiteX40" fmla="*/ 680764 w 10425086"/>
                <a:gd name="connsiteY40" fmla="*/ 1984509 h 5837929"/>
                <a:gd name="connsiteX41" fmla="*/ 540938 w 10425086"/>
                <a:gd name="connsiteY41" fmla="*/ 1513307 h 5837929"/>
                <a:gd name="connsiteX42" fmla="*/ 475787 w 10425086"/>
                <a:gd name="connsiteY42" fmla="*/ 1184694 h 5837929"/>
                <a:gd name="connsiteX43" fmla="*/ 464928 w 10425086"/>
                <a:gd name="connsiteY43" fmla="*/ 1115352 h 5837929"/>
                <a:gd name="connsiteX44" fmla="*/ 462737 w 10425086"/>
                <a:gd name="connsiteY44" fmla="*/ 1096969 h 5837929"/>
                <a:gd name="connsiteX45" fmla="*/ 456451 w 10425086"/>
                <a:gd name="connsiteY45" fmla="*/ 1044391 h 5837929"/>
                <a:gd name="connsiteX46" fmla="*/ 439020 w 10425086"/>
                <a:gd name="connsiteY46" fmla="*/ 853891 h 5837929"/>
                <a:gd name="connsiteX47" fmla="*/ 440925 w 10425086"/>
                <a:gd name="connsiteY47" fmla="*/ 214478 h 5837929"/>
                <a:gd name="connsiteX48" fmla="*/ 226708 w 10425086"/>
                <a:gd name="connsiteY48" fmla="*/ 165 h 5837929"/>
                <a:gd name="connsiteX49" fmla="*/ 12395 w 10425086"/>
                <a:gd name="connsiteY49" fmla="*/ 214478 h 5837929"/>
                <a:gd name="connsiteX50" fmla="*/ 386251 w 10425086"/>
                <a:gd name="connsiteY50" fmla="*/ 2393607 h 5837929"/>
                <a:gd name="connsiteX51" fmla="*/ 1564304 w 10425086"/>
                <a:gd name="connsiteY51" fmla="*/ 3907320 h 5837929"/>
                <a:gd name="connsiteX52" fmla="*/ 1823669 w 10425086"/>
                <a:gd name="connsiteY52" fmla="*/ 4109631 h 5837929"/>
                <a:gd name="connsiteX53" fmla="*/ 1823669 w 10425086"/>
                <a:gd name="connsiteY53" fmla="*/ 4103345 h 5837929"/>
                <a:gd name="connsiteX54" fmla="*/ 2020837 w 10425086"/>
                <a:gd name="connsiteY54" fmla="*/ 4238886 h 5837929"/>
                <a:gd name="connsiteX55" fmla="*/ 3781724 w 10425086"/>
                <a:gd name="connsiteY55" fmla="*/ 5166145 h 5837929"/>
                <a:gd name="connsiteX56" fmla="*/ 5047406 w 10425086"/>
                <a:gd name="connsiteY56" fmla="*/ 5577815 h 5837929"/>
                <a:gd name="connsiteX57" fmla="*/ 7183768 w 10425086"/>
                <a:gd name="connsiteY57" fmla="*/ 5837086 h 5837929"/>
                <a:gd name="connsiteX58" fmla="*/ 9165539 w 10425086"/>
                <a:gd name="connsiteY58" fmla="*/ 5655348 h 5837929"/>
                <a:gd name="connsiteX59" fmla="*/ 10287203 w 10425086"/>
                <a:gd name="connsiteY59" fmla="*/ 5363217 h 5837929"/>
                <a:gd name="connsiteX60" fmla="*/ 10410361 w 10425086"/>
                <a:gd name="connsiteY60" fmla="*/ 5086325 h 58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0425086" h="5837929">
                  <a:moveTo>
                    <a:pt x="10410361" y="5086420"/>
                  </a:moveTo>
                  <a:cubicBezTo>
                    <a:pt x="10362070" y="4975264"/>
                    <a:pt x="10247484" y="4926210"/>
                    <a:pt x="10133470" y="4963262"/>
                  </a:cubicBezTo>
                  <a:cubicBezTo>
                    <a:pt x="9976117" y="5014411"/>
                    <a:pt x="9817430" y="5061560"/>
                    <a:pt x="9657601" y="5104327"/>
                  </a:cubicBezTo>
                  <a:cubicBezTo>
                    <a:pt x="9621501" y="5113948"/>
                    <a:pt x="9585401" y="5123377"/>
                    <a:pt x="9549111" y="5132616"/>
                  </a:cubicBezTo>
                  <a:cubicBezTo>
                    <a:pt x="9528442" y="5137855"/>
                    <a:pt x="9507678" y="5142999"/>
                    <a:pt x="9487008" y="5148238"/>
                  </a:cubicBezTo>
                  <a:cubicBezTo>
                    <a:pt x="9484913" y="5148714"/>
                    <a:pt x="9482436" y="5149571"/>
                    <a:pt x="9479960" y="5150333"/>
                  </a:cubicBezTo>
                  <a:cubicBezTo>
                    <a:pt x="9474054" y="5151666"/>
                    <a:pt x="9468149" y="5152714"/>
                    <a:pt x="9462529" y="5154143"/>
                  </a:cubicBezTo>
                  <a:cubicBezTo>
                    <a:pt x="9382042" y="5173288"/>
                    <a:pt x="9301270" y="5191481"/>
                    <a:pt x="9220403" y="5208436"/>
                  </a:cubicBezTo>
                  <a:cubicBezTo>
                    <a:pt x="8899125" y="5276063"/>
                    <a:pt x="8574417" y="5326927"/>
                    <a:pt x="8247901" y="5360836"/>
                  </a:cubicBezTo>
                  <a:cubicBezTo>
                    <a:pt x="7921384" y="5394745"/>
                    <a:pt x="7593057" y="5411794"/>
                    <a:pt x="7264731" y="5411889"/>
                  </a:cubicBezTo>
                  <a:cubicBezTo>
                    <a:pt x="7224725" y="5411889"/>
                    <a:pt x="7184625" y="5411699"/>
                    <a:pt x="7144620" y="5411127"/>
                  </a:cubicBezTo>
                  <a:cubicBezTo>
                    <a:pt x="7139096" y="5411127"/>
                    <a:pt x="7112616" y="5410651"/>
                    <a:pt x="7103186" y="5410461"/>
                  </a:cubicBezTo>
                  <a:cubicBezTo>
                    <a:pt x="7090137" y="5410175"/>
                    <a:pt x="7077088" y="5409889"/>
                    <a:pt x="7064134" y="5409508"/>
                  </a:cubicBezTo>
                  <a:cubicBezTo>
                    <a:pt x="6981457" y="5407318"/>
                    <a:pt x="6898780" y="5403984"/>
                    <a:pt x="6816103" y="5399602"/>
                  </a:cubicBezTo>
                  <a:cubicBezTo>
                    <a:pt x="6650844" y="5390839"/>
                    <a:pt x="6485871" y="5377790"/>
                    <a:pt x="6321279" y="5360359"/>
                  </a:cubicBezTo>
                  <a:cubicBezTo>
                    <a:pt x="5954948" y="5321593"/>
                    <a:pt x="5591093" y="5261109"/>
                    <a:pt x="5231905" y="5179670"/>
                  </a:cubicBezTo>
                  <a:cubicBezTo>
                    <a:pt x="5223523" y="5177765"/>
                    <a:pt x="5215046" y="5176622"/>
                    <a:pt x="5206568" y="5176146"/>
                  </a:cubicBezTo>
                  <a:cubicBezTo>
                    <a:pt x="5057216" y="5139855"/>
                    <a:pt x="4908627" y="5100041"/>
                    <a:pt x="4761275" y="5056416"/>
                  </a:cubicBezTo>
                  <a:cubicBezTo>
                    <a:pt x="4602588" y="5009458"/>
                    <a:pt x="4445235" y="4958309"/>
                    <a:pt x="4289216" y="4903064"/>
                  </a:cubicBezTo>
                  <a:cubicBezTo>
                    <a:pt x="4211206" y="4875441"/>
                    <a:pt x="4133577" y="4846771"/>
                    <a:pt x="4056329" y="4817148"/>
                  </a:cubicBezTo>
                  <a:cubicBezTo>
                    <a:pt x="4044137" y="4812481"/>
                    <a:pt x="4032041" y="4807719"/>
                    <a:pt x="4019849" y="4803052"/>
                  </a:cubicBezTo>
                  <a:cubicBezTo>
                    <a:pt x="4011085" y="4799527"/>
                    <a:pt x="3986416" y="4789812"/>
                    <a:pt x="3981367" y="4787812"/>
                  </a:cubicBezTo>
                  <a:cubicBezTo>
                    <a:pt x="3944220" y="4772953"/>
                    <a:pt x="3907168" y="4757808"/>
                    <a:pt x="3870116" y="4742472"/>
                  </a:cubicBezTo>
                  <a:cubicBezTo>
                    <a:pt x="3566935" y="4616647"/>
                    <a:pt x="3270231" y="4475106"/>
                    <a:pt x="2981528" y="4318610"/>
                  </a:cubicBezTo>
                  <a:cubicBezTo>
                    <a:pt x="2692921" y="4162114"/>
                    <a:pt x="2412410" y="3990760"/>
                    <a:pt x="2141614" y="3805212"/>
                  </a:cubicBezTo>
                  <a:cubicBezTo>
                    <a:pt x="2073415" y="3758445"/>
                    <a:pt x="2005787" y="3710820"/>
                    <a:pt x="1938731" y="3662242"/>
                  </a:cubicBezTo>
                  <a:cubicBezTo>
                    <a:pt x="1933969" y="3658813"/>
                    <a:pt x="1928921" y="3655479"/>
                    <a:pt x="1924063" y="3652051"/>
                  </a:cubicBezTo>
                  <a:cubicBezTo>
                    <a:pt x="1922063" y="3650336"/>
                    <a:pt x="1920062" y="3648621"/>
                    <a:pt x="1918348" y="3647383"/>
                  </a:cubicBezTo>
                  <a:cubicBezTo>
                    <a:pt x="1901203" y="3634715"/>
                    <a:pt x="1884058" y="3621952"/>
                    <a:pt x="1866913" y="3609188"/>
                  </a:cubicBezTo>
                  <a:cubicBezTo>
                    <a:pt x="1852435" y="3598329"/>
                    <a:pt x="1838052" y="3587376"/>
                    <a:pt x="1823669" y="3576422"/>
                  </a:cubicBezTo>
                  <a:lnTo>
                    <a:pt x="1823669" y="3571850"/>
                  </a:lnTo>
                  <a:cubicBezTo>
                    <a:pt x="1621930" y="3402210"/>
                    <a:pt x="1436192" y="3206947"/>
                    <a:pt x="1269124" y="3006732"/>
                  </a:cubicBezTo>
                  <a:cubicBezTo>
                    <a:pt x="1244359" y="2977014"/>
                    <a:pt x="1220261" y="2946819"/>
                    <a:pt x="1196162" y="2916530"/>
                  </a:cubicBezTo>
                  <a:cubicBezTo>
                    <a:pt x="1196162" y="2916530"/>
                    <a:pt x="1196067" y="2916435"/>
                    <a:pt x="1195972" y="2916339"/>
                  </a:cubicBezTo>
                  <a:cubicBezTo>
                    <a:pt x="1190542" y="2909196"/>
                    <a:pt x="1185113" y="2902052"/>
                    <a:pt x="1179684" y="2894908"/>
                  </a:cubicBezTo>
                  <a:cubicBezTo>
                    <a:pt x="1165492" y="2875953"/>
                    <a:pt x="1151395" y="2856903"/>
                    <a:pt x="1137488" y="2837663"/>
                  </a:cubicBezTo>
                  <a:cubicBezTo>
                    <a:pt x="1080433" y="2758701"/>
                    <a:pt x="1026427" y="2677548"/>
                    <a:pt x="975658" y="2594490"/>
                  </a:cubicBezTo>
                  <a:cubicBezTo>
                    <a:pt x="905173" y="2479047"/>
                    <a:pt x="840118" y="2359889"/>
                    <a:pt x="783158" y="2237112"/>
                  </a:cubicBezTo>
                  <a:cubicBezTo>
                    <a:pt x="774967" y="2219490"/>
                    <a:pt x="766966" y="2201774"/>
                    <a:pt x="759155" y="2184057"/>
                  </a:cubicBezTo>
                  <a:cubicBezTo>
                    <a:pt x="755059" y="2174818"/>
                    <a:pt x="751059" y="2165579"/>
                    <a:pt x="747059" y="2156340"/>
                  </a:cubicBezTo>
                  <a:cubicBezTo>
                    <a:pt x="723817" y="2099475"/>
                    <a:pt x="701529" y="2042325"/>
                    <a:pt x="680764" y="1984509"/>
                  </a:cubicBezTo>
                  <a:cubicBezTo>
                    <a:pt x="625234" y="1830299"/>
                    <a:pt x="578752" y="1672755"/>
                    <a:pt x="540938" y="1513307"/>
                  </a:cubicBezTo>
                  <a:cubicBezTo>
                    <a:pt x="515125" y="1404627"/>
                    <a:pt x="493408" y="1294994"/>
                    <a:pt x="475787" y="1184694"/>
                  </a:cubicBezTo>
                  <a:cubicBezTo>
                    <a:pt x="472072" y="1161644"/>
                    <a:pt x="468167" y="1138593"/>
                    <a:pt x="464928" y="1115352"/>
                  </a:cubicBezTo>
                  <a:cubicBezTo>
                    <a:pt x="465023" y="1115829"/>
                    <a:pt x="464547" y="1111447"/>
                    <a:pt x="462737" y="1096969"/>
                  </a:cubicBezTo>
                  <a:cubicBezTo>
                    <a:pt x="460642" y="1079443"/>
                    <a:pt x="458451" y="1061917"/>
                    <a:pt x="456451" y="1044391"/>
                  </a:cubicBezTo>
                  <a:cubicBezTo>
                    <a:pt x="449212" y="981050"/>
                    <a:pt x="443401" y="917518"/>
                    <a:pt x="439020" y="853891"/>
                  </a:cubicBezTo>
                  <a:cubicBezTo>
                    <a:pt x="424161" y="641007"/>
                    <a:pt x="425113" y="427266"/>
                    <a:pt x="440925" y="214478"/>
                  </a:cubicBezTo>
                  <a:cubicBezTo>
                    <a:pt x="449307" y="102369"/>
                    <a:pt x="336531" y="-4788"/>
                    <a:pt x="226708" y="165"/>
                  </a:cubicBezTo>
                  <a:cubicBezTo>
                    <a:pt x="103454" y="5690"/>
                    <a:pt x="21349" y="94463"/>
                    <a:pt x="12395" y="214478"/>
                  </a:cubicBezTo>
                  <a:cubicBezTo>
                    <a:pt x="-42755" y="956666"/>
                    <a:pt x="86881" y="1712475"/>
                    <a:pt x="386251" y="2393607"/>
                  </a:cubicBezTo>
                  <a:cubicBezTo>
                    <a:pt x="644474" y="2981300"/>
                    <a:pt x="1073385" y="3497841"/>
                    <a:pt x="1564304" y="3907320"/>
                  </a:cubicBezTo>
                  <a:cubicBezTo>
                    <a:pt x="1648600" y="3977615"/>
                    <a:pt x="1735087" y="4045147"/>
                    <a:pt x="1823669" y="4109631"/>
                  </a:cubicBezTo>
                  <a:lnTo>
                    <a:pt x="1823669" y="4103345"/>
                  </a:lnTo>
                  <a:cubicBezTo>
                    <a:pt x="1888915" y="4149255"/>
                    <a:pt x="1954543" y="4194499"/>
                    <a:pt x="2020837" y="4238886"/>
                  </a:cubicBezTo>
                  <a:cubicBezTo>
                    <a:pt x="2573191" y="4608456"/>
                    <a:pt x="3164504" y="4919638"/>
                    <a:pt x="3781724" y="5166145"/>
                  </a:cubicBezTo>
                  <a:cubicBezTo>
                    <a:pt x="4194728" y="5331118"/>
                    <a:pt x="4618019" y="5465801"/>
                    <a:pt x="5047406" y="5577815"/>
                  </a:cubicBezTo>
                  <a:cubicBezTo>
                    <a:pt x="5709870" y="5750694"/>
                    <a:pt x="6722758" y="5830989"/>
                    <a:pt x="7183768" y="5837086"/>
                  </a:cubicBezTo>
                  <a:cubicBezTo>
                    <a:pt x="7848327" y="5845944"/>
                    <a:pt x="8513743" y="5785079"/>
                    <a:pt x="9165539" y="5655348"/>
                  </a:cubicBezTo>
                  <a:cubicBezTo>
                    <a:pt x="9544539" y="5579911"/>
                    <a:pt x="9919634" y="5482660"/>
                    <a:pt x="10287203" y="5363217"/>
                  </a:cubicBezTo>
                  <a:cubicBezTo>
                    <a:pt x="10394169" y="5328450"/>
                    <a:pt x="10454843" y="5188719"/>
                    <a:pt x="10410361" y="5086325"/>
                  </a:cubicBezTo>
                  <a:close/>
                </a:path>
              </a:pathLst>
            </a:custGeom>
            <a:gradFill>
              <a:gsLst>
                <a:gs pos="39440">
                  <a:srgbClr val="8386F1">
                    <a:alpha val="37000"/>
                  </a:srgbClr>
                </a:gs>
                <a:gs pos="0">
                  <a:srgbClr val="C0C1F8">
                    <a:alpha val="13000"/>
                  </a:srgbClr>
                </a:gs>
                <a:gs pos="100000">
                  <a:srgbClr val="8386F1">
                    <a:alpha val="37000"/>
                  </a:srgbClr>
                </a:gs>
              </a:gsLst>
              <a:lin ang="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2" name="TextBox 6">
            <a:extLst>
              <a:ext uri="{FF2B5EF4-FFF2-40B4-BE49-F238E27FC236}">
                <a16:creationId xmlns:a16="http://schemas.microsoft.com/office/drawing/2014/main" id="{8511C6C3-D2E0-348F-A60F-89E9C48C86E3}"/>
              </a:ext>
            </a:extLst>
          </p:cNvPr>
          <p:cNvSpPr txBox="1"/>
          <p:nvPr/>
        </p:nvSpPr>
        <p:spPr>
          <a:xfrm>
            <a:off x="9801226" y="5745659"/>
            <a:ext cx="228113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900"/>
              </a:spcAft>
            </a:pPr>
            <a:r>
              <a:rPr lang="en-US" sz="16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Project ||||||||||</a:t>
            </a:r>
            <a:r>
              <a:rPr lang="en-US" sz="26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br>
              <a:rPr lang="en-US" sz="26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US" sz="26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Raspberry</a:t>
            </a:r>
          </a:p>
        </p:txBody>
      </p:sp>
    </p:spTree>
    <p:extLst>
      <p:ext uri="{BB962C8B-B14F-4D97-AF65-F5344CB8AC3E}">
        <p14:creationId xmlns:p14="http://schemas.microsoft.com/office/powerpoint/2010/main" val="2434725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74adb6-9fb7-4257-9188-5064c2d2f5d2" xsi:nil="true"/>
    <lcf76f155ced4ddcb4097134ff3c332f xmlns="1bef80b8-3cf6-4584-8dbf-320bfd23725f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7E0BA18F7A8542A66339B19D94601F" ma:contentTypeVersion="12" ma:contentTypeDescription="Create a new document." ma:contentTypeScope="" ma:versionID="1e67089017f852a0f2a51c9ecc06f6e4">
  <xsd:schema xmlns:xsd="http://www.w3.org/2001/XMLSchema" xmlns:xs="http://www.w3.org/2001/XMLSchema" xmlns:p="http://schemas.microsoft.com/office/2006/metadata/properties" xmlns:ns2="1bef80b8-3cf6-4584-8dbf-320bfd23725f" xmlns:ns3="ec74adb6-9fb7-4257-9188-5064c2d2f5d2" targetNamespace="http://schemas.microsoft.com/office/2006/metadata/properties" ma:root="true" ma:fieldsID="c9522991be071b82cd20dcf5fc68eb9f" ns2:_="" ns3:_="">
    <xsd:import namespace="1bef80b8-3cf6-4584-8dbf-320bfd23725f"/>
    <xsd:import namespace="ec74adb6-9fb7-4257-9188-5064c2d2f5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ef80b8-3cf6-4584-8dbf-320bfd2372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ae5e6e4-bf28-43d3-b5c6-f8fffabd2da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74adb6-9fb7-4257-9188-5064c2d2f5d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c281926-e4c7-4216-b5ed-345ea0521ac0}" ma:internalName="TaxCatchAll" ma:showField="CatchAllData" ma:web="ec74adb6-9fb7-4257-9188-5064c2d2f5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6870065-4E5C-49EE-9954-F048C7CAE6E5}">
  <ds:schemaRefs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ec74adb6-9fb7-4257-9188-5064c2d2f5d2"/>
    <ds:schemaRef ds:uri="http://schemas.microsoft.com/office/infopath/2007/PartnerControls"/>
    <ds:schemaRef ds:uri="1bef80b8-3cf6-4584-8dbf-320bfd23725f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BB82C80-5282-41B4-BCF5-FF333939DA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F90299-54A0-459F-9DC0-C5ACE7A1BBC4}">
  <ds:schemaRefs>
    <ds:schemaRef ds:uri="1bef80b8-3cf6-4584-8dbf-320bfd23725f"/>
    <ds:schemaRef ds:uri="ec74adb6-9fb7-4257-9188-5064c2d2f5d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3173</TotalTime>
  <Words>1698</Words>
  <Application>Microsoft Office PowerPoint</Application>
  <PresentationFormat>Widescreen</PresentationFormat>
  <Paragraphs>341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Poppins Medium</vt:lpstr>
      <vt:lpstr>Aptos Display</vt:lpstr>
      <vt:lpstr>Poppins SemiBold</vt:lpstr>
      <vt:lpstr>Poppins Light</vt:lpstr>
      <vt:lpstr>Calibri</vt:lpstr>
      <vt:lpstr>Arial</vt:lpstr>
      <vt:lpstr>Aptos</vt:lpstr>
      <vt:lpstr>Poppins</vt:lpstr>
      <vt:lpstr>Calibri Light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Santosh Dronavalli</dc:creator>
  <cp:lastModifiedBy>Roshan Yadav</cp:lastModifiedBy>
  <cp:revision>115</cp:revision>
  <dcterms:created xsi:type="dcterms:W3CDTF">2024-05-06T05:16:16Z</dcterms:created>
  <dcterms:modified xsi:type="dcterms:W3CDTF">2025-12-24T11:04:26Z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0x010100A37E0BA18F7A8542A66339B19D94601F</vt:lpwstr>
  </property>
</Properties>
</file>